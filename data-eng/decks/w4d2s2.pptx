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4-2 · Apache Iceberg 레이크하우스 구축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+ Iceberg 환경 구성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 둘을 더해 레이크하우스 기반 완성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docker-compose.yml 을 교체해 컨테이너 넷을 모두 Up 으로 만든다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curl 로 minio · REST 카탈로그가 살아 있는지 하나씩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spark-defaults.conf 에서 demo 카탈로그 설정 줄을 읽는다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spark-sql 에서 SHOW CATALOGS 로 demo 를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이미지가 커서 첫 실행은 몇 분 걸립니다 — 그 사이 설정 파일을 읽어 둡니다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4-1 실습 폴더에서 이어서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4-1 에서 docker compose up -d 로 minio 가 떠 있는 상태에서 시작합니다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compose 교체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rest · spark-iceberg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살아 있나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curl · 버전 · 로그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설정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spark-defaults.conf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spark-sql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SHOW CATALOGS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일부러 실패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rest 멈추고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조회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네 서비스 — 4-1 의 둘에 둘을 더한다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서비스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50825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이미지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64040" y="2781300"/>
            <a:ext cx="25222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6404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포트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역할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86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pgsty/minio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6404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5929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9000 · 9001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024360" y="34480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119610" y="34480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오브젝트 스토리지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86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pgsty/mc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6404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5929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1719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1719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버킷·파일 다루는 CLI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tabulario/iceberg-rest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5929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8181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024360" y="48958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119610" y="48958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REST 카탈로그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spark-iceberg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434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386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tabulario/spark-iceberg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464040" y="56197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59290" y="56197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8888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024360" y="56197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119610" y="56197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 엔진 · scripts/ 마운트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계정은 전부 minioadmin · rest 의 CATALOG_WAREHOUSE=s3://warehouse/ · minio 에 warehouse.minio 별칭(aliases) — Iceberg 공식 Quickstart 구성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실습 1H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핵심 명령 — 띄우고, 별칭 잡고, 버킷 만들기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폴더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78581" y="27813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30981" y="27813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mkdir -p scripts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띄우기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78581" y="34290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30981" y="34290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up -d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78581" y="40767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30981" y="40767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ps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별칭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78581" y="47244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30981" y="47244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exec mc mc alias set local http://minio:9000 minioadmin minioadmin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버킷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78581" y="53721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30981" y="53721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exec mc mc mb -p local/warehouse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 포인트: 네 컨테이너(minio·mc·iceberg-rest·spark-iceberg)가 모두 Up 이고 warehouse 버킷이 만들어진다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컨테이너가 넷 — 문제를 좁히려면 하나씩 확인한다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— curl …/minio/health/live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http_code 가 200 이면 산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REST 카탈로그 — curl localhost:8181/v1/config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defaults · overrides 키가 든 설정 JSON 을 돌려준다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— spark-sql --version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버전이 출력되면 기반 준비 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오류 없는지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logs rest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demo 카탈로그는 이미 연결돼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82829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82829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64040" y="2781300"/>
            <a:ext cx="76809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64040" y="2781300"/>
            <a:ext cx="76809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spark.sql.catalog.demo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64040" y="34480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59290" y="34480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demo 라는 이름의 카탈로그 등록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…demo.type=rest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64040" y="41719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59290" y="41719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카탈로그는 REST 방식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…demo.uri=http://rest:8181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64040" y="48958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59290" y="48958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카탈로그 서비스 주소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…demo.warehouse=s3://warehouse/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64040" y="56197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59290" y="56197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 파일이 놓일 자리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…demo.s3.endpoint=http://minio:9000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64040" y="63436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59290" y="63436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S3 API 주소 (MinIO)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grep -i -E "catalog|s3|iceberg" 로 읽는다 — 컨테이너끼리 서비스 이름(rest · minio)으로 통신하는 1-5 의 규칙 그대로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실습 1H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spark-sql 에 들어가 카탈로그를 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exec spark-iceberg spark-sql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프롬프트가 뜨기까지 30초 안팎 — 여러 번 실행하지 않는다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SHOW CATALOGS;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demo 가 보이면 연결 성공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SHOW DATABASES IN demo;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비어 있다 — 다음 실습에서 채운다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quit; 또는 Ctrl+D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나가기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메모리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에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8GB 이상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실습 1H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카탈로그를 멈추면 Spark 는 무엇을 못 하나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「rest:8181 connection refused」를 직접 겪어 두면 나중에 원인을 바로 좁힐 수 있습니다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rest 멈추기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stop rest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다시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SHOW DATABASES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 demo;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오류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rest:8181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connection refused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 찾기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ps ·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logs rest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되살리기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up -d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다시 조회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ps 에 네 컨테이너가 모두 Up 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 mb 로 만든 warehouse 버킷이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200 · REST 카탈로그 JSON · Spark 버전이 각각 나온다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spark-defaults.conf 에서 demo.uri · s3.endpoint 줄을 찾았다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SHOW CATALOGS 에 demo 가 보인다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4-2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테이블 생성과 타임 트래블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demo 카탈로그에 orders 테이블을 만들고, 스냅샷을 쌓아 과거로 갔다 오고, 컬럼을 더해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CREATE TABLE … USING iceberg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에 생긴 metadata/ · data/ 파일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UPDATE → VERSION AS OF → 롤백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ADD COLUMN 뒤 parquet 개수 비교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spark-sql 프롬프트가 떠 있는 터미널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