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D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2E9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1부 · 1교시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AI와 함께,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내가 원하는 내일로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13:30~14:25 · 강사 이애본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4시간, 네 교시로 이력서부터 자기소개서까지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40208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448050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8770" y="3448050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044043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044043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 첫걸음 · 다섯 칸 · 강점 찾기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키워드 3개 · 목표 한 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03520" y="4640036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8770" y="4640036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채용공고, AI로 읽어 내기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분석표 · 매칭표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03520" y="5236029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8770" y="5236029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5832021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5832021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평범한 경험을 무기로 — 이력서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이력서 초안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303520" y="6428014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98770" y="6428014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자기소개서 · 공고 맞춤 수정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자기소개서 한 문항 완성본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03520" y="7024007"/>
            <a:ext cx="700278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98770" y="7024007"/>
            <a:ext cx="68122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모든 프롬프트는 학습사이트 gyeongsan.jobability.co.kr 「실습 프롬프트」에서 복사합니다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이런 걸 배워요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다섯 단계를 오늘 하루에 걷습니다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앞 단계의 결과가 다음 단계의 재료가 됩니다 — 그래서 순서대로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활용법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채용공고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숨은 뜻 해독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이력서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경험 캐내기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자기소개서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목소리로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맞춤형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공고마다 다르게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지역 구직자의 처지를 약점이 아니라 이야기로 바꿔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계정 하나를 열고 안전수칙 다섯 가지를 지킵니다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AI에게 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인터뷰로 내 강점 키워드 3개와 목표 한 줄을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남는 것: 나의 강점 키워드 3개 · 취업 목표 한 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준비물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네 가지만 있으면 바로 시작합니다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노트북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와이파이 연결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충전기도 함께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계정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Gemini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Claude 무료 계정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프롬프트 복사는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여기에서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저장할 곳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메모장 · 한글 · 워드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바탕화면 폴더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1교시 ① · 직업학 박사가 본 지금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지역 · 나이 · 공백도 설명할 수 있는 이야기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채용 담당자가 궁금한 것은 「이 일을 잘할 사람인가」입니다 — 그 질문에 답할 재료는 이미 내 안에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지금의 채용, 세 가지 장면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회사는 원하는 사람을 공고에 적습니다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공고가 곧 질문지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주요 업무 · 자격 요건 · 우대 사항에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적혀 있습니다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1E2A6E"/>
          </a:solidFill>
          <a:ln w="952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 본 일을 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비슷한 일을 해 봤는지,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그 일을 어떻게 했는지가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서류의 중심입니다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맞춰 쓰면 보입니다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 내 경험을 쓰면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읽는 사람이 바로 알아봅니다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생각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약점처럼 보이던 것을 이렇게 말합니다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이렇게 생각하기 쉽습니다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혼자 품고 있으면 걱정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지방이라 갈 곳이 없다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나이가 많아 안 뽑아 줄 것이다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공백이 있어서 불리하다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이렇게 바꿔 말합니다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말로 꺼내면 이야기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경산에 살아 오래, 제때 다닐 수 있습니다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22년 거래처 · 납기 관리를 옮겨 씁니다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 기간에 한 일 + 그래서 잘할 이유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지역에서 일자리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경산에서 일자리를 찾는 다섯 갈래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고용24에서 지역(경산)과 직종으로 채용공고를 찾습니다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경산시취업지원센터 취업상담 — 오늘 마지막 10분에 안내합니다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경산고용복지+센터에서 구직 등록과 취업지원 제도를 묻습니다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공고의 「인근 거주자 우대」는 지역 구직자의 강점입니다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지원 제도의 내용은 바뀌므로 고용24 공식 사이트에서 확인합니다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AI는 찾은 공고를 읽고 정리하는 데 씁니다 — 공고 찾기는 고용24에서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1교시 ② · 생성형 AI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Gemini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Claude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1~2교시는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학습사이트에서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7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 완성본의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O/X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AI가 대신 할 수 있을까요?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어려운 공고 문장을 쉬운 말로 풀어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내가 무슨 일을 해 봤는지 대신 기억해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이력서 문장을 짧고 깔끔하게 다듬어 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자기소개서 속 경험이 사실이라고 보증해 준다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면접장에서 내 대신 내 말로 답해 준다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옆 사람과 O · X 를 먼저 맞춰 봅니다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O/X 퀴즈 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AI가 대신 못 하는 것은 「나」입니다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124206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어려운 공고 문장을 쉬운 말로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124206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1051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가장 잘하는 일입니다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내 경험을 대신 기억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124206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1051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내가 말한 것만 압니다 — 그래서 인터뷰를 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이력서 문장 다듬기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124206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1051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단, 기간 · 숫자 · 자격은 그대로인지 확인합니다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경험이 사실이라고 보증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124206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1051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제출한 서류의 책임은 지원자에게 있습니다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면접장에서 대신 답하기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6343650"/>
            <a:ext cx="124206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9090" y="6343650"/>
            <a:ext cx="1051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내가 설명할 수 있는 문장만 씁니다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AI는 정리와 표현을 돕고, 경험과 사실과 목소리는 내가 맡습니다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1교시 ③ · 잘 부탁하는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다섯 칸을 채우면 AI가 되묻지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새로 온 인턴에게 일을 맡길 때처럼 — 누구로, 무엇을 보고, 무엇을, 어떤 모양으로, 무엇을 지키며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다섯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「취업 좀 도와줘」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취업 좀 도와줘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「자격증을 따세요」 같은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상황과 상관없는 조언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상황에 맞는 첫걸음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15년 차 취업 상담 담당자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[자료] 해 본 일 · 걱정되는 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적지 않은 경력은 지어내지 않기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실습 프롬프트 1-1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AI에게 내 상황 알리고 첫 상담 받기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핵심 — 상담 담당자로 세우고, 첫걸음 세 가지를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15년 차 취업 상담 담당자 [자료] 나이대 · 사는 곳 · 학력 · 해 본 일 · 관심 있는 일 · 걱정되는 점 [과업] ① 내 경험의 강점 3가지 ② 맞을 만한 직무 3가지와 이유 ③ 이번 주 첫걸음 3가지 [형식] 번호 · 항목마다 2문장 이내 [조건] 적지 않은 경력은 지어내지 않기, 확실하지 않으면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이름 · 전화번호 없이도 충분합니다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실습 프롬프트 1-2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찾기 인터뷰 — AI가 묻고 내가 답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핵심 — 한 번에 하나씩 묻게 해서 장면을 떠올린다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[역할] 직업 상담 담당자 [자료] 나이대 · 관심 직무(또는 「아직 모름」) [과업] ① 질문은 한 번에 하나씩, 모두 5개 ② 「칭찬받았던 일」 「오래 해도 지치지 않던 일」 같은 장면 질문 ③ 끝나면 강점 키워드 3개와 목표 한 줄 [조건] 하지 않은 말을 강점으로 만들지 않기, 키워드마다 근거 문장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한 질문에 한 답 — 짧아도 솔직하게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강점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나의 강점 키워드 3개 · 목표 한 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키워드 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근거 문장(내가 실제로 한 말)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5242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52425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3855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키워드 ②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근거 문장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52425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7200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7200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8630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키워드 ③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근거 문장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7200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6197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619750"/>
            <a:ext cx="57150" cy="914400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734050"/>
            <a:ext cx="34671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취업 목표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직무 + 어디서 + 어떻게, 40자 이내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619750"/>
            <a:ext cx="12001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7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경산 제조 현장에서 꼼꼼함으로 불량을 줄이는 품질관리 사원 — 연습용 가상 인물 박하늘(가명)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3가지가 내가 적은 경험에서 나왔다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적지 않은 경력 · 자격이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「확인 필요」 지역 정보는 고용24에서 직접 확인한다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키워드 3개마다 내 답의 근거 문장이 붙어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2A6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목표 한 줄에 직무 · 어디서 · 어떻게가 들어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산출물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2교시로 가져갈 것을 챙깁니다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대화창은 닫지 않습니다 — 2교시에 같은 대화창에서 이어 씁니다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키워드 3개와 목표 한 줄을 메모장 · 한글 · 워드에 붙여 넣습니다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파일 이름 예: 강점키워드_목표_20261106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붙여 넣은 글에 이름 · 연락처가 섞이지 않았는지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F"/>
          </a:solidFill>
          <a:ln w="9525">
            <a:solidFill>
              <a:srgbClr val="C9D7F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본인 이야기가 망설여지면 연습용 가상 인물(박하늘 · 최정우)로 해도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EE3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6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2A6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1교시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55분, AI와 첫 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말 잘하는 인턴 — 다섯 칸으로 부탁하고, 결과는 내가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지역 · 나이 · 공백은 설명할 수 있는 이야기입니다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이름 · 주민번호 · 연락처 · 주소 · 사진은 빼고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다섯 칸: [역할] [자료] [과업] [형식] [조건]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6F8FD"/>
          </a:solidFill>
          <a:ln w="9525">
            <a:solidFill>
              <a:srgbClr val="DEE3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강점 키워드 3개와 목표 한 줄을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457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457D6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2A6E"/>
                </a:solidFill>
                <a:latin typeface="Pretendard"/>
                <a:ea typeface="Pretendard"/>
                <a:cs typeface="Pretendard"/>
              </a:rPr>
              <a:t>2교시 · 채용공고, AI로 읽어 내기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