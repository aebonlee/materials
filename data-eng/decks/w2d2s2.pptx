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CTE, Window Function 분석 쿼리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실습 —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절로 쿼리 구조화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서브쿼리로 먼저 써 보고, 같은 것을 CTE 로 바꾼다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분석용 monthly_sales 테이블(9행)을 만들고 UNIQUE 제약을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 중첩으로 쓴 쿼리를 CTE 로 바꿔 같은 결과를 얻는다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다중 CTE 를 쉼표로 이어 앞 CTE 를 뒤에서 참조한다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를 하나씩 늘려 가며 중간 결과를 눈으로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을 켜고 port: 3306 줄을 본 뒤 -e LANG=C.UTF-8 로 접속 — 실습점검 메뉴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진행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불편함을 먼저 느끼고 CTE 로 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단계의 「확인 포인트」 값이 나와야 다음 단계로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테이블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monthly_sales 9행 + 중복 실패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서브쿼리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이상인 달 — 집계를 두 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CTE 로 바꾸기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결과, 집계는 한 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다중 CTE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비중(%) 계산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스스로 쌓기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월평균이 전체보다 높은 카테고리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 — 3 카테고리 × 3개월 = 9행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3002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3860" y="2781300"/>
            <a:ext cx="3002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386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2781300"/>
            <a:ext cx="3002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04620" y="2781300"/>
            <a:ext cx="3040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04620" y="2781300"/>
            <a:ext cx="3040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873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386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11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04620" y="3448050"/>
            <a:ext cx="3040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99870" y="3448050"/>
            <a:ext cx="2849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386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11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949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04620" y="4171950"/>
            <a:ext cx="3040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99870" y="4171950"/>
            <a:ext cx="2849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386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11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6424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949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04620" y="4895850"/>
            <a:ext cx="3040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99870" y="4895850"/>
            <a:ext cx="2849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월 합계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56197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8730" y="56197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3860" y="56197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9110" y="56197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56197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56197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04620" y="5619750"/>
            <a:ext cx="3040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199870" y="5619750"/>
            <a:ext cx="2849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UNIQUE KEY uq_cat_ym (category, ym) — COUNT(*) 9. 전체 조회는 ORDER BY category 라 식품 → 잡화 → 전자 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(카테고리, 월) 을 한 번 더 넣어 본다 — 실패해야 정상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('전자', '2026-01', 9999)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있는 조합을 다시 넣는다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1062 Duplicate entry '전자-2026-01'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key 'monthly_sales.uq_cat_ym' — UNIQUE KEY 가 막았다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DB 제약인가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클라이언트에서 중복을 검사하는 대신 DB 제약으로 막는 것이 원칙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 뒤에도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 = 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→ 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월 합계가 전체 월 평균 이상인 달 — 두 가지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2단계 ·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(SELECT … GROUP BY ym) t WHERE total &gt;= (SELECT AVG …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GROUP BY 쿼리를 두 번 적는다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안쪽부터 거꾸로 읽는다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결과: 2026-02 · 2026-03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· 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monthly_total AS (…) SELECT … FROM monthly_total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집계를 한 번만 적는다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위에서 아래로 읽힌다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같음: 2026-02 · 2026-03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2월·3월인가 — 숫자로 확인하고, CTE 만 따로 실행해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월 합계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1월 2400 · 2월 2800 · 3월 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평균 약 2733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이상은 2026-02 와 2026-03 두 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* FROM monthly_total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만 따로 실행해 중간 결과를 눈으로 확인할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디버깅 요령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를 하나씩 늘려 가며 SELECT * FROM 마지막CTE — 어느 단계에서 틀어졌는지 바로 보인다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다중 CTE 체이닝 — 카테고리 합계 위에 비중(%) 을 얹는다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cat_total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SUM(amount)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SUM(total)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cat_total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c.total * 100.0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 g.grand_total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포인트: 전자 3800 · 46.3, 식품 2400 · 29.3, 잡화 2000 · 24.4 — pct 합 100.0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CROSS JOIN 은 「모든 조합」 조인 — grand 가 한 행뿐이라 각 카테고리 행에 전체 합계 하나를 붙이는 용도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스스로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카테고리별 월평균이 전체 월평균보다 높은 카테고리만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cat_avg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별 AVG(amount)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 1266.7 · 식품 800 · 잡화 666.7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overall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월평균의 평균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바깥 SELECT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CROSS JOIN overall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WHERE avg_amount &gt; overall_avg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전자 한 행만 나온다 — 먼저 직접 써 본 다음 정답 예시와 대조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값이 나왔으면 통과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 = 9, 중복 INSERT 는 Duplicate entry 오류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서브쿼리·CTE 모두 2026-02 · 2026-03 두 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만 따로 실행하면 월 합계 2400 · 2800 · 3000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비중: 전자 46.3 · 식품 29.3 · 잡화 24.4, 합 100.0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월평균 비교: 전자 한 행만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Window Function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접지 않는 집계를 직접 돌려 보고, 실무에서 가장 자주 쓰는 상위 N개 패턴까지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3행 vs Window 9행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유무 — 전체합 vs 누적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ROW_NUMBER·RANK·DENSE_RANK 와 LAG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rn = 1 실패 → CTE 로 해결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 9행 그대로 (지우지 않기)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