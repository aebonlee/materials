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Kafka Connect와 MinIO 적재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01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 Sink 구조와 flush.size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162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없는 컨슈머 — 언제 파일을 쓰고 어디에 두는가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소스 커넥터와 싱크 커넥터의 방향 차이를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가 S3 API 호환이라 store.url 만 바꾸면 되는 이유를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flush.size 만큼 모여야 파일이 생기는 것을 설명한다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경로 규칙과 raw 층의 뜻을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2.5H 실습에서 INSERT 5건을 넣어 파일이 생기는 순간을 눈으로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소스와 싱크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완성할 흐름 — 꺼내는 쪽과 내려놓는 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DB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binlog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Debezium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소스 커넥터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벨트에 올린다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Kafka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shop.shop.orders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S3 Sink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싱크 커넥터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상자에 담는다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cdc-raw 버킷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보관 선반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는 DB 에서 Kafka 로 「꺼내는」 소스, 오늘은 Kafka 에서 스토리지로 「내려놓는」 싱크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컨베이어 벨트 — 소스는 창고에서 벨트에 올리는 사람, 싱크는 벨트 끝에서 상자에 담아 선반에 두는 사람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소스와 싱크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소스 커넥터와 싱크 커넥터 — 네 가지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소스 커넥터 (6-4)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싱크 커넥터 (오늘)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방향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밖 → Kafka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→ 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Debezium MySQL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Sink · JDBC Sink 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설정에서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database.* 로 원천 지정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topics 로 구독 토픽 지정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오프셋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원천의 위치(binlog)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컨슈머 그룹 오프셋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싱크 커넥터는 사실 컨슈머 — 6-3 에서 직접 만든 Consumer 와 하는 일이 같고, 코드 대신 JSON 설정으로 부린다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는 S3 와 같은 말을 쓴다 — store.url 만 바꾼다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 가 표준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 에서 배운 것 — S3 와 같은 말(API)을 쓰는 스토리지가 많다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는 S3 호환 오브젝트 스토리지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 Docker 로 S3 실습 환경을 대신한다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store.url 이 갈림길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비워 두면 AWS S3, MinIO 주소를 넣으면 MinIO 로 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설정 한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store.url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MinIO 주소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flush.size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flush.size = 5 — 다섯 건이 모여야 파일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1건 도착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버퍼에 쌓음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없음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2건 도착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버퍼에 쌓음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없음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3·4건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여전히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쌓기만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5건 도착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하나로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쓴다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5건이 모이기 전까지는 아무 일도 안 일어난 것처럼 보인다 — 운영에서는 rotate.interval.ms(시간 기준)를 함께 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이것을 모르면 「커넥터는 RUNNING 인데 파일이 안 생긴다」로 한참 헤맨다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flush.size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작으면 · 너무 크면 — 실습과 운영이 다른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작으면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파일이 쏟아진다 — 5주차에서 본 그 문제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파일은 금방 생겨 보기엔 좋다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파일이 쌓이면 나중에 읽기가 느리다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실습에서는 5 — 결과를 빨리 보려고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너무 크면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늦게 생겨 지연이 커진다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운영에서는 수천~수만 건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 기준(rotate.interval.ms)을 병행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후 주기적 컴팩션(rewrite_data_files)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적재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경로는 파티셔너가 정한다 — 기본과 날짜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파티셔너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12001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1200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DefaultPartitioner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0" y="34480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34480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topics/&lt;토픽명&gt;/partition=&lt;N&gt;/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&lt;토픽명&gt;+&lt;N&gt;+&lt;시작오프셋&gt;.json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41719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8750" y="41719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topics/shop.shop.orders/partition=0/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shop.shop.orders+0+0000000000.json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TimeBased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Partitioner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8958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8958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topics/&lt;토픽명&gt;/year=2026/month=09/day=06/…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날짜가 경로에 들어간다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4-1 의 「슬래시는 폴더가 아니라 이름의 일부」— 날짜로 나눠 두면 Spark·Trino 가 필요한 날짜만 읽는다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raw 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것은 raw 층 — 변환 없이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Debezium 이벤트를 그대로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변환 없이 내려쓰는 raw 층 — 파일 안에 schema·payload 구조가 통째로 들어간다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원본을 보존하는 이유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나중에 파싱할 수 있게 받은 그대로 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랜딩 존과 같은 발상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「랜딩 존은 받은 그대로」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단계는 Spark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파일들을 읽어 정제하고 Iceberg 테이블로 적재 — 8주차에서 이어진다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싱크 커넥터는 코드 없는 컨슈머다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store.url 만 바꾸면 같은 커넥터가 AWS S3 와 MinIO 양쪽에 쓰인다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flush.size 만큼 모여야 파일이 생긴다 — 안 생긴다고 고장이 아니다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작게 잡으면 작은 파일이 쏟아지고, 크게 잡으면 지연이 커진다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경로는 파티셔너가 정하고, 날짜로 나누면 읽기가 빨라진다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 층은 변환하지 않고 원본을 보존한다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S3 Sink 적재 실습 (2.5H)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를 띄우고 싱크 커넥터를 등록해, DB 변경이 파일로 떨어지는 전 과정을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플러그인 마운트와 --force-recreate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cdc-raw 버킷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sink-minio.json 등록 → 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INSERT 5건 → MinIO 파일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스택 실행 중 · S3 Sink 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