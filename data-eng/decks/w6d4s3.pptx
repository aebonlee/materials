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6-4 · CDC(Debezium) 실시간 캡처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 API 를 한 장으로, 6-5 적재 준비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 REST API 여덟 명령을 한 장으로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체크리스트를 스스로 점검한다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6-5 를 위해 커넥터·토픽이 살아 있는지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compose 스택은 내리지 않습니다 — 6-5 가 그 위에서 이어집니다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 REST API 여덟 명령 — 한 장으로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5626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3700" y="2781300"/>
            <a:ext cx="10401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3700" y="2781300"/>
            <a:ext cx="10401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5626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372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플러그인 목록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3700" y="3448050"/>
            <a:ext cx="104013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8950" y="3448050"/>
            <a:ext cx="10210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 /connector-plugins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55626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5372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 등록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43700" y="3969544"/>
            <a:ext cx="104013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8950" y="3969544"/>
            <a:ext cx="10210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 /connectors + JSON 본문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55626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5372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 목록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43700" y="4491038"/>
            <a:ext cx="104013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8950" y="4491038"/>
            <a:ext cx="10210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 /connectors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55626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5372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상태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43700" y="5012531"/>
            <a:ext cx="104013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8950" y="5012531"/>
            <a:ext cx="10210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 /connectors/이름/status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55626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5372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보기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43700" y="5534025"/>
            <a:ext cx="104013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8950" y="5534025"/>
            <a:ext cx="10210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 /connectors/이름/config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55626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5372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수정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43700" y="6055519"/>
            <a:ext cx="104013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8950" y="6055519"/>
            <a:ext cx="10210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PUT /connectors/이름/config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55626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5372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재시작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43700" y="6577012"/>
            <a:ext cx="104013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8950" y="6577012"/>
            <a:ext cx="10210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 /connectors/이름/restart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55626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5372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삭제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43700" y="7098506"/>
            <a:ext cx="104013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8950" y="7098506"/>
            <a:ext cx="10210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 /connectors/이름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커넥터 이름은 mysql-cdc — 삭제 뒤 재등록이 오류 복구의 기본 절차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줄로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폴링 대비 CDC 의 장점 2가지 · DELETE 를 못 잡는 이유를 설명했다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log_bin=ON, binlog_format=ROW 를 직접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스냅숏과 스트리밍의 순서를 설명할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커넥터를 REST API 로 등록하고 RUNNING 을 확인했다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이름 규칙(topic.prefix.DB.테이블)을 설명했다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op=r 스냅숏과 c/u/d 의 before/after 를 대조했다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파이썬으로 읽고, 평범한 SQL 만으로 이벤트가 흘러나옴을 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 는 최소 한 번 전달 — 받는 쪽이 멱등해야 한다는 것을 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status FAILED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접속·권한 오류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hostname 이 localhost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REPLICATION 권한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trace 첫 줄 → 바로잡고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 뒤 재등록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RUNNING 인데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이벤트가 안 온다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binlog 꺼짐 · ROW 아님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include.list 밖의 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VARIABLES 확인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my.cnf ROW 로 재기동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 가 죽거나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브로커를 못 찾음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BOOTSTRAP_SERVERS 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localhost:9092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compose·JSON 모두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kafka:29092 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3306 충돌로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 이 안 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2주차 de-mysql 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살아 있음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stop de-mysql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3307:3306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컨테이너 안에서 localhost 는 자기 자신 — 호스트명은 mysql · 브로커는 kafka:29092(6-2 리스너 2계층)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테이블이 100개면 토픽도 100개인가요?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기본은 그렇다 — 라우팅 설정으로 합칠 수도 있지만 테이블별이 스키마 관리에 유리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스냅숏이 오래 걸리면?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테이블이면 몇 시간 — snapshot.mode 로 건너뛰거나 증분 스냅숏을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 DB 에 부담이 없나요?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폴링보다 훨씬 적다 — binlog 를 읽는 I/O 와 스냅숏 중 전체 조회 부담은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PostgreSQL 도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된다 — WAL 을 읽는 커넥터가 있고 개념은 같다 · MongoDB·Oracle 용도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6-5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6-5 를 위한 준비 — 스택은 내리지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· mysql · connect 세 서비스가 떠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-s localhost:8083/connectors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목록에 mysql-cdc 가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kafka-get-offsets.sh --topic shop.shop.orders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이벤트가 쌓여 있으면 준비 완료 — 6-5 는 이 토픽을 MinIO 로 흘려보낸다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심화(선택)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transforms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unwrap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6-5 · Kafka Connect 와 MinIO 적재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Sink 구조 · S3 API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· flush.size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2.5H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Sink 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적재·검증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주차 산출물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커넥터 JSON·토픽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사전 준비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S3 Sink zip 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week6/plugins/ 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6-4 스택(kafka·mysql·connect)이 떠 있고 mysql-cdc 가 RUNNING 이어야 합니다 — 플러그인은 강의장 네트워크가 느릴 수 있으니 수업 전에 받아 두세요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6-4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6-5 MinIO 적재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Sink 커넥터로 CDC 토픽을 MinIO 에 실시간 적재해 MySQL → Debezium → Kafka → MinIO 를 완성합니다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소스 vs 싱크 커넥터 역할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버킷 만들기(S3 API 호환)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store.url 로 MinIO 를 가리키는 Sink 설정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 변경 → MinIO 파일 엔드투엔드 검증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스택 유지 · S3 Sink 플러그인 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