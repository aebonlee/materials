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2-3 · MongoDB 구축 및 비정형 로그 적재 · 정리·회고 0.5H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정리·회고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SQL 과 나란히 놓고 오늘을 정리한다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mongosh 명령을 SQL 문과 짝지어 말할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컨테이너·볼륨 상태를 확인하고 정리한다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네 가지의 원인과 해결을 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2-4 ERD 설계 준비를 확인한다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「이 데이터는 MySQL 과 MongoDB 중 어디에?」에 근거를 들어 답할 수 있으면 오늘 목표 달성입니다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대응표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mongosh ↔ SQL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하려는 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2781300"/>
            <a:ext cx="66827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MongoDB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MySQL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84226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6517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넣기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23360" y="3448050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8610" y="3448050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db.c.insertMany([ … ])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INSERT INTO t VALUES 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3969544"/>
            <a:ext cx="284226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3969544"/>
            <a:ext cx="26517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조건 조회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23360" y="3969544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8610" y="3969544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find({ level: 'ERROR' })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3969544"/>
            <a:ext cx="64008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3969544"/>
            <a:ext cx="62103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level = 'ERROR'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491038"/>
            <a:ext cx="284226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491038"/>
            <a:ext cx="26517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비교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23360" y="4491038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8610" y="4491038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{ status: { $gte: 400 } }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491038"/>
            <a:ext cx="64008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491038"/>
            <a:ext cx="62103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status &gt;= 400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012531"/>
            <a:ext cx="284226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012531"/>
            <a:ext cx="26517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정렬·제한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23360" y="5012531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8610" y="5012531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.sort({ ts: -1 }).limit(5)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5012531"/>
            <a:ext cx="64008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5012531"/>
            <a:ext cx="62103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 BY ts DESC LIMIT 5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534025"/>
            <a:ext cx="284226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534025"/>
            <a:ext cx="26517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고치기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23360" y="5534025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8610" y="5534025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updateOne({ … }, { $set: { … } })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744200" y="5534025"/>
            <a:ext cx="64008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839450" y="5534025"/>
            <a:ext cx="62103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UPDATE t SET … WHERE …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055519"/>
            <a:ext cx="284226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055519"/>
            <a:ext cx="26517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지우기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023360" y="6055519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8610" y="6055519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deleteOne({ … })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744200" y="6055519"/>
            <a:ext cx="64008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839450" y="6055519"/>
            <a:ext cx="62103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DELETE FROM t WHERE …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6577012"/>
            <a:ext cx="284226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6577012"/>
            <a:ext cx="26517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집계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023360" y="6577012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118610" y="6577012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$match → $group → $sort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744200" y="6577012"/>
            <a:ext cx="64008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839450" y="6577012"/>
            <a:ext cx="62103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→ GROUP BY → ORDER BY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7098506"/>
            <a:ext cx="284226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7098506"/>
            <a:ext cx="26517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인덱스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023360" y="7098506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118610" y="7098506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createIndex({ a:1, b:-1 })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0744200" y="7098506"/>
            <a:ext cx="64008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839450" y="7098506"/>
            <a:ext cx="62103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CREATE INDEX … (a, b DESC)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세기는 countDocuments() ↔ SELECT COUNT(*) · 필드 고르기는 find({}, { _id:0, level:1 }) ↔ SELECT level FROM t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정리·회고 0.5H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2. 컨테이너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쓴 두 컨테이너와 두 볼륨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ps -a | grep -E "de-mysql|de-mongo"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쓴 두 컨테이너 상태 — de-mysql · de-mongo 가 보이면 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stop de-mongo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2-4 는 MySQL 만 쓴다 — Mongo 는 정지해 메모리를 아껴도 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volume ls | grep de-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데이터는 볼륨에 남는다 — de-mysql-data · de-mongo-data 두 볼륨 확인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정지해도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데이터는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볼륨에 남는다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3. 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오늘의 체크리스트 — 하나씩 짚어 보세요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57500"/>
            <a:ext cx="16002000" cy="902970"/>
          </a:xfrm>
          <a:prstGeom prst="roundRect">
            <a:avLst>
              <a:gd name="adj" fmla="val 527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857500"/>
            <a:ext cx="47625" cy="90297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09943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16611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2952750"/>
            <a:ext cx="14763750" cy="7124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낱말 대응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문서·컬렉션·_id 를 행·테이블·기본키와 대응해 설명할 수 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3893820"/>
            <a:ext cx="16002000" cy="902970"/>
          </a:xfrm>
          <a:prstGeom prst="roundRect">
            <a:avLst>
              <a:gd name="adj" fmla="val 527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3893820"/>
            <a:ext cx="47625" cy="90297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13575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20243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3989070"/>
            <a:ext cx="14763750" cy="7124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다른 모양을 한 컬렉션에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필드 구성이 다른 문서를 넣고, 중첩 필드를 점 표기법(error.code)으로 조회했다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4930140"/>
            <a:ext cx="16002000" cy="902970"/>
          </a:xfrm>
          <a:prstGeom prst="roundRect">
            <a:avLst>
              <a:gd name="adj" fmla="val 527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4930140"/>
            <a:ext cx="47625" cy="90297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1720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238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025390"/>
            <a:ext cx="14763750" cy="7124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일부러 틀리기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필드 이름을 틀리게 넣어 DB 가 막지 않는 것을 확인했다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5966460"/>
            <a:ext cx="16002000" cy="902970"/>
          </a:xfrm>
          <a:prstGeom prst="roundRect">
            <a:avLst>
              <a:gd name="adj" fmla="val 527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5966460"/>
            <a:ext cx="47625" cy="90297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20839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27507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061710"/>
            <a:ext cx="14763750" cy="7124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적재와 집계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pymongo insert_many 로 1,000건을 넣고 $match·$group·$sort 를 SQL 절과 대응지었다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7002780"/>
            <a:ext cx="16002000" cy="902970"/>
          </a:xfrm>
          <a:prstGeom prst="roundRect">
            <a:avLst>
              <a:gd name="adj" fmla="val 527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" y="7002780"/>
            <a:ext cx="47625" cy="90297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428750" y="724471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28750" y="731139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7098030"/>
            <a:ext cx="14763750" cy="7124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인덱스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생성 전후의 totalDocsExamined 차이를 직접 재서 확인했다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정리·회고 0.5H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4. 자주 겪는 오류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증상 → 원인 → 해결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54025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ServerSelectionTimeoutError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889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컨테이너 꺼짐 · -p 27017 누락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704320" y="34480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99570" y="34480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ps 확인 후 재기동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E11000 duplicate key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_id 를 다시 넣음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704320" y="41719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99570" y="41719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_id 는 자동 생성 · deleteMany 후 재적재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find 결과가 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889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필드 이름 오타 · 대소문자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704320" y="48958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799570" y="48958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findOne() 으로 실제 이름 확인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update 뒤 필드가 사라짐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56197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8890" y="56197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$set 없이 통째로 넘김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704320" y="56197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799570" y="56197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{ $set: { … } } 로 감싼다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빈 결과가 나오면 오류가 아니라 필드 이름을 먼저 의심한다 — 스키마가 없어 DB 가 오타를 잡아 주지 않는다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정리·회고 0.5H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5. 예상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나오는 질문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NoSQL 이 더 빠른가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단순 조회·대량 쓰기는 유리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여러 테이블 분석은 RDB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트랜잭션이 되나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4.0 부터 여러 문서 지원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돈 처리는 여전히 RDB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스키마 검증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createCollection 의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validator(JSON Schema)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디스크가 꽉 차면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TTL 인덱스로 자동 삭제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로그 컬렉션 표준 관리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「빠르다/느리다」보다 「무엇에 맞는가」로 본다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6. 심화 과제 (선택)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더 해 보고 싶다면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시계열 집계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$project + $dateToString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 단위 요청 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MySQL 로도 설계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1,000건을 표로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error 중첩 필드 비교 메모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TTL 인덱스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expireAfterSeconds: 3600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오래된 로그 자동 삭제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validator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level 없는 문서는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거부되게 만들기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참고: MongoDB 매뉴얼 · mongosh · Aggregation · PyMongo 공식 문서 (학습 노트 링크)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7. 다음 회차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2-4 · ERD 설계 및 정규화/반정규화 전략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이론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 모델링과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정규화 이론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ERD 설계 —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쇼핑몰 도메인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 1.5H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정규화·반정규화 적용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DDL 변환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 0.5H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ERD 설계서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초안 점검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사전 준비: docker start de-mysql · MySQL Workbench (없으면 종이에 그려 사진으로)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2-3 · 정리·회고 0.5H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마무리 — 다음은 2-4 ERD 설계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표를 어떻게 나눌지 스스로 정하는 날 — 데이터 엔지니어링에서 가장 되돌리기 비싼 결정입니다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엔터티·속성·관계·PK·FK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삽입·갱신·삭제 이상 현상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1NF·2NF·3NF 로 분해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FK 제약이 있는 DDL 로 변환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start de-mysql 준비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