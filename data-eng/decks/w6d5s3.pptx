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Kafka Connect와 MinIO 적재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 회고 · 산출물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6주차를 되짚고, 7주차 RAG 로 넘어가는 다리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6주차 다섯 차시에서 남은 결과물을 한 장으로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이번 주에 또 나온 원칙 네 가지를 이전 주차와 잇는다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다섯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컨테이너를 stop 으로 정돈하고 7주차 준비를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주를 관통한 생각 — 보내는 쪽과 받는 쪽을 떼어 놓는다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6주차에 지나온 길 — 다섯 차시와 남은 결과물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76428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배치·스트리밍 · 토픽·파티션·오프셋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 감각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리스너 2계층 · 컨슈머 그룹·LAG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Producer/Consumer 코드 · 커밋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producer.py · consumer.py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 와 Debezium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register-mysql.json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3436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3436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Sink 커넥터로 적재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sink-minio.json · cdc-raw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Kafka 가 사이에 들어가면 양쪽이 서로를 몰라도 되고, 받는 쪽이 늘거나 죽어도 보내는 쪽은 그대로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이번 주에 또 나온 원칙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956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956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956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안과 밖은 주소가 다르다 — 1-5·4-1·5-3 에 이어 6-2 리스너 설정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88620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8862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8862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8862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중복은 막는 것이 아니라 견딘다 — 2-5 UNIQUE · 4-3 MERGE · 6-3 멱등한 수신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87680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8768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파티션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8768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8768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파티션은 병렬의 단위다 — 5주차 Spark 와 6주차 Kafka 가 같은 낱말을 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6740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8674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파일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8674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8674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파일이 쌓이면 나중에 느려진다 — 5-5 coalesce · 6-5 flush.size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원칙이 주차를 바꿔 가며 다른 도구의 이름으로 되돌아온다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7주차로 이어지는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의 raw 파일이 다음 주의 출발점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에 쌓은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 파일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7주차 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저장소와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자리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8주차 Airflow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파이프라인을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스케줄로 묶는다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— 흘러온 데이터를 LLM 이 쓸 수 있게 만드는 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실시간 CDC → 레이크하우스 적재는 8-3 흐름 자동화에서 다시 만난다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소스/싱크 커넥터의 방향 차이를 설명했다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싱크 커넥터가 사실상 코드 없는 컨슈머라는 것을 이해했다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store.url 이 왜 MinIO 를 가리키는지(S3 API 호환) 설명했다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connector-plugins 응답에서 S3SinkConnector 를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cdc-raw 버킷을 만들고 커넥터를 RUNNING 으로 띄웠다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INSERT → MinIO JSON 파일 생성을 엔드투엔드로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파일이 안 생길 때 확인할 다섯 단계를 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 산출물(Debezium·Sink JSON + compose + 토픽 구성)을 정리했다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Failed to find any class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 S3SinkConnector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플러그인이 경로에 없음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재생성 안 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마운트 경로 확인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--force-recreate connect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Sink FAILED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trace 에 버킷 오류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cdc-raw 없음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store.url 이 localhost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 확인 · store.url 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FAILED · Null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valued records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6-4 DELETE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툼스톤(값 없음)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behavior.on.null.values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ignore → 다시 등록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RUNNING 인데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파일이 하나도 없다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flush.size 미달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topics 오타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더 · config 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topics 를 목록과 대조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9000 충돌 · 이름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"/minio" 이미 사용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4·5주차 MinIO 살아 있음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4주차 minio 이름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63436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63436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그쪽 stop · 이름은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cdc-minio 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포트를 9010 으로 바꿔도 store.url 은 그대로 http://minio:9000 — 커넥터는 컨테이너 이름으로 붙는다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Sink 대신 파이썬 Consumer 를 써도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됩니다 — 다만 재시도·오프셋 관리·병렬화를 직접 짜야 해서 표준 적재는 커넥터가 안정적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JSON 말고 Parquet 으로 못 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format.class 를 ParquetFormat 으로 — 스키마가 필요해서 설정이 조금 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실시간인데 왜 파일로 쌓나요?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보존과 재처리 — 실시간 소비는 Kafka 에서, 파일은 나중에 배치로 정제(람다 아키텍처)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커넥터가 죽으면 데이터를 잃나요?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오프셋이 남아 다시 뜨면 이어서 읽는다 — 다만 flush 전 버퍼는 다시 읽어 중복될 수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컨테이너 정돈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만 — down 은 -v 없이도 토픽을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~/data-eng/week6 → docker compose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7주차는 메모리를 많이 쓴다 — 이번 주 것은 내려 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넷이 Exited — stop · start 뒤에는 그대로(실측)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~/data-eng/week7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주 폴더를 미리 만들어 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down 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토픽·커넥터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삭제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7주차에 메모리가 부족하면 4·5·6주차 컨테이너를 모두 stop 해 두면 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7-1 · LangChain 챗봇 기초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API 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LangChain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ChatModel 호출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프롬프트 템플릿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 이력을 가진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 실습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부품 정리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7-2 문서 처리 준비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LLM API 키(OpenAI 또는 Anthropic) 1개, 또는 로컬 Ollama + 모델 1개(ollama pull llama3.1) · Python 3.10 이상과 가상환경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7-1 LangChain 챗봇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을 호출하고 대화 이력을 가진 콘솔 챗봇을 만듭니다 — 아직 우리 데이터는 쓰지 않습니다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API 호출 구조와 LangChain 의 역할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ChatPromptTemplate 로 메시지 템플릿화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 | llm | parser LCEL 체인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멀티턴 콘솔 챗봇 완성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키 또는 Ollama · Python 3.10+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