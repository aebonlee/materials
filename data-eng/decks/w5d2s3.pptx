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5-2 · Docker Compose로 Spark 마스터-워커 구축 · 실습 1H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2083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900" b="1" spc="-25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spark-submit으로</a:t>
            </a:r>
          </a:p>
          <a:p>
            <a:pPr algn="l">
              <a:lnSpc>
                <a:spcPct val="105000"/>
              </a:lnSpc>
            </a:pPr>
            <a:r>
              <a:rPr sz="6900" b="1" spc="-25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클러스터에 잡 제출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619810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local[*] 이 spark://… 로 바뀌는 순간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1시간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마스터 컨테이너의 spark-submit 으로 pi.py 예제 제출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first_job.py 를 만들어 넣고 master 가 spark:// 인지 확인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--total-executor-cores 2 로 제한해 UI 의 Cores 4 · 2 비교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8g 를 요구해 WAITING 을 만들고, 두 잡을 동시에 돌리기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실행 중 마스터 UI 의 애플리케이션 이름을 누르면 5-1 의 Jobs·Stages 화면이 열립니다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5-2 · 실습 1H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실습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다섯 단계 — 예제 · 내 스크립트 · 자원 · 실패 · 동시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모든 제출은 마스터 컨테이너 안의 spark-submit 으로 — 6단계는 미니 과제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1. pi.py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예제 제출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Pi is roughly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2. first_job.py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히어독 · cp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결과 세 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3. 자원 제한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cores 2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Cores 4 vs 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4. 과한 요구(실패)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memory 8g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WAITING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5. 동시 제출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exec -d 로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두 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5-2 · 실습 1H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핵심 명령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spark-submit 에 붙이는 것들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1778508" cy="528638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1778508" cy="528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마스터 주소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1508" y="2781300"/>
            <a:ext cx="14223492" cy="528638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73908" y="2781300"/>
            <a:ext cx="13918692" cy="528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--master spark://spark-master:7077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386138"/>
            <a:ext cx="1778508" cy="528638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386138"/>
            <a:ext cx="1778508" cy="528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예제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1508" y="3386138"/>
            <a:ext cx="14223492" cy="528638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73908" y="3386138"/>
            <a:ext cx="13918692" cy="528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/opt/spark/examples/src/main/python/pi.py 10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3990975"/>
            <a:ext cx="1778508" cy="528638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3990975"/>
            <a:ext cx="1778508" cy="528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스크립트 만들기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21508" y="3990975"/>
            <a:ext cx="14223492" cy="528638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73908" y="3990975"/>
            <a:ext cx="13918692" cy="528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cat &gt; first_job.py &lt;&lt; 'EOF' … EOF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4595812"/>
            <a:ext cx="1778508" cy="528638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4595812"/>
            <a:ext cx="1778508" cy="528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파일 넣기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21508" y="4595812"/>
            <a:ext cx="14223492" cy="528638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73908" y="4595812"/>
            <a:ext cx="13918692" cy="528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compose cp first_job.py spark-master:/tmp/first_job.py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5200650"/>
            <a:ext cx="1778508" cy="528638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5200650"/>
            <a:ext cx="1778508" cy="528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결과 세 줄만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21508" y="5200650"/>
            <a:ext cx="14223492" cy="528638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73908" y="5200650"/>
            <a:ext cx="13918692" cy="528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2&gt;&amp;1 | grep -E "^(count|master|executors)"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5805488"/>
            <a:ext cx="1778508" cy="528638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5805488"/>
            <a:ext cx="1778508" cy="528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자원 제한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21508" y="5805488"/>
            <a:ext cx="14223492" cy="528638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73908" y="5805488"/>
            <a:ext cx="13918692" cy="528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--total-executor-cores 2 --executor-memory 1g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6410325"/>
            <a:ext cx="1778508" cy="528638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6410325"/>
            <a:ext cx="1778508" cy="528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일부러 실패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921508" y="6410325"/>
            <a:ext cx="14223492" cy="528638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073908" y="6410325"/>
            <a:ext cx="13918692" cy="528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exec spark-master timeout 40 … --executor-memory 8g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43000" y="7015162"/>
            <a:ext cx="1778508" cy="528638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43000" y="7015162"/>
            <a:ext cx="1778508" cy="528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동시 제출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21508" y="7015162"/>
            <a:ext cx="14223492" cy="528638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73908" y="7015162"/>
            <a:ext cx="13918692" cy="528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compose exec -d spark-master 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제출 앞머리는 docker compose exec spark-master /opt/spark/bin/spark-submit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5-2 · 실습 1H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1·2단계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제출하고 로그를 읽는다 — 네 가지 증거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6002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pi.py — Pi is roughly 3.14…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뒷자리는 매번 다름(실측 3.141400 · 3.142680) · UI 에 PythonPi Cores 4 · FINISHED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6002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first_job.py — count = 500000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range(1, 1_000_001) 을 2배 해 1000000 초과만 센 결과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6002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master: spark://spark-master:7077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5-1 에서는 local[*] 이었던 자리 — 진짜 클러스터에서 돈다는 증거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734175"/>
            <a:ext cx="16002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47800" y="698182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7800" y="713422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4100" y="6943725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executors: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4100" y="7343775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워커마다 익스큐터 하나씩 2개 + 드라이버 1개(이 함수는 드라이버도 센다)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5-2 · 실습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자원 옵션을 바꿔 Cores 열을 비교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제한 없음 — 2단계 제출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워커 둘의 코어를 모두 쓴다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Completed 의 first-cluster-job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Cores 4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Duration 실측 14초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--total-executor-cores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--executor-memory 1g 와 함께 제한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결과 세 줄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Cores 2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Duration 실측 17초 — 비슷하다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5-2 · 실습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4단계 — 일부러 실패시키기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워커(2g)보다 큰 메모리를 요구한다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이론의 「자원이 모자라면 대기 상태로 멈춘다」를 직접 봅니다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memory 8g 요구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워커는 2g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배치 불가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WARN 경고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15초 간격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두 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마스터 UI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WAITING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Cores 0 · 8.0 GiB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timeout 40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40초 뒤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프롬프트로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Completed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Cores 0 으로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옮겨 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5-2 · 실습 1H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4단계 — 일부러 실패시키기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경고를 만나면 — 오류가 아니라 「기다리는 중」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마스터 UI 에서 워커가 살아 있는지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Workers 표가 비어 있으면 자원을 줄 곳이 없다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남은 코어·메모리가 요청보다 큰지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--executor-memory 가 워커 메모리(2g)보다 크면 배치되지 않는다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다른 잡이 자원을 다 쓰고 있지는 않은지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먼저 제출된 잡이 전부 차지했으면 끝날 때까지 기다린다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로그만 보면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멈춘 것처럼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보인다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5-2 · 실습 1H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두 잡을 동시에 — 코어를 2개씩 나눈다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--total-executor-cores 2 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각 10초 안팎 · 둘 다 Cores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90650" y="4838700"/>
            <a:ext cx="2152015" cy="599122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90650" y="4838700"/>
            <a:ext cx="2152015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exec -d 제출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90650" y="5583555"/>
            <a:ext cx="2152015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24000" y="5583555"/>
            <a:ext cx="1885315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pi.py 50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561715" y="5049202"/>
            <a:ext cx="172402" cy="178118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753167" y="4838700"/>
            <a:ext cx="2152015" cy="599122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53167" y="4838700"/>
            <a:ext cx="2152015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exec -d 제출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53167" y="5583555"/>
            <a:ext cx="2152015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86517" y="5583555"/>
            <a:ext cx="1885315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pi.py 50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924232" y="5049202"/>
            <a:ext cx="172402" cy="178118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15685" y="4838700"/>
            <a:ext cx="2152015" cy="599122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15685" y="4838700"/>
            <a:ext cx="2152015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UI 새로고침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15685" y="5583555"/>
            <a:ext cx="2152015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49035" y="5583555"/>
            <a:ext cx="1885315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둘 다 RUNNING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옵션을 빼고 제출하면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첫 잡이 Cores 4 로 전부 차지한다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020300" y="4838700"/>
            <a:ext cx="2152015" cy="599122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20300" y="4838700"/>
            <a:ext cx="2152015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첫 잡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020300" y="5583555"/>
            <a:ext cx="2152015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53650" y="5583555"/>
            <a:ext cx="1885315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Cores 4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12191365" y="5049202"/>
            <a:ext cx="172402" cy="178118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2382818" y="4838700"/>
            <a:ext cx="2152015" cy="599122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382818" y="4838700"/>
            <a:ext cx="2152015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둘째 잡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2382818" y="5583555"/>
            <a:ext cx="2152015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516168" y="5583555"/>
            <a:ext cx="1885315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WAITING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14553882" y="5049202"/>
            <a:ext cx="172402" cy="178118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4745335" y="4838700"/>
            <a:ext cx="2152015" cy="599122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4745335" y="4838700"/>
            <a:ext cx="2152015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첫 잡 끝난 뒤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4745335" y="5583555"/>
            <a:ext cx="2152015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4878685" y="5583555"/>
            <a:ext cx="1885315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둘째 RUNNING</a:t>
            </a:r>
          </a:p>
        </p:txBody>
      </p:sp>
      <p:sp>
        <p:nvSpPr>
          <p:cNvPr id="42" name="Oval 41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5-2 · 실습 1H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1시간이 끝날 때 확인할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670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29718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0956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670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pi.py 로그 끝에 Pi is roughly 3.14… · UI 에 Cores 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242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38290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39528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7242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결과 세 줄 count = 500000 · master spark:// · executors 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5815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46863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48101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5815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Completed 의 first-cluster-job 두 줄 Cores 4 와 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4387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55435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56673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4387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8g 요구는 경고 15초 간격 두 줄 · UI 에 WAITING · Cores 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2960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64008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65246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2960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40초 뒤 timeout 으로 끊기고 Completed 로 옮겨 간다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71532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90650" y="72580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90650" y="73818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0750" y="71532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exec -d 두 개가 동시에 RUNNING · Cores 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5-2 · 실습 1H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5-2 · 실습 1H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정리·회고 (0.5H)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클러스터 명령을 한 장으로 정리하고, 5-1 과 5-2 의 차이를 표로 비교한 뒤 5-3 을 위한 상태를 확인합니다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명령 요약 여덟 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5-1(한 대) vs 5-2(클러스터)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자주 겪는 오류 네 가지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5-3 준비 — 셋 Up · 마스터 UI 200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가져갈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UI 의 Completed 목록과 Cores 값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