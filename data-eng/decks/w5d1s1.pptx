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분산 처리와 Spark 아키텍처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분산 데이터 처리와 Spark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스케일아웃 · 드라이버와 익스큐터 · 지연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스케일업과 스케일아웃의 차이와 분산이 필요한 이유를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 · 익스큐터 · 클러스터 매니저의 역할을 구분한다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과 action 의 차이(지연 평가)를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 → Stage → Task 세 계층으로 Spark UI 를 읽는다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PySpark 를 띄워 지연 평가를 UI 로 직접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왜 분산 처리인가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스케일업과 스케일아웃 — 한 대를 키울까, 여러 대로 나눌까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스케일업 — 한 대를 더 좋게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물리적 상한이 있고 고사양일수록 급격히 비싸진다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방법: 메모리·CPU 를 키운다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장애: 한 대가 죽으면 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복잡도: 단순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스케일아웃 — 여러 대로 나눔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대수를 늘리면 되고 한 대가 죽어도 나머지가 잇는다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비용: 평범한 장비 여럿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장애: 한 대가 죽어도 나머지가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복잡도: 나누고 모으는 일이 생긴다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드라이버와 익스큐터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드라이버는 주방장, 익스큐터는 요리사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쓴 코드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드라이버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주방장 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계획과 지휘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클러스터 매니저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요리사를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명 둘지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익스큐터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요리사 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계산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모은다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의 Trino 코디네이터·워커와 같은 구조 — 분산 시스템 대부분이 이 모양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collect() 는 모든 데이터를 드라이버 한 곳으로 끌어온다 — 익스큐터가 아무리 많아도 드라이버 메모리를 넘으면 죽는다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드라이버와 익스큐터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역할 셋 — 드라이버 · 익스큐터 · 클러스터 매니저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쓴 코드가 도는 곳 — 실행 계획을 세우고 결과를 모은다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익스큐터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계산을 하는 프로세스 — 여러 개가 병렬로 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 매니저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익스큐터를 몇 개 띄울지 정하는 관리자 — Standalone · YARN · Kubernetes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이번 주에 만드는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 에서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Standalone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「한 대로 되면 한 대로 하라」— 분산은 나누고 모으는 비용이 붙는다. 3-3 DuckDB 로 감당되는 수십 GB 라면 그쪽이 훨씬 간단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RDD 와 DataFrame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RDD 와 DataFrame — 실무는 거의 항상 DataFrame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DataFrame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조각난 객체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컬럼과 스키마가 있는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최적화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— 쓴 대로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Catalyst 가 계획을 다시 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map · filter · reduce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· filter · groupBy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6197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6197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됨 (SparkSQL)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아주 특수한 저수준 제어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63436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63436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모든 경우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3주차 Pandas DataFrame 과 이름도 개념도 같다 — 다른 점은 「여러 대에 나뉘어 있다」는 것뿐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지연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계획만 쌓다가 action 에서 한 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— 계획만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「할 일 목록」에 적어 두기만 하고 실행하지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· filter · where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withColumn · drop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 … agg · join · union</a:t>
            </a:r>
          </a:p>
        </p:txBody>
      </p:sp>
      <p:sp>
        <p:nvSpPr>
          <p:cNvPr id="17" name="Oval 16"/>
          <p:cNvSpPr/>
          <p:nvPr/>
        </p:nvSpPr>
        <p:spPr>
          <a:xfrm>
            <a:off x="144780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353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orderBy · distinct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action — 실행 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호출되는 순간 쌓인 목록을 최적화해 한 번에 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· head · take</a:t>
            </a:r>
          </a:p>
        </p:txBody>
      </p:sp>
      <p:sp>
        <p:nvSpPr>
          <p:cNvPr id="26" name="Oval 25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</a:t>
            </a:r>
          </a:p>
        </p:txBody>
      </p:sp>
      <p:sp>
        <p:nvSpPr>
          <p:cNvPr id="28" name="Oval 27"/>
          <p:cNvSpPr/>
          <p:nvPr/>
        </p:nvSpPr>
        <p:spPr>
          <a:xfrm>
            <a:off x="1007745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write · foreach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지연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계획만 쌓는가 — 그리고 「안 되는 것 같다」의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 흐름을 보고 계획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쌓인 할 일 목록 전체를 보고 나서 가장 효율적인 실행 계획(DAG)을 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「5행만 보여 줘」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행 읽기 → 컬럼 계산 → 5행 보기라면, 5행만 계산하고 끝낼 수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화면에 아무것도 안 나온다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transformation 만 실행하면 출력이 없다 — 오류가 아니라 정상, action 을 붙여야 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Job · Stage ·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UI 를 읽는 세 계층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· show 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write 를 부른다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action 을 불러야 생긴다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하나가 여럿도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셔플을 경계로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나뉜다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하나가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Task 하나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실습에서 count() 한 번에 Job 둘, show(5) 한 번에 셋 · Stage 가 여럿이면 셔플이 있었다 · 파티션 4개면 Task 4개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느린 쿼리는 Stage 별 시간을 보고, 오래 걸린 Stage 의 Task 분포를 본다 — 5-5 에서 본격적으로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대로 되면 한 대로 한다 — 분산은 나누고 모으는 비용이 붙는다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드라이버는 계획, 익스큐터는 계산 — collect() 는 드라이버로 다 끌어온다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실무에서는 DataFrame — 3주차 Pandas 감각이 그대로 이어진다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은 계획만 쌓고, action 이 실행을 시작한다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Job(action) → Stage(셔플 경계) → Task(파티션) 으로 UI 를 읽는다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단일 노드 Spark 기동과 PySpark 첫 실행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컨테이너로 PySpark 를 띄우고, 지연 평가를 Spark UI(localhost:4040)로 직접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apache/spark:3.5.3 컨테이너로 pyspark 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spark.version · master 가 local[*] 인지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뒤 Completed Jobs 가 없는지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count() 로 Job 둘 · show(5) 로 셋 · explain()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실행 · 4주차 컨테이너 멈추기(stop)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