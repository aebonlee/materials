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잠재 원인 후보군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넓게 펼치기 — 아직 지우지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오전 분석을 현상 문장 한 줄로 고정한다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프롬프트로 4M1E 후보와 확인할 데이터를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지식을 보태고 중복을 합쳐 후보 15~20개를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진짜 원인이 목록에 없으면 검증으로도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발산과 수렴 — 두 박자를 섞지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발산 (이번 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수렴 (6~8교시)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가능한 원인을 빠짐없이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겹침 정리 · 데이터로 거름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태도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 보류 — 엉뚱해도 적기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숫자가 있는가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쓰임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갈래를 보태는 동료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[추정]을 표시하는 점검자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15~20개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 · 검증 계획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— 서랍 다섯 개, 서랍마다 두 개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던질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하느냐에 따라 다른가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· 보전 작업자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상태가 바뀌었는가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· 열전대 · 단열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재료가 달라졌는가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· 성형체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방식 · 절차가 바뀌었는가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재가동 · 승온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주변 조건이 바뀌었는가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사람 먼저, AI 다음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후보는 07_improvement_workbook 의 1_원인후보_4M1E 시트에 모읍니다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현상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무엇이·얼마나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사람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5분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한 장 한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펼치기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각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지식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갈래 다시 묻기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합치기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15~20개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 — 비교 대상까지 한 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· 어디서 · 얼마나가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 많다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8월에 품질이 나빠졌다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과 비교가 문장 안에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PM 뒤 SF-02 불량률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→ 6.5%, 균열·밀도미달 증가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기간 SF-01 2.31% → 2.49%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후보 펼치기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2인 → 상황 → 현상 → 오전 사실 → 4M1E 각 3개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+ 품질 엔지니어의 관점으로,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균열·밀도미달 증가의 잠재 원인 후보를 4M1E 로 각 3개 펼쳐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갈래 | 원인 → 결과 | 데이터에서 보일 흔적 | 확인할 데이터. 단정 대신 「~일 수 있다」.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 요약만 — 현업은 설비번호·설정값 비식별화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지식으로 보태고 빈 곳을 다시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표와 메모를 나란히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사람만 · AI 만 · 둘 다 낸 후보를 표시한다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열에서 실마리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「상단 트레이 균열 집중」 「TC-3 지시값 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갈래 · 반대 관점 다시 묻기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설비가 아닌 곳에 원인이 있다면?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후보마다 묻기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보여야 하나?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목록이 좁아지는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답부터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의 답이 기준점이 되어 내 생각이 그 안에 갇힌다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「그건 아닐 거야」로 지운다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판정은 7교시에 데이터로 — 지금은 판단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「야간 문제」로 뭉친다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숙련도와 승온 방식은 원리가 다르다 — 둘로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데이터를 비운다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「없음」이라고 적는다 — 그것도 근거다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문장에 SF-01 비교가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다섯 갈래마다 후보가 2개 이상이다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확인할 데이터가 적혀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먼저 적은 후보가 목록에 남아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판정을 이유로 지운 후보가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MECE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펼친 후보를 겹치지 않고 빠짐없이 나누고, 빠진 갈래를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 빠짐없이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「야간」, 다른 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갈래: 측정(Measurement)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15~20개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