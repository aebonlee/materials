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2-4 · ERD 설계 및 정규화/반정규화 전략 · 실습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383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700" b="1" spc="-324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ERD 설계 실습 — 쇼핑몰 도메인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498592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나쁜 표를 만들어 이상 현상을 겪고, 풀어서 ERD 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bad_orders 표를 만들어 갱신 이상과 1NF 위반을 직접 일으킨다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LIKE 검색이 왜 대안이 못 되는지 설명한다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「무엇에 딸린 사실인가」로 엔터티 넷을 뽑아낸다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박스 4개·관계선 3개짜리 ERD 를 그린다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그린 ERD 는 다음 1.5H 에서 FK 제약이 있는 DDL 로 옮깁니다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2-4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네 단계 — bad_orders 에서 박스 넷까지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start de-mysql 뒤 docker exec -it de-mysql mysql -uroot -pdataeng123 shop 으로 접속합니다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나쁜 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bad_orders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3행 INSERT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이상 현상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UPDATE 한 곳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LIKE 검색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엔터티 뽑기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무엇에 딸린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사실인가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ERD 그리기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박스 4개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관계선 3개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2-4 · 실습 1H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bad_orders — 여러 값을 한 칸에 담은 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order_id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781300"/>
            <a:ext cx="34823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customer_name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03720" y="2781300"/>
            <a:ext cx="38023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0372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customer_tel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744200" y="2781300"/>
            <a:ext cx="38023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442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product_names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584680" y="2781300"/>
            <a:ext cx="25603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584680" y="2781300"/>
            <a:ext cx="25603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total_price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328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853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김하나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897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010-1111-2222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마우스,키보드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4584680" y="3448050"/>
            <a:ext cx="25603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679930" y="3448050"/>
            <a:ext cx="23698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117000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8328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7853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김하나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0372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9897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010-1111-2222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7442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8394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텀블러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584680" y="4171950"/>
            <a:ext cx="25603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679930" y="4171950"/>
            <a:ext cx="23698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19000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8328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7853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이두리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0372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9897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010-3333-4444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7442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394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마우스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584680" y="4895850"/>
            <a:ext cx="25603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679930" y="4895850"/>
            <a:ext cx="23698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28000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56388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product_names VARCHAR(200) — '마우스,키보드' 처럼 여러 값을 한 칸에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 포인트: 김하나의 전화번호가 두 행에 똑같이 들어가 있다 — 갱신 이상의 씨앗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2-4 · 실습 1H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 — 일부러 일으키기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이상 현상을 실제로 일으킨다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갱신 이상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번호를 바꿨는데 한 행만 고쳤다면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UPDATE bad_orders SET customer_tel = … WHERE order_id = 1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김하나로 조회하면 번호가 둘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어느 것이 진짜인지 DB 는 모른다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1NF 위반의 불편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마우스를 주문한 건수를 세려면?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product_names LIKE '%마우스%' 로 짜야 한다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인덱스를 못 타고 표 전체를 훑는다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「무선마우스」까지 잘못 잡힌다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2-4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엔터티를 뽑는다 — 무엇에 딸린 사실인가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04266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23760" y="2781300"/>
            <a:ext cx="50825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무엇에 딸린 사실인가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들어갈 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customer_name · tel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901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customers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ordered_at (주문 시각)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2376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901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name · category · price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2376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901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products (2-1 표)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quantity · unit_price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2376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901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주문과 상품의 조합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order_items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나쁜 표에 섞인 「서로 다른 종류의 사실」을 분리한다 — 질문은 하나뿐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2-4 · 실습 1H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ERD 골격 — 박스 4개와 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38488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29088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02418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customers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48138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id(PK) · name · tel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10527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310062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46246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19576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products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65296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id(PK) · name · category · price — 2-1 에서 이미 만든 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27685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481638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63403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36733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582453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id(PK) · customer_id(FK) · ordered_at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4842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653212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680561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53891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order_items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699611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order_id(FK) + product_id(FK) 복합 PK · quantity · unit_price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관계선 3개: customers→orders · orders→order_items · products→order_items — 모두 1:N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2-4 · 실습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ERD 를 그린다 — 도구보다 관계선과 카디널리티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MySQL Workbench 의 EER Diagram 을 쓰거나, 종이·화이트보드에 그린 뒤 사진으로 남깁니다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박스 4개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customers · products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 · order_items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관계선 3개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전부 1:N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N:M 선은 없어야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PK·FK 표시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박스마다 PK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FK 컬럼도 표시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복합 PK 표기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order_items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(order_id, product_id)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2-4 · 실습 1H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717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432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67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717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bad_orders 에 김하나 전화번호가 두 행에 똑같이 들어가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66236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733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857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66236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UPDATE 뒤 같은 사람의 번호가 둘로 갈렸다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45293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45293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마우스 건수를 세는 데 LIKE 를 써야 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24351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3149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4387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24351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ERD 에 박스 4개·관계선 3개, N:M 선이 남아 있지 않다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0340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0340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order_items 의 PK 가 (order_id, product_id) 복합 키로 표기됐다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FK 는 언제나 N 쪽에 — 주문이 고객을 참조하지, 고객이 주문을 참조하지 않는다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2-4 · 실습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2-4 · 실습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DDL 변환 실습 (1.5H)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그린 ERD 를 FK 제약이 있는 DDL 로 옮기고, FK 가 실제로 막는지 확인한 뒤 반정규화를 판단합니다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customers → orders → order_items 순서로 생성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없는 고객으로 INSERT 해 1452 오류 보기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정규화한 표로 LIKE 대신 조인 질의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unit_price 반정규화 실험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그린 ERD(사진) · bad_orders 표 그대로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