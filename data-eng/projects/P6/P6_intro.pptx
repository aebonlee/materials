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P6 · 개별 · 코랩 · 2~3일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리뷰 감성 파이프라인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리뷰 5만 건, 어느 주제가 가장 부정적인가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프로젝트의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 끝내면 말할 수 있는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5만 건 중 분석에 쓸 수 있는 리뷰 수와 뺀 이유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키 없이 만든 기준 모델의 정확도 — LLM 이 넘어야 할 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연기 · 스토리 · 연출 · 영상 · 음악 중 가장 부정적인 주제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MongoDB(2주차) · Spark(5주차) · Iceberg(18장) · LLM(7주차)을 한 줄로 잇습니다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P6 · 개별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정답 감성이 붙은 실제 영화 리뷰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출처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448050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8850" y="3448050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NSMC(네이버 영화 리뷰, Lucy Park)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4337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4337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143375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8850" y="4143375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ratings_test.txt(평가용)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3870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3870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규모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838700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838700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50,000행 · 3개 열(id · document · label)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53402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53402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형식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534025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8850" y="5534025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탭으로 나뉜 TSV · gzip 압축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22935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22935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이용허락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6229350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8850" y="6229350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CC0 1.0(퍼블릭 도메인)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2467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92467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선택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6924675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6924675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gpt-4o-mini — 키가 있을 때 표본 50건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정답(긍정 1 · 부정 0)이 있어 모델이 얼마나 맞히는지 숫자로 잰다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P6 · 개별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원본은 문서 DB 에, 결과는 Iceberg 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4125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NSMC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리뷰 TSV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686175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38575" y="2781300"/>
            <a:ext cx="2524125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857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MongoDB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3857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192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 적재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381750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34150" y="2781300"/>
            <a:ext cx="2524125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415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Spark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415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750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 글 · 중복 정제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077325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29725" y="2781300"/>
            <a:ext cx="2524125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2972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모델 · 태깅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2972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6307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감성 · 주제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1772900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925300" y="2781300"/>
            <a:ext cx="2524125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92530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Iceberg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92530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05865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스냅샷 2개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4468475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620875" y="2781300"/>
            <a:ext cx="2524125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62087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DuckDB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62087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75422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주제별 집계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원본을 고치지 않고 보관해 두면 정제 기준이 바뀌어도 다시 시작할 수 있다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P6 · 개별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9단계로 따라 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1~3. 준비 · MongoDB 적재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Java · 라이브러리 설치, mongod 를 27027 에 띄워 리뷰 하나를 문서 하나로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4. Spark 정제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글자 안 되는 글 333건, 정답이 엇갈린 같은 글 51개 빼기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5~7. 감성 · 주제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TF-IDF + 로지스틱 회귀 기준선, 규칙 주제, (키가 있으면) LLM 50건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8~9. 쌓기 · 집계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 에 두 묶음으로 덧붙이고 DuckDB 로 주제별 긍정 비율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P6 · 개별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일부러 실패해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단계마다 한 번씩 막혀 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54025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고친 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서버보다 먼저 접속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48050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8890" y="3448050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mongod 가 아직 없다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띄운 뒤 ping 으로 기다리기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문서 다시 넣기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143375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143375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_id 가 겹친다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143375"/>
            <a:ext cx="54406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143375"/>
            <a:ext cx="52501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막혀서 원본이 그대로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열에 len()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838700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8890" y="4838700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열은 나중에 계산할 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838700"/>
            <a:ext cx="54406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838700"/>
            <a:ext cx="52501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F.length 를 쓴다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원본으로 TF-IDF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534025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8890" y="5534025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 글(NaN)이 섞였다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04320" y="5534025"/>
            <a:ext cx="54406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99570" y="5534025"/>
            <a:ext cx="52501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정제한 표로 학습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label 을 글자로 append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6229350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8890" y="6229350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 스키마와 형이 다르다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704320" y="6229350"/>
            <a:ext cx="54406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799570" y="6229350"/>
            <a:ext cx="52501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형을 맞춰 덧붙이기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자유로운 글로 답한 LLM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63640" y="6924675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8890" y="6924675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JSON 으로 못 읽는다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704320" y="6924675"/>
            <a:ext cx="54406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799570" y="6924675"/>
            <a:ext cx="52501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json_object 형식 지정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막히는 자리를 먼저 보면 바른 방법을 쓰는 이유가 남는다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P6 · 개별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숫자가 같게 나오면 맞습니다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9908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9908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적재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500" y="29908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250" y="29908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50,000건 — 부정 24,827 · 긍정 25,173, 빈 글 3건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9814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9814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정제 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500" y="39814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250" y="39814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48,532건(짧은 글 333 · 엇갈린 글 51 제외)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9720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9720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기준 모델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500" y="49720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6250" y="49720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평가 9,707건에서 정확도 0.849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9626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9626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스냅샷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0500" y="59626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6250" y="59626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2개 — 첫 스냅샷 4,853행 · 지금 9,707행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9532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9532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주제별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00500" y="69532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86250" y="69532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부정 story 0.355 · 가장 긍정 music 0.731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P6 · 개별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P6 · 개별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P6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LLM 을 붙이기 전에 넘어야 할 기준선을 직접 세웠습니다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길이 기준을 5글자로 올려 정확도 비교하기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ratings_train 15만 건으로 학습해 보기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LLM 결과를 reviews.llm_tags 로 따로 쌓아 조인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프로젝트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P7 데이터 품질 리포트 자동화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