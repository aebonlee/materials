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Spark 마스터-워커 구축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멈춰 둘 것 · 8080·7077 · 재설정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· 7077 을 다른 것이 쓴다 — 4주차 Trino 가 8080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 셸 · 4주차 컨테이너가 떠 있어 메모리가 빠듯하다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새로 받을 이미지는 없다 — 5-1 의 apache/spark:3.5.3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점검(1~2단계)은 확인만 · 재설정(4단계)은 처음부터 다시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테이블은 지우지 않는다 — 4주차 결과물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 멈춰 둘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stop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 8080 · 7077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운영체제별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 오늘 만들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 환경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멈춰 둘 것이 멈춰 있는지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2&gt;/dev/null &amp;&amp; docker compose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~/lakehouse 가 없으면 아무것도 하지 않고 넘어간다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실행 중인 컨테이너가 없는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apache/spark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apache/spark:3.5.3 · 1.56GB — 없으면 docker pull(실측 32초)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 셸(&gt;&gt;&gt;)이 남아 있으면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창에서 exit() — 4주차는 down 하지 않는다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멈춤만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8080 · 7077 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밖에서 두 포트를 쓰는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-iTCP:8080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없으면 비어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먼저 docker ps -a … | grep -E 'NAMES|8080|7077' — 멈춘 컨테이너가 적어 둔 8080 은 괜찮다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비울 수 없을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포트를 비울 수 없으면 8081 로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= 마스터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ALIVE · 애플리케이션 실행 이력을 보는 화면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7077 = 접수 창구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spark-submit · 워커가 마스터에 붙는 주소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중인 것만 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멈춘 trino · web2 가 8080 을 적어 둔 것은 괜찮다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마스터 포트 "8081:8080"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그때는 마스터 UI 를 localhost:8081 로 연다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Windows 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PID 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작업 관리자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구축 2단계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 … &lt;&lt; 'EOF'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5-3 · 5-4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 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spark-master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+ 워커 1 ·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구축 3단계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수업 뒤 stop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first_job.py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안 /tmp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2단계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 ~/data-eng/week5 에서 docker compose ps 를 치면 no configuration file provided — 아직 만들기 전이라는 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실습만 처음부터 다시 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오늘의 작업 폴더로 들어간다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· 워커 · 네트워크가 Removed 로 지워진다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docker-compose.yml first_job.py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두 파일만 지운다 — 5-1 은 파일을 남기지 않았다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줄이면 처음 상태 — 이미지와 ~/lakehouse 는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다시 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구축 1단계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가 제목 줄만 낸다 — 4주차는 멈춤, 지우지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에 apache/spark:3.5.3 · 1.56GB 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· 7077 을 잡은 실행 중 컨테이너도, 밖의 프로그램도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파일은 아직 만들지 않았다 — 실습 시간에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막히면 그 단계 아래 「막혔어요」 · 「질문」을 눌러 주세요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 클러스터 배포 구조 이해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마스터 · 워커 · 드라이버 · 익스큐터가 각각 무엇인지부터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마스터와 워커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워커와 익스큐터는 다르다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잡을 제출하면 벌어지는 순서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