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2-1 · MySQL 9.7 설치 및 기초 쿼리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136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관계형 데이터베이스와 MySQL 9.7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251704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표·행·열·기본키·타입 — DB가 막아 주는 이유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데이터베이스·테이블·행·열·기본 키의 뜻을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엑셀과 관계형 DB 가 어디서 갈리는지(타입·제약) 설명한다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돈은 FLOAT 이 아니라 INT·DECIMAL 로 저장하는 이유를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DB 가 서버라는 것과 두 가지 접속 길을 구별한다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1H 실습에서 이 낱말들이 그대로 명령이 됩니다 — 컨테이너를 띄우고 접속해 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엑셀과 무엇이 다른가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데이터베이스는 통합문서, 테이블은 시트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데이터베이스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엑셀 통합문서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(shop)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테이블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안의 시트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(products)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열(컬럼)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시트의 첫 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속성 하나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행(레코드)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 한 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대상 하나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이름이 컬럼, 한 줄 한 줄이 행 — 앞으로 계속 쓸 낱말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다만 엑셀과 달리 열마다 들어갈 값의 종류(타입)를 미리 약속하고, 어기는 값은 아예 못 들어오게 막는다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엑셀과 무엇이 다른가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가지 차이 — 핵심은 「DB 가 막아 준다」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6522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6522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엑셀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84180" y="2781300"/>
            <a:ext cx="65608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84180" y="2781300"/>
            <a:ext cx="6560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관계형 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값의 종류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6522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6332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열에 숫자와 글자가 섞여도 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84180" y="3448050"/>
            <a:ext cx="6560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79430" y="3448050"/>
            <a:ext cx="6370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열마다 타입이 고정 — 어기면 거부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동시 작업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6522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6332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사람이 열면 남은 읽기 전용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84180" y="4171950"/>
            <a:ext cx="6560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79430" y="4171950"/>
            <a:ext cx="6370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수백 명이 동시에 읽고 쓴다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크기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6522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6332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수만~수십만 행에서 버거워진다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84180" y="4895850"/>
            <a:ext cx="6560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79430" y="4895850"/>
            <a:ext cx="6370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수억 행도 다룬다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찾는 속도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6522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6332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전체를 훑는다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84180" y="5619750"/>
            <a:ext cx="6560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79430" y="5619750"/>
            <a:ext cx="6370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인덱스로 바로 찾아간다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규칙 강제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6343650"/>
            <a:ext cx="6522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6343650"/>
            <a:ext cx="6332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사람이 조심해야 한다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84180" y="6343650"/>
            <a:ext cx="6560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79430" y="6343650"/>
            <a:ext cx="6370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NOT NULL·UNIQUE·외래키로 막는다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엔지니어링에서 가장 비싼 사고는 잘못된 데이터가 조용히 쌓이는 것 — 제약조건은 그걸 입구에서 거르는 장치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이론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기본 낱말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앞으로 계속 쓸 낱말 여섯 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67025"/>
            <a:ext cx="2857500" cy="7429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67025"/>
            <a:ext cx="2324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RDBMS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867025"/>
            <a:ext cx="1314450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867025"/>
            <a:ext cx="12573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표(테이블) 형태로 데이터를 저장·관리하는 소프트웨어 — MySQL 이 대표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724275"/>
            <a:ext cx="2857500" cy="7429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724275"/>
            <a:ext cx="2324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724275"/>
            <a:ext cx="1314450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724275"/>
            <a:ext cx="12573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 에 말을 거는 표준 언어 — 만들기(DDL) · 바꾸기(DML) · 조회(SELECT)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581525"/>
            <a:ext cx="2857500" cy="7429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581525"/>
            <a:ext cx="2324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행(row)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581525"/>
            <a:ext cx="1314450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581525"/>
            <a:ext cx="12573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표의 가로 한 줄 — 상품 하나, 주문 하나(레코드)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438775"/>
            <a:ext cx="2857500" cy="7429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438775"/>
            <a:ext cx="2324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열(column)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5438775"/>
            <a:ext cx="1314450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5438775"/>
            <a:ext cx="12573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표의 세로 한 칸 — 이름·가격·재고 같은 속성 하나(컬럼)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296025"/>
            <a:ext cx="2857500" cy="7429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296025"/>
            <a:ext cx="2324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기본 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0" y="6296025"/>
            <a:ext cx="1314450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6296025"/>
            <a:ext cx="12573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행을 유일하게 구분하는 값 — 학번처럼 중복도 빈칸도 안 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153275"/>
            <a:ext cx="2857500" cy="7429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7153275"/>
            <a:ext cx="2324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NULL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0500" y="7153275"/>
            <a:ext cx="1314450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6250" y="7153275"/>
            <a:ext cx="12573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「값이 없음」 — 0 은 「0 이라는 값이 있음」, NULL 은 「모름」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이론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자주 쓰는 데이터 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타입 일곱 개 — 쓰는 곳과 주의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타입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쓰는 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개수·가격(원 단위)·ID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 ±21억까지, 넘으면 BIGINT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BIGINT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044043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044043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큰 ID·누적 카운트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044043"/>
            <a:ext cx="60807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044043"/>
            <a:ext cx="58902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VARCHAR(n)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640036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640036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이름·주소처럼 길이가 다른 글자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640036"/>
            <a:ext cx="60807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640036"/>
            <a:ext cx="58902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 은 최대 글자 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TEXT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236029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236029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긴 글(본문·로그)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236029"/>
            <a:ext cx="60807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236029"/>
            <a:ext cx="58902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인덱스를 걸기 까다롭다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DECIMAL(p,s)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5832021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5832021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돈·비율처럼 정확해야 하는 소수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5832021"/>
            <a:ext cx="60807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5832021"/>
            <a:ext cx="58902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FLOAT 은 오차 — 돈에 쓰지 않는다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DATE / DATETIME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6428014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8690" y="6428014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 / 날짜+시각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064240" y="6428014"/>
            <a:ext cx="60807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9490" y="6428014"/>
            <a:ext cx="58902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문자열로 저장하면 정렬·계산이 깨진다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BOOLEAN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63440" y="7024007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8690" y="7024007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참·거짓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064240" y="7024007"/>
            <a:ext cx="60807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159490" y="7024007"/>
            <a:ext cx="58902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내부적으로는 TINYINT(1)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가격을 FLOAT·DOUBLE 로 저장하면 0.1 + 0.2 가 정확히 0.3 이 되지 않아 합계가 어긋난다 — 이번 실습은 원 단위 INT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이론 1H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DB 는 서버입니다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파일을 여는 것이 아니라 전화를 걸어 부탁하는 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서버 — MySQL 프로세스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계속 떠 있으면서 컨테이너 안에서 3306 포트를 열고 쿼리가 오기를 기다린다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클라이언트 — 쿼리를 보내는 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명령어, 파이썬 코드, DBeaver 같은 GUI 도구가 전부 클라이언트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1주차 포트 매핑이 그대로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컴퓨터의 파이썬이나 GUI 도구로 붙으려면 -p 3306:3306 으로 문을 열어야 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MySQL 이 듣는 포트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3306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-p 로 연다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DB 는 서버입니다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접속하는 두 가지 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exec — 컨테이너 안에서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안에서 붙는 것이라 -p 없이도 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exec 로 들어가 mysql 실행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포트를 열지 않아도 접속된다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실습의 기본 경로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포트 — 내 컴퓨터에서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-p 3306:3306 으로 열어 둔 문을 통해 밖에서 붙는다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컴퓨터의 파이썬·GUI 도구가 붙는 길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3306 을 다른 MySQL 이 잡으면 그쪽으로 간다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1주차에서 배운 -p 가 여기서 쓰인다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SQL 의 세 갈래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만들기 · 바꾸기 · 조회하기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DDL — 구조를 만든다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TABLE · ALTER TABLE · DROP TABLE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 Definition Language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DML — 데이터를 바꾼다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 · UPDATE · DELETE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 Manipulation Language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SELECT — 꺼내 본다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SELECT name, price FROM products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WHERE price &gt; 20000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UPDATE·DELETE 에 WHERE 를 빠뜨리면 전체 행이 바뀌거나 지워진다 — 먼저 같은 WHERE 로 SELECT 해 몇 건인지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이론 1H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테이블은 시트, 행은 한 줄, 열은 속성 하나 — 열마다 타입이 고정된다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기본 키는 행을 유일하게 구분하는 값이다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NULL 은 0 이나 빈 문자열이 아니라 「모름」이다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돈은 FLOAT 이 아니라 정수나 DECIMAL 로 저장한다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DB 는 서버 — docker exec 로 붙는 길과 포트로 붙는 길이 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UPDATE·DELETE 전에는 같은 조건으로 SELECT 를 먼저 해 본다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이론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2-1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Docker 로 MySQL 9.7 기동과 접속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de-mysql 컨테이너를 띄우고, 안에서·밖에서 두 길로 접속해 보고, 볼륨으로 데이터를 지킵니다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으로 mysql:9.7 기동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로그에서 ready … port: 3306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exec 접속과 포트 접속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 de-mysql-data 연결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「실습점검」 — Docker · 3306 · 이미지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