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3-3 · DuckDB를 이용한 로컬 대용량 데이터 처리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대용량 변환 실습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COPY · 크기·속도 실측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 를 Parquet 로 — 크기와 속도를 직접 잰다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speed.py 에 이어 붙이며 COPY 로 zstd Parquet 를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크기 배율과 같은 질의의 속도 배율을 3회 평균으로 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 비교가 거꾸로 나오는 이유를 보고 다섯 열로 다시 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압축 3종을 비교하고 PARTITION_BY 로 값별 폴더를 만든다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잰 수치는 실측기록_3-3.md 에 적어 정리·회고에서 채팅으로 비교합니다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변환하고, 재고, 이유를 확인하고, 기록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speed.py 한 파일에 1~6단계를 이어 붙이고 매번 python3 speed.py — bench() 는 3단계에서 정의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COPY 변환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speed.py 시작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zstd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2·3. 크기·속도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4.1배 작아짐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질의 30~60배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왜 빠른가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함정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다섯 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압축·파티션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3종 비교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PARTITION_BY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7. 실측 기록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실측기록_3-3.md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편집기로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1~3단계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변환 · 크기 · 속도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89230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89230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변환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89230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87325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COPY (SELECT * FROM 'events.csv') TO 'events.parquet'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(FORMAT parquet, COMPRESSION zstd)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「변환 완료」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크기 비교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89230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87325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-lh events.csv events.parquet · os.path.getsize()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41M → 9.8M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24.2% · 4.1배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속도 재기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89230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87325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def bench(sql, rounds=3) — 3단계에서 정의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4~6단계도 쓴다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질의 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89230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87325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event_type, sum(value) … GROUP BY event_type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0" y="56197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079730" y="56197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30~60배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1000분의 몇 초를 재니 흔들리는 것이 정상 — 화면 예: CSV 0.228 초 vs Parquet 0.007 초, 30.8배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일부러 틀린 비교부터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「전부 읽기」가 더 빠르다? — 측정 방법을 의심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열 0.0018 초 · count(*) 0.0019 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FROM (SELECT *) 로 잰 「전부 읽기」가 같거나 오히려 빠르다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가 SELECT * 를 걷어 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꼬리말의 행 수만 읽었다 — 열을 하나도 읽지 않은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열을 실제로 쓰게 — 열마다 집계 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열 0.0150 초, 한 열의 8.1배(돌릴 때마다 4~8배)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 는 한 열 0.208 · 다섯 열 0.257 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쪽이든 글자 전체를 읽어야 해 차이가 작다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거꾸로 나오면 EXPLAIN 을 붙여 본다 — sum(value) 는 value 한 열만 읽고, count(*) 는 1행 결과만 남는다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5단계 — 압축 3종 비교, 기본값은 snappy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COMPRESSION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크기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zstd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9.8 MB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작다 — 오늘의 기본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snappy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15.9 MB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적으면 이것(DuckDB 기본)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gzip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10.6 MB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zstd 다음으로 작다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속도는 셋 다 0.004~0.005 초 — 이 크기에선 차이가 없다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압축을 적지 않은 COPY 는 snappy(15.9 MB 쪽)로 저장된다 — 오늘처럼 COMPRESSION zstd 를 적는다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1.5H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6단계 뒤 — 옵션을 빼고 같은 폴더에 다시 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speed.py 에 붙이면 그 뒤로 계속 멈춥니다 — parted_again.py 단독으로 한 번만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PARTITION_BY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speed.py 6단계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OVERWRITE_OR_IGNORE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find · du -sh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폴더 셋 · 10M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event_type=buy/…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parted_again.py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옵션을 뺀 COPY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단독으로 한 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Directory "events_parted"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 not empty!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 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OVERWRITE 또는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OVERWRITE_OR_IGNORE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폴더 이름이 곧 조건 — buy 만 읽을 때 다른 폴더는 안 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FROM 'events_parted/*/*.parquet' WHERE event_type = 'buy'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파티션됨 0.0031 초 — view·cart 폴더는 아예 열지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FROM 'events.parquet' WHERE event_type = 'buy'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단일 파일 0.0037 초 — 전체에서 골라낸다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비슷하거나 파티션 쪽이 조금 빠르다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100만 행은 작아 차이가 작다 — 수억 행에서는 결정적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4주차 예고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원리를 정교하게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7단계 — 실측기록_3-3.md 를 편집기로 week3 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Parquet(zstd)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크기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881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 질의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881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열만 읽기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열 읽기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2356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1881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6404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929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304520" y="56197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399770" y="56197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압축 비교(zstd·snappy·gzip MB) · count(*) 가 더 빨랐던 이유 · 결론 한 문장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수치는 환경마다 다르다 — 배율을 채팅에 올려 비교. 중요한 것은 방향: Parquet 가 작고 빠르다, 열을 적게 읽을수록 유리하다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1.5H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events.parquet 9.8M — CSV 41M 의 24.2%(4.1배)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집계 질의가 Parquet 에서 수십 배 빠르다(30~60배)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 가 한 열과 같거나 빠른 이유를 말할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열은 한 열의 4~8배 · CSV 는 차이가 작다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zstd 9.8 · snappy 15.9 · gzip 10.6 MB, 기본은 snappy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not empty! 를 봤고, 실측기록_3-3.md 를 적었다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3-3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문법을 한 장으로 정리하고, 실측 수치를 채팅에 올려 비교합니다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요약 표 — 하려는 일과 코드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실측 수치 공유 — 채팅으로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3-4 준비 — 파일 넷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실측기록_3-3.md · events.parquet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