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Hybrid Search 구현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키워드 검색 vs 벡터 검색, Hybrid의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694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글자가 겹치는가 · 뜻이 통하는가 — 둘을 합친다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가 무엇을 보고 점수를 매기는지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고유명사·품번은 BM25, 풀어 쓴 질문은 벡터 — 강약을 구분한다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 가 점수를 버리고 순위만 쓰는 이유를 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한국어 공백 토큰화의 한계와 「색인 = 검색 토큰화」원칙을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두 검색기를 따로 만들어 같은 질문에 다르게 답하는 것을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BM25 — 키워드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— 단어의 빈도와 희소성으로 점수를 매긴다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나오면 오른다 — 하지만 포화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「데이터」가 100번 나온다고 10번보다 10배 좋지는 않다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흔한 단어는 낮게, 희소한 단어는 높게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「Qdrant」가 들어 있으면 점수가 크게 오른다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긴 문서는 불리하게 보정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길면 우연히 단어가 들어 있을 확률이 높기 때문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뜻은 전혀 모른다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글자가 겹치는지만 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한 줄로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글자가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겹치는가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두 심사위원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글자를 보는 쪽과 뜻을 보는 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— 키워드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찾아보기 색인처럼 단어가 그대로 있는가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고유명사 · 품번 · 버전 · 오류 코드에 강하다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점수는 0~30 같은 값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조사가 붙으면 다른 단어가 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벡터 검색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단어가 달라도 뜻이 통하는가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풀어 쓴 질문 · 다른 표현에 강하다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코사인 유사도 0~1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숫자·품번 구분이 약하다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각자의 빈틈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다섯 개 — 어느 한쪽이 낫다는 결론이 안 나온다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BM25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벡터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「Airflow 설정 방법」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정확히 찾음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「일정 관리 도구는?」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놓침 — 단어가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「v1.2.3 릴리스 노트」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정확히 찾음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약함 — 숫자 구분 못함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「주문번호 A-1002」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정확히 찾음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약함 (7-3 에서 확인)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「배치와 스트리밍 차이」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부분적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그래서 둘 다 돌리고 결과를 합친다 — 이것이 Hybrid Search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RRF — 순위만 가지고 합치기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점수 체계가 달라도 순위만 더한다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BM25 순위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1등 A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2등 B · 3등 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벡터 순위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1등 B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2등 D · 3등 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1/(k+순위)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 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보통 60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양쪽에 있으면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항을 더한다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순위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 1등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C·D 도 남는다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점수 = Σ 1/(k+순위) — 그대로 더하면 BM25(0~30)가 코사인(0~1)을 압도하므로 점수를 버린다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양쪽에서 상위였던 B 가 이긴다 · 한쪽에만 있던 C·D 도 살아남는다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RRF — 순위만 가지고 합치기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손으로 계산한 RRF — k=60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BM25 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벡터 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1/(60+1) = 0.01639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1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1/(60+3) = 0.01587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0.03226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1/(60+2) = 0.01613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1/(60+1) = 0.01639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0.03252 ← 1등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1/(60+3) = 0.01587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0.01587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85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91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1/(60+2) = 0.01613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0.01613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 는 어느 쪽 1등도 아니었지만 양쪽에서 상위였다 — 1등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RRF — 순위만 가지고 합치기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 를 쓰는 이유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정규화가 필요 없다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 체계가 달라도 순위만 쓰기 때문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어느 쪽 의견도 버리지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한쪽에만 있던 문서도 뒤쪽에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 가 상위권의 무게를 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 가 작으면 1등과 2등의 차이가 커진다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구현이 열 줄이면 끝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실무에서 널리 쓰인다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대안: 두 점수를 정규화해 가중 합산 — 잘 튜닝하면 낫지만 문서 분포가 바뀌면 가중치를 다시 잡아야 한다 · RRF 는 손댈 것이 k 하나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한국어 토큰화의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「도구는」은 「도구」가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공백 분리 — .split()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「작업 순서를 관리하는 도구는?」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['작업', '순서를', '관리하는', '도구는?']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「순서를」≠「순서」· 「도구는?」≠「도구」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물음표까지 붙는다 — 오늘은 이것으로 원리만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형태소 분석기 — Kiwi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어간을 뽑아 조사를 떼어 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['작업', '순서', '를', '관리', '하', '는', '도구', '는']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「순서」「도구」가 따로 나온다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 해법 — 색인·검색 양쪽에 같은 토큰화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는 글자가 겹치는지를, 벡터는 뜻이 통하는지를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고유명사·품번·버전은 BM25 가, 풀어 쓴 질문은 벡터가 강하다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 는 점수를 버리고 순위만 써서 두 결과를 합친다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정규화가 필요 없고 어느 쪽 의견도 버리지 않는다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한국어 BM25 는 조사 때문에 공백 분리로는 약하다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색인과 검색의 토큰화는 반드시 같아야 한다 — 다르면 0점만 나온다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BM25 · 벡터 검색 구현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검색기를 따로 만들어 같은 질문에 어떻게 다르게 답하는지 숫자로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scroll 로 전량 내려받아 BM25 색인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「도구」는 점수, 「도구는」은 0점 — 조사 문제 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유형별 강약 표 만들기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ERR-4021 — 벡터만으로 놓치는 것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컨테이너 · rank_bm25 설치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