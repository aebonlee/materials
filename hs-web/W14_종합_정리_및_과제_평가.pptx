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12/3(목)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종합 정리 및 과제 평가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Term 프로젝트 발표 — 종강 전주에 발표합니다. 배포와 최종 점검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학기에 배운 HTML·CSS·JavaScript를 하나의 결과물로 통합할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Git과 GitHub Pages로 만든 사이트를 실제 주소에 공개할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배포 후 흔히 생기는 경로·대소문자 문제를 진단하고 고칠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완성 전 점검 목록으로 스스로 품질을 확인할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Term 프로젝트를 5분 안에 설명할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종합 정리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7633" y="2781300"/>
            <a:ext cx="154403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7633" y="2781300"/>
            <a:ext cx="154403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Term 프로젝트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6921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6921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발표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1065" y="2781300"/>
            <a:ext cx="55856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1065" y="2781300"/>
            <a:ext cx="55856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Git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4879" y="2781300"/>
            <a:ext cx="1618559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879" y="2781300"/>
            <a:ext cx="161855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GitHub Pages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8688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8688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배포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32833" y="2781300"/>
            <a:ext cx="158267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32833" y="2781300"/>
            <a:ext cx="158267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점검 체크리스트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0757" y="2781300"/>
            <a:ext cx="88326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0757" y="2781300"/>
            <a:ext cx="88326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AI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학기 총정리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13주 전, 여러분은 &lt;h1&gt; 이 무엇인지도 몰랐습니다.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학기 총정리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지금은 문서의 뼈대를 세우고, 배치하고, 반응형으로 만들고, JavaScript로 움직이게 할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오늘은 그것을 하나로 모읍니다.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학기 총정리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739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739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1000" y="2781300"/>
            <a:ext cx="99187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1000" y="2781300"/>
            <a:ext cx="9918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배운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77800" y="2781300"/>
            <a:ext cx="42672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77800" y="2781300"/>
            <a:ext cx="4267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프로젝트에서 쓰이는 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739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549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1000" y="3448050"/>
            <a:ext cx="9918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6250" y="3448050"/>
            <a:ext cx="9728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웹의 개념과 흐름, 개발 환경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77800" y="3448050"/>
            <a:ext cx="4267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73050" y="3448050"/>
            <a:ext cx="4076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1739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1549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2~3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1000" y="4044043"/>
            <a:ext cx="9918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6250" y="4044043"/>
            <a:ext cx="9728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기본 태그, 시맨틱 구조화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77800" y="4044043"/>
            <a:ext cx="4267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73050" y="4044043"/>
            <a:ext cx="4076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페이지 뼈대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1739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1549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4~5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1000" y="4640036"/>
            <a:ext cx="9918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6250" y="4640036"/>
            <a:ext cx="9728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이미지·테이블, 웹 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77800" y="4640036"/>
            <a:ext cx="4267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73050" y="4640036"/>
            <a:ext cx="4076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콘텐츠·입력 화면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1739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1549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6~7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21000" y="5236029"/>
            <a:ext cx="9918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6250" y="5236029"/>
            <a:ext cx="9728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 선택자·색·글꼴, 박스 모델·position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77800" y="5236029"/>
            <a:ext cx="4267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73050" y="5236029"/>
            <a:ext cx="4076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디자인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1739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1549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21000" y="5832021"/>
            <a:ext cx="9918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6250" y="5832021"/>
            <a:ext cx="9728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Flexbox·Grid·반응형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77800" y="5832021"/>
            <a:ext cx="4267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973050" y="5832021"/>
            <a:ext cx="4076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배치·모바일 대응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1739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1549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10~11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21000" y="6428014"/>
            <a:ext cx="9918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6250" y="6428014"/>
            <a:ext cx="9728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 문법, 코어 객체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877800" y="6428014"/>
            <a:ext cx="4267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973050" y="6428014"/>
            <a:ext cx="4076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다루기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17399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1549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12~13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21000" y="7024007"/>
            <a:ext cx="9918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16250" y="7024007"/>
            <a:ext cx="9728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DOM 활용, 이벤트 처리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877800" y="7024007"/>
            <a:ext cx="4267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973050" y="7024007"/>
            <a:ext cx="4076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상호작용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프로젝트에 반드시 들어가야 할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시맨틱 HTML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header·main·footer, 제목 계층, 모든 img에 alt, 모든 input에 label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 배치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Flexbox 또는 Grid, 그리고 360px에서 가로 스크롤이 없을 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 상호작용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최소 한 가지 (클릭·입력·필터·토글 등)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배포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Pages에 올려 실제 주소가 있을 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Git과 GitHub — 버전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이런 폴더, 본 적 있죠?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과제_최종.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과제_최종_진짜최종.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과제_최종_진짜최종_수정본.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문제: 무엇이 최신인지 모른다 · 무엇이 왜 바뀌었는지 모른다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   되돌리고 싶은 시점으로 못 돌아간다 · 팀원과 합칠 방법이 없다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Git과 GitHub — 버전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44488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4448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025588" y="2781300"/>
            <a:ext cx="466837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5588" y="2781300"/>
            <a:ext cx="466837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32059" y="2781300"/>
            <a:ext cx="941294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32059" y="2781300"/>
            <a:ext cx="941294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GitHub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25588" y="3448050"/>
            <a:ext cx="46683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0838" y="3448050"/>
            <a:ext cx="44778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버전 관리 프로그램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32059" y="3448050"/>
            <a:ext cx="941294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309" y="3448050"/>
            <a:ext cx="922244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 저장소를 올려 두는 웹 서비스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어디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25588" y="4171950"/>
            <a:ext cx="46683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0838" y="4171950"/>
            <a:ext cx="44778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컴퓨터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32059" y="4171950"/>
            <a:ext cx="941294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27309" y="4171950"/>
            <a:ext cx="922244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인터넷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25588" y="4895850"/>
            <a:ext cx="46683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0838" y="4895850"/>
            <a:ext cx="44778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기능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32059" y="4895850"/>
            <a:ext cx="941294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27309" y="4895850"/>
            <a:ext cx="922244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클라우드 드라이브 + 협업 공간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매일 쓰는 명령 — 이 다섯 개면 충분합니다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# 지금 무슨 일이 벌어졌는지 (막히면 항상 이것부터)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                     # 바뀐 것 전부를 스테이지에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commit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"메시지"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# 기록으로 확정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push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  #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GitHub에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올리기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oneline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# 기록 보기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처음 한 번 — 리포지토리 만들고 연결하기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github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com에서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New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repository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→ 이름 입력 →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 내 폴더에서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init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commit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"첫 커밋"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branch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remote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origin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https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//github.com/사용자이름/리포이름.git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push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origin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다음부터는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→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commit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→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push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세 개면 됩니다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Git과 GitHub — 버전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명령어가 부담스러우면 VS Code의 [소스 제어] 탭에서 마우스로도 할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파일 옆 + → 메시지 입력 → 체크 표시 → [Publish Branch].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처음에는 이 방법으로 시작해도 좋습니다.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.gitignore — 올리면 안 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node_modules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env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DS_Store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⚠ 특히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—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키·비밀번호가 든 파일입니다.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한 번 올라가면 커밋을 지워도 이미 수집됐다고 봐야 하므로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그 키를 폐기하고 새로 발급해야 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Pages — 진짜 주소로 공개하기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우리가 만든 것은 HTML·CSS·JS 파일뿐인 정적 사이트라서, 서버 없이 그대로 공개할 수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공개하는 다섯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GitHub에서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내 리포지토리를 연다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 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Settings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탭 → 왼쪽 메뉴에서 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Pages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Source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"Deploy from a branch"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Branch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/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root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선택 → 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Save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~2분 기다린 뒤 새로고침하면 주소가 나온다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https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//&lt;사용자이름&gt;.github.io/&lt;리포이름&gt;/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 두 가지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사용자이름.github.io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리포 이름을 정확히 이렇게 지으면 이 주소가 됩니다. 대표 사이트로 씁니다. 사람당 하나.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사용자이름.github.io/리포이름/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밖의 모든 리포. 개수 제한 없습니다.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⚠ 배포하면 흔히 생기는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2291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229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0200" y="2781300"/>
            <a:ext cx="401574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0200" y="2781300"/>
            <a:ext cx="4015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229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038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화면이 하얗다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0200" y="3448050"/>
            <a:ext cx="4015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5450" y="3448050"/>
            <a:ext cx="3825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index.html 이 루트에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34480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9290" y="34480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이름과 위치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229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038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CSS·이미지가 안 뜬다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10200" y="4171950"/>
            <a:ext cx="4015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5450" y="4171950"/>
            <a:ext cx="3825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경로가 /로 시작한다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1719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9290" y="41719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/style.css → style.css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229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038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컴퓨터에선 되는데 서버에선 404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10200" y="4895850"/>
            <a:ext cx="4015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05450" y="4895850"/>
            <a:ext cx="3825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파일명 대소문자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48958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9290" y="48958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Logo.png 와 logo.png 는 다른 파일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229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038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옛날 화면이 보인다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10200" y="5619750"/>
            <a:ext cx="4015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05450" y="5619750"/>
            <a:ext cx="3825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 캐시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56197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9290" y="56197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강력 새로고침 (Ctrl+Shift+R / Cmd+Shift+R)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229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038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한글 파일명이 깨진다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10200" y="6343650"/>
            <a:ext cx="4015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05450" y="6343650"/>
            <a:ext cx="3825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URL 인코딩 문제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4040" y="63436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9290" y="63436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파일명은 영문 소문자·숫자·하이픈만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⚠ 배포하면 흔히 생기는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대소문자 문제는 정말 자주 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윈도우와 맥은 파일명 대소문자를 구분하지 않지만 GitHub의 서버(리눅스)는 구분합니다.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처음부터 전부 소문자로 쓰는 습관을 들이세요.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공유했을 때 잘 보이게 — OG 메타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카카오톡이나 SNS에 링크를 붙여 넣으면 뜨는 미리보기 카드를 정하는 것이 OG(Open Graph) 메타 태그입니다.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head에 넣습니다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"og:type"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"website"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"og:title"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"김한신의 포트폴리오"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"og:description"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"한신대 AI·SW계열 1학년이 만든 첫 웹사이트"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"og:image"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"https://내주소/og-image.png"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"og:url"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"https://내주소/"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"og:site_name"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"김한신의 포트폴리오"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"twitter:card"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"summary_large_image"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공유했을 때 잘 보이게 — OG 메타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og:image 는 1200×630px, 반드시 절대 주소(https://로 시작) 여야 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상대 경로는 안 읽힙니다.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완성 전 점검 — Lighthouse와 체크리스트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크롬 개발자도구의 Lighthouse 탭이 성능·접근성·SEO를 자동으로 진단하고 무엇을 고쳐야 할지 알려 줍니다.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제출 전에 이 목록을 훑으세요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기능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링크·버튼이 동작하는가. 콘솔에 빨간 오류가 없는가. console.log 를 지웠는가.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360px에서 가로 스크롤이 생기지 않는가. 휴대폰에서 열어 봤는가.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img 에 alt, 모든 input 에 label, Tab만으로 조작 가능, 초점이 보이는가.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메타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title·description·OG 태그가 있는가.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배포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주소에서 열리는가. Network 탭에 404가 없는가.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완성 전 점검 — Lighthouse와 체크리스트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"고쳤다"는 판정은 되돌려서 확인합니다.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고친 뒤만 재면 원래 안 깨져 있었어도 통과합니다.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고치기 전 상태로 되돌려 재현되는 것을 확인해야 판정이 사실이 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앞으로 개발을 하는 내내 쓰게 될 원칙입니다.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Term 프로젝트 발표 준비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6.1 발표에 담을 것 (5분)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만들었나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(30초) — 주제 한 문장, 배포된 주소를 화면에 띄웁니다.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(2분) — 실제로 눌러 가며 보여 줍니다. 슬라이드로 설명하지 말고 사이트를 직접 여세요.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어떻게 만들었나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(1분 30초) — 배운 것 중 무엇을 어디에 썼는지. 시맨틱 태그·Flexbox·Grid·DOM·이벤트 등.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막혔던 곳과 해결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(1분) — 여기가 가장 중요합니다. 무엇이 안 됐고 어떻게 알아냈는지.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발표 준비 요령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배포된 주소로 발표합니다.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로컬에서만 되는 것은 발표할 수 없습니다. 미리 강의실 인터넷으로 열어 확인하세요.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휴대폰에서도 열어 보여 주면 좋습니다.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반응형을 만들었다면 그것이 가장 확실한 증거입니다.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잘된 것만 말하지 마세요.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"여기가 아직 안 됩니다"라고 솔직히 말하는 쪽이 더 좋은 평가를 받습니다.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팀이라면 모든 팀원이 한 마디씩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합니다. 자기가 맡은 부분을 자기 입으로 설명하세요.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6.2 평가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71355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7135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52455" y="2781300"/>
            <a:ext cx="1309254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2455" y="2781300"/>
            <a:ext cx="1309254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완성도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2455" y="3448050"/>
            <a:ext cx="130925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7705" y="3448050"/>
            <a:ext cx="129020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끝까지 동작하는가. 깨진 링크·오류가 없는가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배운 것의 적용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2455" y="4171950"/>
            <a:ext cx="130925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7705" y="4171950"/>
            <a:ext cx="129020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구조·CSS 배치·JS 상호작용이 고르게 쓰였는가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반응형·접근성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2455" y="4895850"/>
            <a:ext cx="130925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7705" y="4895850"/>
            <a:ext cx="129020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좁은 화면에서 쓸 만한가, alt·label·제목 계층을 지켰는가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발표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2455" y="5619750"/>
            <a:ext cx="130925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7705" y="5619750"/>
            <a:ext cx="129020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5분 안에 핵심이 전달되는가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6.2 평가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규모가 크다고 점수가 높지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페이지 3개짜리 사이트가 깔끔하게 동작하는 것이, 페이지 10개인데 절반이 깨진 것보다 훨씬 좋은 결과물입니다.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AI를 도구로 제대로 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수업은 생성형 AI 사용을 전면 허용합니다.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AI를 도구로 제대로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다만 읽지 않고 붙여 넣으면 학기 말에 남는 것이 없습니다.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좋은 요청문의 네 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내가 누구인지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"웹을 배운 지 14주 된 대학 1학년이야". 설명의 눈높이가 완전히 달라집니다.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조건을 숫자로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"예쁘게"가 아니라 "색 3가지, 본문 16px, 줄 간격 1.7".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안 배운 것을 말하기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"React는 아직 안 배웠으니 순수 JS로".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번에 하나만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기능 세 개를 한 번에 시키면 어디가 틀렸는지 알 수 없습니다.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AI를 도구로 제대로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읽습니다.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이해 안 되는 줄이 있으면 "이 줄이 뭐야?"를 이어서 묻습니다.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실행합니다.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AI는 없는 CSS 속성과 동작하지 않는 API를 자신 있게 알려 줍니다.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줄을 일부러 지워 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예상대로 망가지면 이해한 것입니다.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직접 고쳐 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그래야 내 코드가 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AI를 도구로 제대로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상단 학습 자료 메뉴의 AI 프롬프트 카드에 상황별 요청문과 받은 답을 검증하는 절차를 정리해 두었습니다.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과제 제출물에는 AI에게 무엇을 어떻게 물었는지도 함께 남깁니다.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학기를 마치며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학기를 마치며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만들던 것을 계속 만드세요.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학기의 결과물은 끝이 아니라 시작점입니다.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GitHub에 계속 쌓으세요.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잔디는 하루아침에 만들어지지 않습니다. 4학년 때 큰 차이가 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남의 사이트를 뜯어보세요.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마음에 드는 사이트를 F12로 열어 보는 것이 가장 좋은 공부입니다.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다음 단계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프론트로 가고 싶다면 React·TypeScript, 백엔드로 가고 싶다면 Node.js·데이터베이스.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학기를 마치며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학기가 끝나도 이 학습사이트는 그대로 열려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주차별 강의·이론 편람·코드 실습장·예제 갤러리·AI 프롬프트 카드는 언제든 다시 볼 수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학기 수고 많았습니다.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3개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배포용 index.html의 head를 완성하세요. charset·viewport·title·description·canonical과 OG 메타 6종(type·title·description·image·url·site_name)이 모두 들어가야 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og:image는 반드시 https://로 시작하는 절대 주소여야 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&lt;!doctype 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&lt;html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lang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"ko"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charset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"viewport"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"width=device-width, initial-scale=1"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&lt;title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김한신의 포트폴리오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&lt;/title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"description"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"한신대 AI·SW계열 1학년이 만든 첫 웹사이트입니다."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&lt;link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"canonical"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"https://kimhanshin.github.io/"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"og:type"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"website"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"og:title"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"김한신의 포트폴리오"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"og:description"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"한신대 AI·SW계열 1학년이 만든 첫 웹사이트입니다."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"og:image"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"https://kimhanshin.github.io/og-image.png"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"og:url"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"https://kimhanshin.github.io/"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"og:site_name"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"김한신의 포트폴리오"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"twitter:card"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"summary_large_image"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김한신의 포트폴리오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배포 후 CSS와 이미지가 안 뜨는 아래 코드를 고치세요. 문제는 경로가 루트(/)로 시작하는 것과 파일명 대소문자입니다. 실제 파일명은 style.css와 logo.png입니다.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Pages의 리포 하위 주소에서는 /로 시작하는 경로가 사이트 루트를 가리켜 파일을 못 찾습니다.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&lt;link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"stylesheet"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"style.css"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&lt;img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"images/logo.png"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"로고"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"about.html"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소개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· 심화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Term 프로젝트 소개 문서를 HTML로 만드세요. 프로젝트 이름·한 줄 소개·배포 주소 링크(새 탭)·주요 기능 목록·사용 기술이 들어가야 하고, 시맨틱 태그로 감싸세요.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실제 GitHub 리포에는 README.md로 쓰지만, 여기서는 HTML 구조 연습으로 만들어 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&lt;main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학과 안내 사이트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한신대 AI·SW계열 신입생을 위한 학과 안내 웹사이트입니다.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🔗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"https://kimhanshin.github.io/dept-guide/"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target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"_blank"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rel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"noopener"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배포된 사이트 보기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&lt;section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주요 기능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학년별 커리큘럼 표 (반응형)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동아리 카드 갤러리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33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FAQ 아코디언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다크모드 전환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&lt;/section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&lt;section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사용 기술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HTML5 (시맨틱 마크업)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CSS3 (Flexbox, Grid, 미디어쿼리, CSS 변수)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JavaScript (DOM, 이벤트, localStorage)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GitHub Pages 배포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&lt;/section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&lt;/main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14주차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14주차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14주차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종합 정리 및 과제 평가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15주차 · 기말고사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