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7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5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E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2부 · 4교시 ·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총정리 —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맞춤형 수정과 다음 걸음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16:25~17:20 · 강사 정동엽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교시, 한 결과가 다음 교시의 재료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20938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E6F4EE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만든 것을 한 파일에 모읍니다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서류를 지원할 공고와 내 흥미 유형에 맞춰 고칩니다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패들릿에 총정리 카드를 올리고 서로 한마디를 남깁니다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페이지와 다음 걸음 한 가지를 정합니다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맞춤 수정본 · 다음 걸음 한 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단계로 오늘을 마무리합니다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막히면 그 자리에서 손을 들거나 패들릿 「질문 있어요」에 올립니다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만든 것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파일에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 수정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· 흥미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유형에 맞춰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한마디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다른 카드에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댓글 한 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올리기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설문 · 상담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다음 걸음으로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이어 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① · 오늘 만든 것 모으기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흩어진 결과를 한 파일에 모읍니다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 · 메모장 · AI 대화창에 흩어진 것을 지금 한곳에 모아야 집에 가서도 이어 갑니다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모을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다섯 가지가 한 파일에 있나요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흥미검사 결과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유형 두 가지 · 잘 맞는 직종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핵심 역량 · 키워드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성과 문장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초안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문항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예상 면접 질문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3개와 내 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파일 이름 예: 경산취업특강_내서류_20261106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② · 맞춤형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경험도 공고마다 다르게 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낱말을 살리고, 내 흥미 유형의 강점이 드러나게 — 없는 경험은 더하지 않습니다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같은 경험, 두 공고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공고가 달라지면 강조점이 달라집니다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물류 관리 공고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정확성 · 재고 관리 강조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주간 재고표로 품절을 미리 알림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입출고 수량을 날마다 대조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낱말: 재고 · 정확성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사무 · 경리 공고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정리 · 문서 관리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거래처 서류를 엑셀로 정리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납기 일정표를 만들어 공유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낱말: 문서 · 일정 관리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W4-1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맞춤 수정 — 공고 · 흥미 유형에 맞춰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공고 · 흥미 유형 · 내 문장을 함께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직업상담 경험 많은 취업 컨설턴트 [자료] 흥미 유형 · 희망 직종 · 공고의 업무와 자격 · 오늘 쓴 문장 [과업] 공고 낱말을 살리고 흥미 유형의 강점이 드러나게 고치기, 없는 경험은 쓰지 않기 [형식] 고친 문장 · 바꾼 이유 세 줄 · 채울 사실 질문 두 개 [조건] 과장 없이 담백하게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고친 문장도 사실 그대로인지 다시 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③ · 총정리 카드와 서로 한마디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오늘의 나를 한 장에 남깁니다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총정리 카드는 개인 맞춤 페이지에 함께 반영됩니다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0" y="1181100"/>
            <a:ext cx="31432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3256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16100" y="1295400"/>
            <a:ext cx="2400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47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477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 「총정리 · 오늘의 다짐」 열에 올립니다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별명 또는 이름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1교시 카드와 같게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49377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49377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60807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나의 흥미 유형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관습형 · 현실형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49377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451104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51104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62534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고른 직종 · 공고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회사 이름은 빼도 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3500" y="451104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552831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52831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64261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고친 한 문장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가장 마음에 드는 문장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0" y="552831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43000" y="654558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654558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65988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 한 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언제까지 무엇을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3500" y="654558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양식은 학습사이트 「4교시 총정리」 화면과 패들릿 안내 카드 댓글에서 복사합니다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서로 한마디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다른 분 카드에 이렇게 댓글을 남깁니다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좋았던 문장 하나를 짚어 줍니다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그 사람의 강점이 보인 곳을 한 줄로 말해 줍니다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고칠 점은 질문으로 — 「이 숫자는 언제 일인가요?」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개인정보를 묻거나 적지 않습니다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사람에게 한 줄이면 충분합니다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④ · 개인 맞춤 페이지와 다음 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오늘이 끝이 아니라 첫걸음입니다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개인 맞춤 페이지 · 공식 검사 · 취업상담으로 이어 갑니다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개인 맞춤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주소는 내 카드의 댓글로 받습니다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공개를 원하지 않는 내용은 카드에서 지우면 페이지에도 넣지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소개 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올린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4교시에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올린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두 카드로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페이지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 받기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카드 댓글로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특강 뒤에 갈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걸음을 이어 갈 세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경산시취업지원센터 취업상담 — 053-811-3037~8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고용24(work24.go.kr) 직업심리검사로 공식 결과를 받아 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 흥미검사 · 프롬프트는 특강 뒤에도 그대로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제도의 내용은 바뀔 수 있으니 공식 사이트에서 확인합니다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4시간, 나를 정리하고 서류를 쓴 하루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 → 직무 → 서류 → 맞춤 수정, 이 순서는 모든 지원에 다시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만든 것을 한 파일에 모았습니다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공고마다 강조점을 바꿔 고칩니다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총정리 카드가 개인 맞춤 페이지의 재료입니다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 한 가지를 정했습니다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설문 작성 · 취업상담 연계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