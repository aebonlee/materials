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품질·검사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데이터 분석·보고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2일차 · 10/31(토) · 모듈 3·4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3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보고서·임원 요약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코멘트에서 원인을 뽑고, 월간 보고서 양식을 채우고, 임원이 1분에 읽는 다섯 줄로 줄입니다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보고서가 만들어지는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코멘트 → 클러스터 → 트렌드 → 보고서 →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코멘트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검사원 자유 서술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수백 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클러스터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비슷한 코멘트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묶음·핵심 원인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트렌드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월별·라인별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늘고 주는 것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양식에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표·차트 자리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임원용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앞 단계의 산출물이 다음 단계 프롬프트의 입력이 됩니다 — 한 대화에서 이어 가되 주제가 바뀌면 새 대화로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같은 데이터, 다른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실무자 보고서와 임원 요약은 다른 문서입니다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실무자 월간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근거가 다 보여야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불량률·유형별 건수·파레토 표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관리도와 이상 신호 목록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시정조치 진행 현황 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다섯 줄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판단에 필요한 것만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한 줄 결론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큰 변화 한 가지와 숫자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결정이 필요한 것 한 가지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코멘트 클러스터링과 핵심 원인 추출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묶음마다 대표 원문 보여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데이터를 분석하는 QA 담당자로서, 아래 검사 코멘트 [붙여 넣기] 를 내용이 비슷한 것끼리 5~8개 묶음으로 나눠줘. 묶음마다 이름·건수·대표 원문 두 개·추정 원인 한 줄을 표로 정리하고, 추정 원인은 '추정'이라고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건수가 가장 많은 묶음의 월별 추이 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코멘트 클러스터링과 핵심 원인 추출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묶음 수를 범위로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5~8개 — 너무 적으면 뭉개지고 많으면 흩어진다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대표 원문을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묶음 이름이 맞는지 원문으로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추정은 추정이라 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보고서에 사실처럼 옮겨지는 사고를 막는다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묶음은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대표 원문으로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품질 보고서 양식 채우기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수치는 [수치]로 비워 두기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월간 품질 보고서 양식(목차·항목)에 맞춰 초안을 써줘. 각 항목에 들어갈 문장을 쓰되 실제 수치는 [수치]로 비워 두고, 표가 들어갈 자리는 「표: 열 이름 목록」, 차트가 들어갈 자리는 「차트: 종류·축」으로 표시해줘. 지난달과 비교하는 문장은 '[증감]'으로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양식의 항목 순서가 그대로인지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품질 보고서 양식 채우기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양식을 먼저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목차가 있으면 회사 보고서가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표·차트는 자리만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표는 엑셀에서 붙인다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숫자는 파일에서 직접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초안의 숫자는 믿지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보고서는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 → 초안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→ 숫자 채움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입력 기반 자연어 해석과 권고 액션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액션은 '권고'로, 결정은 사람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X-bar·R 관리도 요약(중심선·UCL·LCL·이상 신호 목록)을 읽고, 공정 상태를 품질 회의에서 말하듯 네 문장으로 해석해줘. 이어서 권고 액션을 즉시·단기·장기 세 가지로 나눠 표로 제안하고, 각 액션에 '확인 필요한 데이터' 열을 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권고 액션이 이상 신호와 연결돼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입력 기반 자연어 해석과 권고 액션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수치를 표로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그림은 못 읽는다 — 숫자 요약을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시간 축으로 나누기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즉시·단기·장기가 회의 결정 단위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데이터 열을 요구하기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액션의 근거가 비었는지 바로 보인다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액션은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권고까지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결정은 회의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보고용 다섯 줄 요약과 시각화 제안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결정이 필요한 것을 마지막 줄에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월간 품질 보고서 초안을 임원이 1분 안에 읽을 다섯 줄로 요약해줘. 1줄 이번 달 결론, 2줄 가장 큰 변화와 숫자, 3줄 원인, 4줄 조치 현황, 5줄 결정이 필요한 사항. 이어서 이 다섯 줄을 뒷받침할 차트 한 개를 종류·축·강조할 점으로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내용을 메신저 보고용 세 줄로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보고용 다섯 줄 요약과 시각화 제안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줄마다 역할을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결론·변화·원인·조치·결정 — 빠지는 줄이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차트는 한 개만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화면에는 하나가 남는다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 사항을 끝에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읽고 나서 무엇을 해야 하는지가 보인다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요약은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줄 수와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줄의 역할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3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코멘트 묶음표와 핵심 원인·추정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양식에 맞춘 월간 품질 보고서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해석 문장과 즉시·단기·장기 권고 액션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임원용 다섯 줄 요약과 차트 한 개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보고서를 쓰는 시간이 아니라 보고서를 검토하는 시간이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4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8D·5Why·재발방지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하나를 8D 여덟 단계로 끝까지 끌고 가며, 원인 분석과 대책 평가·표준화 문서를 AI 와 함께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8D 여덟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D1 팀 구성부터 D8 종결까지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47625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적는가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D1·D2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84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구성·문제 정의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관련 부서·역할 / 무엇이·어디서·언제·얼마나 — 숫자로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84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임시 조치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유출을 막는 봉쇄 조치와 확인 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84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근본 원인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5Why·특성요인도(4M+1E)로 발생·유출 원인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D5·D6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대책 선정·실행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 평가 → 선정 → 실행과 효과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D7·D8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84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재발 방지·종결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63436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63436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표준·도면·검사 기준 개정, 수평 전개, 팀 인정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D4 근본 원인에 5Why 와 특성요인도가 들어갑니다 — 이 모듈의 실습은 D1 → D8 순서로 한 문제를 끝까지 다룹니다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원인 분석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5Why 와 특성요인도(4M+1E)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5Why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「왜」를 다섯 번 이어 물어 근본 원인까지 내려간다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 원인과 유출 원인을 따로 묻는 것이 요령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특성요인도 4M+1E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사람·기계·재료·방법 + 환경 다섯 가지로 원인 후보를 펼친다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에는 후보 도출을, 검증은 현장에서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도구 모두 AI 가 내놓는 것은 「후보」입니다 — 현장 확인으로 걸러진 것만 8D 에 적습니다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8D 보고서 D1~D3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문제 정의는 숫자로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문제 해결을 이끄는 QA 리더로서, 아래 불량 상황 [붙여 넣기] 으로 8D 보고서 D1~D3 초안을 써줘. D1 은 역할별 팀 구성 표, D2 는 무엇이·어디서·언제·얼마나를 숫자로 적되 모르는 값은 [빈칸], D3 는 임시 조치 후보 세 가지와 각각의 확인 방법을 표로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D2 를 고객에게 보여 줄 중립적 문장으로 다시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8D 보고서 D1~D3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상황 설명에 사실만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추정을 섞으면 D2 가 흐려진다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모르는 값은 비워 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채운 숫자는 8D 의 신뢰를 깎는다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D3 는 확인 방법까지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조치했다가 아니라 막혔는지 확인했다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D2 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숫자로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추정 없이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5Why 와 특성요인도 자동 도출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발생 원인과 유출 원인을 따로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D2 문제 정의로 5Why 분석을 두 갈래로 해줘. 하나는 '왜 발생했나', 하나는 '왜 검사에서 걸러지지 않았나'. 각 단계마다 현장에서 확인할 방법을 붙여줘. 이어서 특성요인도 4M+1E 로 원인 후보를 요인별 세 개씩 표로 펼치고, 5Why 결과와 겹치는 후보에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번째 '왜'가 관리 체계의 문제까지 내려갔는지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5Why 와 특성요인도 자동 도출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갈래로 묻기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발생과 유출은 원인이 다르다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방법을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후보를 현장에서 걸러낼 수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겹치는 후보에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도구가 같이 가리키는 곳부터 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원인은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후보 →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재발방지 대책 후보와 효과·실행성 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평가 기준은 미리 정해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근본 원인에 대해 재발방지 대책 후보를 다섯 개 제안해줘. 각 후보를 효과(상·중·하)·실행 난이도(상·중·하)·비용(상·중·하)·필요 기간으로 평가하는 표를 만들고, 평가 근거를 한 줄씩 붙여줘. 사람 주의에 기대는 대책은 따로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상위 두 대책의 실행 계획을 담당·기한 [빈칸] 표로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재발방지 대책 후보와 효과·실행성 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평가 축을 먼저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효과·난이도·비용·기간 — 회사 기준으로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'주의 강화'를 걸러 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 주의에 기대는 대책은 재발한다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상위 대책만 계획으로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개 다 하지 않는다 — 두 개를 끝까지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대책은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평가표로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고른다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시정조치 표준화 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바뀐 것과 안 바뀐 것을 나눠 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선정된 대책 [붙여 넣기] 을 표준화하는 시정조치 문서를 써줘. 개정 대상(작업표준·검사 기준·도면·교육)별로 바뀌기 전·바뀐 후 두 열 표로 정리하고, 수평 전개할 유사 공정·제품을 제안하고, 효과 확인 방법과 확인 시점을 [빈칸]으로 남겨줘. 마지막에 D8 종결 체크리스트를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개정 대상 문서 이름이 실제 사내 문서명과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시정조치 표준화 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두 열로 받기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바뀌었는지 한눈에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수평 전개를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원인이 옆 라인에도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종결 체크리스트로 닫기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D8 이 빠진 8D 가 가장 많다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표준화는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수평 전개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4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D1~D3 초안 — 팀·숫자로 쓴 문제 정의·임시 조치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갈래 5Why 와 4M+1E 원인 후보 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효과·난이도·비용·기간으로 평가한 대책 선정표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두 열 시정조치 문서와 D8 종결 체크리스트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문제를 8D 로 끝까지 — 다음 문제부터는 이 틀을 복사합니다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5Why 로 내놓은 근본 원인을 8D 보고서 D4 에 적기 전에 꼭 해야 할 일은?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임원 보고용으로 다섯 줄 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현장에서 확인 방법대로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특성요인도로 다시 그리기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영문으로 번역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의 5Why 와 특성요인도는 원인 「후보」입니다. 각 단계에 붙인 확인 방법대로 현장에서 검증한 것만 D4 에 적어야 8D 가 재발을 막습니다.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