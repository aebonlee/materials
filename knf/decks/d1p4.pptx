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4교시 · 학습개요 · 실습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핵심 과제 정의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문제정의서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불만을 다룰 수 있는 문제로 바꿉니다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「문제 = 목표와 현상의 차이」로 문제를 한 문장에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5W1H 로 현상을, SMART 기준으로 목표를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초안에서 지어낸 사실과 원인 단정을 찾아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팀 문제정의서 1장 — 2일차 KPI 분석의 출발점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문제 = 목표 − 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불만과 문제는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불만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조사하고 언제 끝날지 정할 수 없다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「불량이 많다」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「납기가 늦다」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목표와 현상의 차이가 숫자로 드러난다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클레임이 7월보다 늘었다</a:t>
            </a:r>
          </a:p>
        </p:txBody>
      </p:sp>
      <p:sp>
        <p:nvSpPr>
          <p:cNvPr id="20" name="Oval 19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클레임을 7월 수준 이하로 되돌린다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5W1H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현상은 5W1H 로 — 빈 칸이 곧 확인할 데이터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5W1H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50825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새벽정밀에서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언제부터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8월 들어 (시작일은 데이터로)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Where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433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433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공정·설비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4337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14337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아직 모름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3870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3870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일어났나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83870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83870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클레임·납기 지연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53402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53402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누가 영향을 받나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53402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53402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고객사·출하·생산 계획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Why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229350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229350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중요한가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6229350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6229350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비용·고객 신뢰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842260" cy="619125"/>
          </a:xfrm>
          <a:prstGeom prst="roundRect">
            <a:avLst>
              <a:gd name="adj" fmla="val 6153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6517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How much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23360" y="6924675"/>
            <a:ext cx="50825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8610" y="6924675"/>
            <a:ext cx="48920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얼마나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6924675"/>
            <a:ext cx="80010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9250" y="6924675"/>
            <a:ext cx="78105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7월과 비교해 숫자로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 는 아직 모른다 — 2일차 KPI 로 좁힌다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목표는 SMART 로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4025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좋은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 구체적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품질을 높인다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불량률을 낮춘다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M 측정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많이 줄인다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719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719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 평균 수준 이하로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 달성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0 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958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958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 수준 회복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 관련성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포장 속도 향상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6197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6197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클레임·납기 직결 지표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T 기한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앞으로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343650"/>
            <a:ext cx="67208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343650"/>
            <a:ext cx="65303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착수 후 4주 안에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4일 뒤 이 목표를 이뤘는지 숫자로 말할 수 있어야 한다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문제정의서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여섯 칸 — 원인 칸은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· 영향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5W1H 사실만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고객·납기·비용 영향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범위 · 목표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다루지 않을 것까지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SMART 목표 한두 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제약 · 데이터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시간·인력·보안 조건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→ 파일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원인은 3일차에 데이터로 찾는다 — 지금은 질문으로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초안 → 팀이 고친다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「모르는 것은 모른다고 적어 달라」를 빼면 AI 가 빈칸을 숫자로 채운다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재료 모으기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 5개·제약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초안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여섯 칸·원인 금지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팀이 고치기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관점 나눠 맡기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SMART 점검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목표만 따로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1장 공유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한 문장 30초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틀리기 쉬운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바로잡는 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계산하지 않은 숫자가 현상에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지우고 「(데이터로 확인)」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특정 공정을 원인으로 단정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「확인할 데이터」에 질문으로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목표에 숫자·기한이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기준값 출처와 기한을 넣는다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범위가 라인 전체·모든 문제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「다루지 않을 것」을 적는다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고칠 때는 세 명이 사실 · 원인 단정 · SMART 를 하나씩 맡는다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문제를 「목표와 현상의 차이」로 한 문장에 썼다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현상 칸에 확인하지 않은 숫자나 지어낸 사실이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어디에도 원인을 단정한 문장이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목표가 SMART 다섯 기준을 모두 충족한다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확인할 데이터의 질문마다 파일 이름이 붙어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4교시 · 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4교시 · 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프롬프트의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오후에는 프롬프트 엔지니어링과 제조 데이터 정제를 실습합니다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역할·맥락·과업·형식·검증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제조 도메인 페르소나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데이터 사전 만들기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오류 8종 정제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문제정의서 1장(팀명_문제정의서_1012)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