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1-1 · 리눅스 커맨드 기초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텍스트 처리와 파이프라인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작은 명령을 | 로 이어 로그에서 숫자를 뽑는다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grep 의 -c · -i · -v · -n 으로 원하는 줄만 골라낸다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sort | uniq -c | sort -rn 을 한 덩어리로 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cut -d ' ' -f N 으로 칸을 잘라 집계한다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&gt; · &gt;&gt; · tee 로 결과를 파일에 남긴다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실무 로그는 수십만 줄 — 눈으로 볼 수 없어 걸러 세어야 하고, 그 도구가 grep·sort·uniq·wc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access.log 하나를 여덟 단계로 여러 각도에서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파일을 만들지 않습니다 — 한 데이터를 여러 각도로 보는 감각이 이 과정 내내 쓰입니다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로그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히어독으로 8줄 · wc -l 이 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grep 으로 고르기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-c · -i · -v · -n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파이프로 잇기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sort | uniq -c | sort -rn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자르고 앞뒤 보기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cut · head · tail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남기고 키우기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&gt; · &gt;&gt; · tee · 800줄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파이프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앞 명령의 출력이 곧바로 뒤 명령의 입력으로 흐른다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원본을 읽어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grep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걸러내고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모양을 바꾸고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sort | uniq -c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모아 세고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sort -rn · 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정렬해 저장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아주 작은 데이터 파이프라인 — 5주차 Spark 도 규모만 다를 뿐 순서는 똑같다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| 는 다음 명령에 넘기고 &gt; 는 파일에 쓴다 — | 는 몇 번이든, &gt; 는 보통 맨 끝 한 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실습 1H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2·6단계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grep — 원하는 줄만, 반대로, 겹쳐서, 앞뒤 맥락까지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6362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304520" y="2781300"/>
            <a:ext cx="38404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04520" y="2781300"/>
            <a:ext cx="3840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grep ERROR access.log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ERROR 가 든 줄만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04520" y="3448050"/>
            <a:ext cx="38404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399770" y="3448050"/>
            <a:ext cx="36499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969544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3969544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grep -c ERROR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3969544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3969544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개수만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304520" y="3969544"/>
            <a:ext cx="38404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399770" y="3969544"/>
            <a:ext cx="36499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491038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491038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grep -i error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491038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491038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대소문자 무시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304520" y="4491038"/>
            <a:ext cx="38404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99770" y="4491038"/>
            <a:ext cx="36499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012531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012531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grep -v ERROR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012531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012531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반대로 — 아닌 줄만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304520" y="5012531"/>
            <a:ext cx="38404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399770" y="5012531"/>
            <a:ext cx="36499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5줄 (3 + 5 = 8)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534025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534025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grep -n ERROR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5534025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8970" y="5534025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줄 번호까지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304520" y="5534025"/>
            <a:ext cx="38404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399770" y="5534025"/>
            <a:ext cx="36499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번호가 앞에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055519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055519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grep -E 'ERROR|WARN'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03720" y="6055519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98970" y="6055519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또는(OR) — -E 가 | 를 「또는」으로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304520" y="6055519"/>
            <a:ext cx="38404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399770" y="6055519"/>
            <a:ext cx="36499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6577012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6577012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grep INFO … | grep kim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03720" y="6577012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98970" y="6577012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그리고(AND) — 파이프로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304520" y="6577012"/>
            <a:ext cx="38404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399770" y="6577012"/>
            <a:ext cx="36499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kim 의 2줄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7098506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7098506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grep -B 1 -A 1 WARN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03720" y="7098506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98970" y="7098506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 1줄 · 뒤 1줄 맥락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3304520" y="7098506"/>
            <a:ext cx="38404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399770" y="7098506"/>
            <a:ext cx="36499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WARN 가운데 3줄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grep 에 AND 옵션은 없다 — 파이프로 이어서 거른다. 오류는 그 줄만 보면 원인을 못 찾으니 -A · -B 를 자주 쓴다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실습 1H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· 일부러 실패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uniq 는 이웃한 중복만 묶는다 — sort 를 빼면 집계가 틀린다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sort 없이 uniq -c 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떨어져 있는 같은 줄이 따로따로 세어진다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ERROR db timeout 이 세 군데 흩어져 있다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이웃하지 않으니 각각 1 로 센다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실무에서 집계가 이상하게 나오는 흔한 원인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sort | uniq -c | sort -rn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덩어리로 외워 둔다 — 첫 줄이 3 ERROR db timeout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sort — 같은 줄을 이웃하게 모은다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uniq -c — 묶으면서 개수를 앞에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sort -rn — 숫자(n) 기준 내림차순(r)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4·5단계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cut 으로 칸을 잘라 집계 — 미니 과제까지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79629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앞 3줄 / 뒤 2줄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head -n 3 · tail -n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664440" y="34480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59690" y="34480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번째 칸만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cut -d ' ' -f 2 access.log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664440" y="41719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59690" y="41719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-d 구분자 · -f 몇 번째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레벨(첫 칸) 집계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cut -d ' ' -f 1 … | sort | uniq -c | sort -rn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8958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8958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INFO 4 · ERROR 3 · WARN 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사용자별 접속 횟수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grep 'user=' … | cut -d ' ' -f 3 | sort | uniq -c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664440" y="56197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759690" y="56197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 user=kim 이 맨 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순서 고정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3436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3436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… | sort -k1,1rn -k2,2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664440" y="63436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759690" y="63436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개수 같으면 이름순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긴 파이프라인은 | 앞까지만 먼저 실행해 결과를 보고 한 조각씩 붙인다 — 어디서 틀렸는지 바로 보인다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실습 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7·8단계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결과를 파일로 남기고, 파일이 커져도 명령은 그대로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&gt; 덮어쓰기 · &gt;&gt; 이어 붙이기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grep ERROR &gt; errors.txt(3줄) → grep WARN &gt;&gt; errors.txt(4줄)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tee — 화면에도, 파일에도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… | sort -rn | tee level_count.txt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800줄로 키워도 명령은 그대로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access.log 를 100번 이어 붙인 big.log 도 같은 명령 → INFO 400 · ERROR 300 · WARN 100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원본 보호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결과는 항상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다른 이름으로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for i in $(seq 1 100); do cat access.log; done &gt; big.log — $( ) 는 괄호 안(seq 1 100 → 1…100)을 먼저 실행해 그 자리에 넣는다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숫자가 이렇게 나오면 성공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wc -l access.log 가 8 — 다르면 붙여넣기가 잘린 것, 지우고 다시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grep -c ERROR 가 3, grep -v ERROR 가 5줄 (3 + 5 = 8)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sort | uniq -c | sort -rn 첫 줄이 3 ERROR db timeout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cut -f 1 집계가 INFO 4 · ERROR 3 · WARN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big.log 가 800줄, 집계가 정확히 100배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더 풀어 보기 — 가장 많은 오류 한 줄(head -n 1) · user= 없는 줄 수(-vc → 4) · 이름만(sort -u)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실습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1-1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쓴 명령을 한 장으로 모으고, 자주 겪는 오류 세 가지를 미리 짚습니다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오늘의 커맨드 요약표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체크리스트 6항목 점검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command not found · Permission denied · No such 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예상 질문과 1-2 예고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errors.txt · level_count.txt 가 남은 상태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