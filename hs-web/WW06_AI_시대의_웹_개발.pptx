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시대의 웹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AI가 바꾼 것과 바꾸지 않은 것, 도구로 제대로 쓰는 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코딩 도구가 개발 과정의 어디를 대신하는지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대신할 수 없는 능력이 무엇인지 구체적으로 말할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좋은 요청문의 조건을 알고 실제로 쓸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준 코드를 검증하는 절차를 실행할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시대에 기초를 배우는 것이 왜 더 중요해졌는지 설명할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06436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6436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생성형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2615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2615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바이브코딩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0050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0050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프롬프트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6389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6389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환각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0533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0533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4677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4677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코드 리뷰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39310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310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기초의 가치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55039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5039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학습 전략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무엇이 바뀌었는가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년 사이에 코드를 쓰는 방식이 실제로 바뀌었습니다.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무엇이 바뀌었는가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7051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705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2781300"/>
            <a:ext cx="63627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87000" y="2781300"/>
            <a:ext cx="6858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0" y="2781300"/>
            <a:ext cx="6858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705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51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문법 외우기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14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레퍼런스를 찾아 가며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3448050"/>
            <a:ext cx="685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82250" y="3448050"/>
            <a:ext cx="666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AI에게 물어보면 즉시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705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51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반복 코드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14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복사·붙여넣기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87000" y="4171950"/>
            <a:ext cx="685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82250" y="4171950"/>
            <a:ext cx="666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설명하면 만들어 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705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51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첫 초안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814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화면에서 시작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895850"/>
            <a:ext cx="685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82250" y="4895850"/>
            <a:ext cx="666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초안에서 시작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705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51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오류 해석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814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검색해서 비슷한 사례 찾기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5619750"/>
            <a:ext cx="685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82250" y="5619750"/>
            <a:ext cx="666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메시지를 붙여 넣고 물어보기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705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514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62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814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87000" y="6343650"/>
            <a:ext cx="685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82250" y="6343650"/>
            <a:ext cx="666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여전히 사람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문법을 외우고, 비슷한 코드를 반복해서 치고, 처음부터 한 줄씩 쌓아 올리던 일의 상당 부분을 AI가 대신합니다.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무엇이 바뀌었는가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변화를 두고 "이제 개발자가 필요 없다"고 말하는 사람도 있지만, 실제 현장에서 벌어진 일은 다릅니다.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코드를 만드는 속도는 빨라졌고, 그 코드가 맞는지 판단하는 일의 비중이 커졌습니다.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대신할 수 없는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이것들은 여전히 사람의 일입니다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만들지 정하기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AI는 요청받은 것만 만듭니다. 무엇을 요청할지는 사람이 정합니다.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받은 코드가 맞는지 판단하기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AI는 자신 있게 틀립니다. 검증하려면 알아야 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왜 그런지 설명하기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면접에서, 코드 리뷰에서, 팀원에게. 붙여 넣은 사람은 설명할 수 없습니다.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문제를 정확히 서술하기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"안 돼요"로는 AI도 못 고칩니다. 무엇이 어떻게 안 되는지 말할 수 있어야 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맥락 안에서 고르기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프로젝트에 맞는 방법, 이 팀의 관례, 이 사용자의 사정.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대신할 수 없는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다섯 가지에 공통점이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전부 기초를 아는 사람만 할 수 있는 일입니다.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역설적으로, AI가 잘할수록 기초의 가치가 올라갑니다.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AI는 자신 있게 틀립니다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환각(hallucination) — AI가 존재하지 않는 것을 그럴듯하게 만들어 내는 현상입니다.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실제로 자주 겪는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① 존재하지 않는 CSS 속성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align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vertical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center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그런 속성 없습니다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② 존재하지 않는 메서드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array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removeAt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JS에 없습니다 (splice입니다)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contains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JS에 없습니다 (includes입니다)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③ 낡은 방식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$.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ajax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 ... });          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jQuery가 없으면 동작 안 함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this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화살표 함수 이전 시대의 관용구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④ 라이브러리 이름을 지어냄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formatDate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'react-date-helper'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그런 패키지 없음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웹 개발에서는 이런 식으로 나타납니다.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AI는 자신 있게 틀립니다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문제는 "틀렸다"가 아니라 "그럴듯하다"입니다.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문법이 자연스럽고 이름이 합리적이라 모르는 사람은 알아챌 수 없습니다.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실행해 보기 전까지는 맞다고 치지 마세요.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AI가 특히 약한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최신 정보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시점 이후의 변경 사항을 모릅니다.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프로젝트의 맥락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파일 구조, 팀 관례, 이미 있는 코드를 모릅니다.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"이게 정말 필요한가"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요청하면 만들어 줍니다. 필요 없다고 말해 주지 않습니다.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미묘한 버그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대체로 동작하는데 특정 조건에서만 틀리는 코드를 자주 만듭니다.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제대로 쓰는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네 가지를 넣으면 답의 질이 크게 달라집니다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내가 누구인지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"웹을 배운 지 14주 된 대학 1학년이야". 설명의 눈높이가 완전히 달라집니다.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조건을 숫자로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"예쁘게"가 아니라 "색 3가지, 본문 16px, 줄 간격 1.7".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안 배운 것을 말하기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"React는 아직 안 배웠으니 순수 JS로". 이해 못 할 코드를 안 받게 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번에 하나만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기능 세 개를 한 번에 시키면 어디가 틀렸는지 알 수 없습니다.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나쁜 요청 vs 좋은 요청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❌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"할 일 목록 만들어 줘"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→ 처음 보는 라이브러리가 섞인 200줄이 옵니다. 고칠 수도 없습니다.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✅ "순수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JavaScript로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할 일 목록을 만들어 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- 라이브러리 없이, 파일 하나로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- 입력 → 추가 → 목록 표시 → 삭제 까지만. 저장 기능은 아직 넣지 마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-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대신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textContent와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createElement를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써 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- 상태를 바꾸고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()로 다시 그리는 구조로 나눠 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- 나는 웹을 배운 지 14주 된 1학년이야. 한 줄씩 주석을 달아 줘"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"안 돼요"로는 아무도 못 고칩니다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① 내가 기대한 것: 버튼을 누르면 숫자가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올라간다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② 실제로 일어난 것: 아무 일도 안 일어난다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③ 콘솔 오류 메시지: (그대로 복사 / 없으면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"없음"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④ 코드: (붙여넣기)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"고친 코드를 주기 전에, 무엇이 왜 문제였는지 먼저 설명해 줘."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받은 뒤에 반드시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읽습니다.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이해 안 되는 줄이 하나라도 있으면 "이 줄이 뭐야?"를 이어서 묻습니다.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실행합니다.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설명만 읽고 넘어가면 아무것도 안 남습니다.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줄을 일부러 지워 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예상대로 망가지면 이해한 것이고, 아니면 아직 모르는 것입니다.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직접 고쳐 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값을 바꾸고, 기능을 하나 더 붙여 봅니다. 그래야 내 코드가 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받은 뒤에 반드시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사이트의 AI 프롬프트 카드(상단 학습 자료 메뉴)에 상황별 요청문과 카드마다 "받은 뒤 반드시 할 것" 을 정리해 두었습니다.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 검증 항목이 없는 카드는 만들지 않았습니다 — 검증 없는 프롬프트는 붙여넣기 연습이 되기 때문입니다.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"바이브코딩"의 두 얼굴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바이브코딩(vibe coding) 은 문법을 몰라도 AI에게 말로 시켜 결과물을 만드는 방식을 가리키는 말입니다.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"바이브코딩"의 두 얼굴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8961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896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좋은 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7200" y="2781300"/>
            <a:ext cx="90678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7200" y="2781300"/>
            <a:ext cx="9067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위험한 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896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705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빠르게 결과물을 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3448050"/>
            <a:ext cx="9067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2450" y="3448050"/>
            <a:ext cx="8877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만든 것을 설명할 수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896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705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처음부터 막히지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4171950"/>
            <a:ext cx="9067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2450" y="4171950"/>
            <a:ext cx="8877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조금만 틀어지면 고칠 수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896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705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아이디어를 빨리 시험한다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4895850"/>
            <a:ext cx="9067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2450" y="4895850"/>
            <a:ext cx="8877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실력이 늘지 않는다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896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705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재미가 붙는다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7200" y="5619750"/>
            <a:ext cx="9067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2450" y="5619750"/>
            <a:ext cx="8877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것을 못 알아본다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강력하지만 위험도 함께 있습니다.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수업의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사용은 전면 허용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금지는 하나 — 읽지 않고 붙여 넣는 것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입니다. 읽고, 고치고, 설명할 수 있으면 얼마든지 쓰세요.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제출물에는 AI에게 무엇을 어떻게 물었는지 함께 남깁니다.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질문을 하는 것도 실력입니다.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시험은 사이트에서 직접 응시합니다.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결국 답을 쓰는 것은 여러분 자신입니다.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무엇을 배워야 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AI가 코드를 잘 쓸수록, 코드를 잘 쓰는 것보다 코드를 잘 판단하는 것의 가치가 커집니다.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무엇을 배워야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22099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22099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시대에 값이 떨어진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02097" y="2781300"/>
            <a:ext cx="774290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02097" y="2781300"/>
            <a:ext cx="774290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시대에 값이 오른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22099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0304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문법을 외우고 있는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02097" y="3448050"/>
            <a:ext cx="774290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7347" y="3448050"/>
            <a:ext cx="75524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동작 원리를 이해하는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822099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80304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빠르게 타이핑하는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2097" y="4171950"/>
            <a:ext cx="774290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7347" y="4171950"/>
            <a:ext cx="75524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문제를 정확히 서술하는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822099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80304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라이브러리 사용법을 아는 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2097" y="4895850"/>
            <a:ext cx="774290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7347" y="4895850"/>
            <a:ext cx="75524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적절한 도구를 고르는 판단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822099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80304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혼자 오래 붙들고 해결하는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2097" y="5619750"/>
            <a:ext cx="774290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7347" y="5619750"/>
            <a:ext cx="75524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빠르게 검증하고 넘어가는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그리고 판단하려면 알아야 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1학년이 지금 해야 할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기초를 손으로 해 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과목의 실습을 AI 없이 한 번은 직접 풀어 보세요. 그 경험이 나중에 AI의 답을 판단하는 근거가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선생님으로 쓰세요.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코드를 받는 것보다 "왜 이렇게 되는지"를 묻는 데 쓰는 편이 훨씬 남습니다.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만든 것을 설명해 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친구에게 설명할 수 있으면 아는 것이고, 못 하면 아직 아닙니다.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끝까지 완성하세요.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AI로 시작은 쉬워졌지만 끝내는 것은 여전히 어렵습니다. 그 차이가 실력입니다.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무엇을 배워야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 뒤에 여러분에게 남는 것은 AI가 만들어 준 코드가 아니라 여러분이 이해한 것입니다.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AI는 앞으로 계속 좋아지겠지만, 무엇을 만들지 정하고 그것이 맞는지 판단하는 사람은 여전히 필요합니다.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 사람이 되는 데 필요한 것이 지금 배우는 기초입니다.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6장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시대의 웹 개발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 끝의 확인 퀴즈로 스스로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14주차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