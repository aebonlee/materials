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4-1 · MinIO 오브젝트 스토리지 구축 · 실습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CLI 와 S3 API 활용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버킷·키를 손으로, 그다음 boto3 로 같은 저장소를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alias list local 확인 → mb 로 raw·warehouse 버킷을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cp 로 올린 파일을 mc cat 과 웹 콘솔 양쪽에서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raw/demo/dt=… 키로 올려 슬래시가 폴더가 아님을 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boto3 로 같은 저장소를 다루고 4-3 랜딩 존에 첫 파일을 올린다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의 MC_HOST_local 덕분에 local 이 이미 minio:9000 을 가리킵니다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여섯 단계 — mc 다섯 번, 파이썬 한 번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연습 키는 raw/demo/ 아래에 — raw/orders/ 는 4-3 의 Spark 가 통째로 읽는 랜딩 존입니다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확인·버킷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alias list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mb raw·warehouse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올리고 읽기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cp · mc ls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cat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슬래시 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raw/demo/dt=…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--recursive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boto3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s3_demo.py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endpoint_url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랜딩 존·과제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raw/orders/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mirror · rm · 집계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확인 · 버킷 · 올리기 · 읽기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별칭 확인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8827" y="27813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1227" y="27813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alias list local → http://minio:9000 · Src env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버킷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28827" y="34290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1227" y="34290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mb local/raw · mc mb local/warehouse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목록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28827" y="40767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1227" y="40767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ls local → raw/ · warehouse/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올리기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8827" y="47244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1227" y="47244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cp /data/hello.txt local/raw/hello.txt → 21 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28827" y="53721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1227" y="53721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cat local/raw/hello.txt → hello object storage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모든 mc 명령 앞에 docker compose exec mc — 새 터미널이면 cd ~/lakehouse 부터, 파일은 호스트 data/ 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슬래시 키로 올려 두 화면을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웹 콘솔 — 폴더처럼 접혀 보인다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도구가 접두사를 나눠 보여 줄 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demo / dt=…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접혀 보임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part-0.csv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오브젝트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ls --recursive — 키 전체 한 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저장은 평평하다 — 오늘의 핵심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demo/dt=2026-08-01/part-0.csv</a:t>
            </a:r>
          </a:p>
        </p:txBody>
      </p:sp>
      <p:sp>
        <p:nvSpPr>
          <p:cNvPr id="30" name="Oval 2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demo/dt=2026-08-02/part-0.csv</a:t>
            </a:r>
          </a:p>
        </p:txBody>
      </p:sp>
      <p:sp>
        <p:nvSpPr>
          <p:cNvPr id="32" name="Oval 3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접두사로 거르기 — …/dt=2026-08-01/ 만</a:t>
            </a:r>
          </a:p>
        </p:txBody>
      </p:sp>
      <p:sp>
        <p:nvSpPr>
          <p:cNvPr id="34" name="Oval 3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경로를 조회하면 — 둘이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접두사 — 출력 없이 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접두사로 시작하는 키가 0개일 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ls local/raw/empty-folder/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 줄도 없이 「종료 코드: 0」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 폴더는 없다 — 오류가 아니다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버킷 — 오류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버킷은 실제로 있는 그릇이다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ls local/nobucket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Bucket `nobucket` does not exist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종료 코드 1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파이썬 boto3 로 같은 저장소를 다룬다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venv 만들고 boto3 설치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~/lakehouse → python3 -m venv .venv → pip install boto3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s3_demo.py — 클라이언트 하나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호스트에서 실행하니 endpoint_url=http://localhost:9000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목록 · 올리기 · 읽기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list_buckets · list_objects_v2(Prefix='demo/') · put · get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s3_demo.py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['raw', 'warehouse'] · demo/ 2개(16 bytes) · written by boto3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endpoint_url 을 지우면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진짜 AWS S3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코드는 그대로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5·6단계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랜딩 존과 미니 과제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70027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할 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5. 랜딩 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orders_2026-08-01.csv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cp → raw/orders/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98B 하나 · mc cat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헤더 포함 3줄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6-1 mirror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mirror /data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local/raw/mirror-test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data/ 전체가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6-2 rm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rm local/raw/hello.txt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콘솔에서도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사라짐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6-3 boto3 집계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paginator 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개수·총 용량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과제 전이면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5개 · 167 bytes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paginator 를 쓰는 이유 — list_objects_v2 는 한 번에 최대 1,000개만 돌려준다 (수만 개면 필수)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alias list 에 Src env, mc ls local 에 raw/ · warehouse/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--recursive 목록에 demo/dt=2026-08-01/part-0.csv 가 한 줄로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빈 접두사는 출력 없이 종료 코드 0, 없는 버킷은 오류·1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s3_demo.py 끝에 「읽은 내용: written by boto3」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raw/orders/ 에는 orders_2026-08-01.csv 하나만 — 4-3 첫 배치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실습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4-1 · 실습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명령을 한 표로 정리하고, 4-2 에서 이어 쓸 상태를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명령 요약 한 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준비 상태 · down → up 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REST 카탈로그 · Spark 예고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버킷 2개 · raw/orders/ 첫 파일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