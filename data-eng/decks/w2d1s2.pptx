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2-1 · MySQL 9.7 설치 및 기초 쿼리 · 실습 1H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301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100" b="1" spc="-302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Docker로 MySQL 9.7 기동과 접속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416296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컨테이너 하나, 접속 두 길, 볼륨으로 데이터 지키기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실습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1시간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run 으로 de-mysql 컨테이너를 띄우고 옵션을 읽을 수 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로그에서 port: 3306 이 붙은 ready 줄로 준비 완료를 판단한다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exec 로 안에서, 포트로 밖에서 — 두 길로 접속해 본다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볼륨 de-mysql-data 가 /var/lib/mysql 에 붙어 있는지 확인한다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오늘 만드는 de-mysql 컨테이너와 shop 데이터베이스는 2주차 내내 씁니다 — 2-2 분석 쿼리·2-4 ERD·2-5 크롤러 적재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2-1 · 실습 1H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실습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다섯 단계 — 띄우고 · 기다리고 · 안에서 · 밖에서 · 볼륨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각 단계 끝의 「확인 포인트」가 보여야 다음으로 넘어갑니다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1. 기동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run -d … mysql:9.7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ps 에 Up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2. 로그 확인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logs -f de-mysql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ready … port: 3306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3. 안에서 접속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exec -it -e LANG=C.UTF-8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mysql&gt; 프롬프트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4. 밖에서 접속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mysql -h 127.0.0.1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버전 문자열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5. 볼륨 확인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volume ls · inspect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de-mysql-data -&gt; /var/lib/mysql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2-1 · 실습 1H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1단계 — 기동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run 옵션을 한 줄씩 읽기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952583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95258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-d --name de-mysql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5583" y="2781300"/>
            <a:ext cx="11049417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47983" y="2781300"/>
            <a:ext cx="1074461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백그라운드 실행, 컨테이너 이름 de-mysql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429000"/>
            <a:ext cx="4952583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429000"/>
            <a:ext cx="495258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-e MYSQL_ROOT_PASSWORD=dataeng123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5583" y="3429000"/>
            <a:ext cx="11049417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7983" y="3429000"/>
            <a:ext cx="1074461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이미지가 요구하는 root 비밀번호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076700"/>
            <a:ext cx="4952583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076700"/>
            <a:ext cx="495258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-e MYSQL_DATABASE=shop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95583" y="4076700"/>
            <a:ext cx="11049417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47983" y="4076700"/>
            <a:ext cx="1074461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처음 만들 데이터베이스 이름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4724400"/>
            <a:ext cx="4952583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4724400"/>
            <a:ext cx="495258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-p 3306:3306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5583" y="4724400"/>
            <a:ext cx="11049417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47983" y="4724400"/>
            <a:ext cx="1074461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내 컴퓨터 3306 → 컨테이너 3306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5372100"/>
            <a:ext cx="4952583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5372100"/>
            <a:ext cx="495258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-v de-mysql-data:/var/lib/mysql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95583" y="5372100"/>
            <a:ext cx="11049417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47983" y="5372100"/>
            <a:ext cx="1074461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데이터 디렉터리를 볼륨에 — 지워도 남는다(1-3)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6019800"/>
            <a:ext cx="4952583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6019800"/>
            <a:ext cx="495258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mysql:9.7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95583" y="6019800"/>
            <a:ext cx="11049417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47983" y="6019800"/>
            <a:ext cx="1074461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이미지 이름과 태그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docker ps 에 de-mysql 행이 보이고 STATUS 가 Up … 이면 성공 — 첫 실행은 이미지 다운로드로 1~2분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2-1 · 실습 1H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2단계 — 준비 확인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Up 이 곧 준비 완료는 아니다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처음 한 번은 초기화가 더 걸린다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컨테이너가 Up 이 된 뒤에도 10~30초 — 그 사이에 붙으면 실패할 수 있다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logs -f de-mysql 로 기다린다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ready … port: 3306 줄이면 Ctrl+C — port: 0 · 33060 은 아직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마지막 몇 줄만 볼 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logs --tail 5 de-mysql — MySQL 로그는 | tail 로 걸러지지 않는다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기억할 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Up 상태 ≠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준비 완료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2-1 · 실습 1H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3·4단계 — 접속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안에서 한 번, 밖에서 한 번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3단계 — 컨테이너 안에서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exec -it -e LANG=C.UTF-8 de-mysql mysql -uroot -pdataeng123 shop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VERSION() → 9.7.x · DATABASE() → shop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SHOW TABLES → Empty set 이 정상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[Warning] Using a password … 는 오류 아님</a:t>
            </a:r>
          </a:p>
        </p:txBody>
      </p:sp>
      <p:sp>
        <p:nvSpPr>
          <p:cNvPr id="17" name="Oval 16"/>
          <p:cNvSpPr/>
          <p:nvPr/>
        </p:nvSpPr>
        <p:spPr>
          <a:xfrm>
            <a:off x="1447800" y="654843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33538" y="637032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-e LANG=C.UTF-8 을 빼면 한글이 사라진다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4단계 — 내 컴퓨터에서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-p 로 열어 둔 문이 실제로 통하는지 확인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mysql -h 127.0.0.1 -P 3306 -uroot -p… shop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없으면 mysql:9.7 컨테이너를 클라이언트로 (-h host.docker.internal)</a:t>
            </a:r>
          </a:p>
        </p:txBody>
      </p:sp>
      <p:sp>
        <p:nvSpPr>
          <p:cNvPr id="26" name="Oval 25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Access denied 면 3306 을 설치된 MySQL 이 잡은 것</a:t>
            </a:r>
          </a:p>
        </p:txBody>
      </p:sp>
      <p:sp>
        <p:nvSpPr>
          <p:cNvPr id="28" name="Oval 27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2-1 · 실습 1H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5단계 — 볼륨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볼륨이 붙어 있는지 확인 — 지워도 데이터가 남는 근거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volume ls | grep de-mysql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볼륨 목록에 de-mysql-data 가 있어야 한다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inspect de-mysql --format '{{range .Mounts}}…{{end}}'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{{.Name}} -&gt; {{.Destination}} 으로 컨테이너에 실제로 연결됐는지 본다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de-mysql-data -&gt; /var/lib/mysql 이 나오면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컨테이너를 지웠다 다시 만들어도 데이터가 남는다 — 심화 과제에서 직접 확인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1-3 에서 배운 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컨테이너 삭제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≠ 데이터 삭제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2-1 · 실습 1H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막혔을 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시간에 자주 걸리는 네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증상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781300"/>
            <a:ext cx="508254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2781300"/>
            <a:ext cx="50825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원인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064240" y="2781300"/>
            <a:ext cx="608076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0" y="2781300"/>
            <a:ext cx="60807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해결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한글이 사라지거나 ???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34480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8850" y="34480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접속 때 LANG 이 없다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064240" y="3448050"/>
            <a:ext cx="6080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59490" y="3448050"/>
            <a:ext cx="5890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exec -it -e LANG=C.UTF-8 로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다시 접속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밖에서만 Access denied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41719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8850" y="41719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설치된 MySQL 이 3306 을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먼저 잡고 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064240" y="4171950"/>
            <a:ext cx="6080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59490" y="4171950"/>
            <a:ext cx="5890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설치된 MySQL 을 멈춘다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(실습점검 2단계)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host.docker.internal 없음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0" y="48958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8850" y="48958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리눅스·WSL2 의 도커 엔진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064240" y="4895850"/>
            <a:ext cx="6080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159490" y="4895850"/>
            <a:ext cx="5890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--add-host=…:host-gateway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또는 로컬 mysql 클라이언트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초기화 중 접속 실패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0" y="56197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8850" y="56197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port: 3306 줄 전에 붙었다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064240" y="5619750"/>
            <a:ext cx="6080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159490" y="5619750"/>
            <a:ext cx="5890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로그 확인 후 재시도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SQL 끝에 세미콜론(;)을 잊으면 프롬프트가 -&gt; 로 바뀐다 — 나가기는 exit 또는 \q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2-1 · 실습 1H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다섯 개가 다 보이면 이 시간은 끝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ps 에 de-mysql 행, STATUS 가 Up 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logs 에 ready for connections … port: 3306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mysql&gt; 프롬프트에서 VERSION() 이 9.7.x, DATABASE() 가 shop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밖에서 두 방법 중 하나로 VERSION() 9.7.x 가 나온다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inspect 에 de-mysql-data -&gt; /var/lib/mysql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2-1 · 실습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2-1 · 실습 1H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기초 쿼리 실습 — DDL·DML·SELECT (1.5H)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지금 띄운 shop 데이터베이스에 products 표를 만들고, 넣고, 조건으로 뽑고, 그룹으로 접어 봅니다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CREATE TABLE products 와 DESC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제약조건을 일부러 어겨 보기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WHERE · ORDER BY · LIMIT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GROUP BY 와 HAVING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준비할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-e LANG=C.UTF-8 로 mysql&gt; 접속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