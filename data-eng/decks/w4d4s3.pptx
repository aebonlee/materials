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4-4 · Trino 기반 S3 SQL 엔진 구축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SQL 실습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배운 SQL 이 도구를 바꿔도 그대로 통하는지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고객별·채널별 집계와 윈도 함수를 Trino 에서 실행한다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CTAS 로 daily_sales 를 만들고 Spark 에서도 읽히는지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"orders$snapshots" 와 FOR VERSION AS OF 로 타임 트래블한다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EXPLAIN·웹 UI 를 보고, Trino 가 쓴 파일을 Spark 로 읽어 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쓰기는 되지만 대량 변환은 여전히 Spark — 역할을 기억하며 실습합니다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읽고, 만들고, 되돌아가고, 써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Trino CLI(docker compose exec -it trino trino)에 접속한 상태에서 시작합니다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집계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윈도 함수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CTAS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daily_sales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로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타임 트래블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$snapshots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AS OF 조회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실행 계획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EXPLAIN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UI 8080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5·6. 쓰기·과제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로 읽기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채널별 비중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세 쿼리 — 2-2·3-4 의 SQL 그대로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고객별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 customer → 6행, choi 61000.0 이 맨 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채널별 · 날짜별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 order_date, channel → 5행, 08-03 app 2건 79000.0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누적 합계(윈도 함수)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sum(amount) OVER (ORDER BY …) → 15000.0 에서 165000.0 까지 6행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세 쿼리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모두 동작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FROM iceberg.lakehouse.orders — 도구를 또 바꿔도 SQL 은 그대로 통한다. SQL 을 익혀 두는 것의 가치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CTAS 로 만든 표를 Spark 가 읽는가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CREATE TABLE … AS 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daily_sales — order_date 별 order_cnt·revenue → 3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에서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08-01 1 15000.0 · 08-02 2 47000.0 · 08-03 3 103000.0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에서 같은 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번째 터미널 셸에서 cd ~/lakehouse → spark-sql — 같은 세 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에 파일이 생겼나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lakehouse/daily_sales-&lt;고유 문자열&gt;/ 아래 data·metadata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성공 조건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양쪽 같은 세 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+ 파일 생성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실습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타임 트래블 — Spark 와 Trino 문법 차이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Spark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스냅샷 이력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t.snapshots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34480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9410" y="34480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"t$snapshots"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목록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t.files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1719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9410" y="41719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"t$files"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버전 조회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VERSION AS OF id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48958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9410" y="48958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FOR VERSION AS OF 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시각 조회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TIMESTAMP AS OF '…'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56197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9410" y="56197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FOR TIMESTAMP AS OF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TIMESTAMP '…'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테이블 이름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3436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3436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demo.lakehouse.orders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24160" y="63436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9410" y="63436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iceberg.lakehouse.orders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첫 snapshot_id 로 FOR VERSION AS OF → 4-2 직후 네 행 · 숫자를 안 바꾸면 Iceberg snapshot ID does not exists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따옴표 없이 orders$snapshots 를 치면 mismatched input '$' — 일부러 한 번 쳐 보세요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실습 1H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EXPLAIN 과 웹 UI 로 실행 계획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Fragment 1 [SOURCE] — 아래 조각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TableScan 으로 읽고 Aggregate(PARTIAL)로 미리 합친다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Fragment 0 [HASH] — 위 조각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RemoteSource · LocalExchange → Aggregate(FINAL) → Output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http://localhost:8080 (/ui/)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이름은 아무 값으로 로그인 — 쿼리를 클릭하면 단계별 처리 행 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느린 쿼리를 만나면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단계가 오래 걸렸는지 여기서 — 5주차 Spark UI 도 비슷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·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로 쓴 표를 Spark 가 읽을 수 있을까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3848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29088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02418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로 INSERT · DELETE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48138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order_id 99 추가 → 1 row · 7, 삭제 → 1 row · 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10527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31006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46246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19576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셸에서 Spark SELECT 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65296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Cannot support vectorized reads … DELTA_LENGTH_BYTE_ARRAY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27685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48163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63403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36733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582453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Trino 483 의 글자 컬럼 형식을 Iceberg 1.8.1 빠른 읽기가 못 읽는다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4842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65321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680561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53891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테이블 속성으로 끄기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699611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ALTER TABLE … SET TBLPROPERTIES → SELECT * 여섯 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'read.parquet.vectorization.enabled'='false' — count(*) 는 지나가서 놓치기 쉽다 · 4-5 를 위해 그대로 둔다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실습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미니 과제 — 채널별 비중과 파일 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93672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93672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과제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79724" y="2781300"/>
            <a:ext cx="1506527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32124" y="2781300"/>
            <a:ext cx="1476047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채널별 매출 비중(%) → app 91000.0 55.2 · web 74000.0 44.8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93672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93672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관용구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79724" y="3429000"/>
            <a:ext cx="1506527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32124" y="3429000"/>
            <a:ext cx="1476047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sum(sum(amount)) OVER () — 집계한 값들의 전체 합을 각 행에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93672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93672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과제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79724" y="4076700"/>
            <a:ext cx="1506527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32124" y="4076700"/>
            <a:ext cx="1476047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daily_sales 를 Trino 에서 갱신 → Spark 에서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93672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93672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과제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79724" y="4724400"/>
            <a:ext cx="1506527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32124" y="4724400"/>
            <a:ext cx="1476047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"orders$files" 로 데이터 파일 수와 각 행 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round(sum(amount) * 100.0 / sum(sum(amount)) OVER (), 1) AS pct — 두 비중의 합이 100 이면 성공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실습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집계 세 쿼리 — 고객별 6행 · 날짜·채널 5행 · 누적 6행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daily_sales 세 줄이 Spark 에서도 같고 폴더가 생겼다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"orders$snapshots" 이력이 같고 첫 id 로 네 행이 보인다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INSERT 뒤 7·DELETE 뒤 6 — Spark 는 벡터화 읽기 실패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속성을 끈 뒤 Spark SELECT * 가 여섯 행을 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채널별 비중 app 55.2 · web 44.8 — 합이 100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실습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4-4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엔진의 문법 차이를 정리하고, 4-5 통합 검증을 위한 상태를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확인한 것 — 양방향으로 통한다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5개 Up · 두 엔진 count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4-5 카탈로그 연결·레이크하우스 통합 예고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orders·daily_sales 두 표가 남은 상태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