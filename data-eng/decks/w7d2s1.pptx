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텍스트 데이터 Chunking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38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700" b="1" spc="-324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파이프라인과 Chunking 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4985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RAG 여섯 단계, 그리고 조각 크기의 맞바꿈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여섯 단계를 순서대로 말하고 Chunking 의 위치를 짚는다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네 단계는 미리, 뒤 두 단계는 질문마다 하는 것을 구별한다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문서를 자르는 이유 네 가지를 설명한다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 와 chunk_overlap 의 맞바꿈을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1.5H 실습에서 문서를 직접 읽고 잘라 경계를 눈으로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RAG 여섯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오픈북 시험 — 찾아서(검색) 보면서 쓴다(생성)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읽기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861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85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Chunk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385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19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자르기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8175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415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Embed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415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07732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2972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Store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972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07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벡터DB 저장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772900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25300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Retrieve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925300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058650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질문마다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14468475" y="3028950"/>
            <a:ext cx="1333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20875" y="2781300"/>
            <a:ext cx="2524125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Generate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20875" y="3657600"/>
            <a:ext cx="2524125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754225" y="3657600"/>
            <a:ext cx="2257425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 만들기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질문마다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넷은 미리 해 두는 색인 작업 · 뒤 둘은 질문이 들어올 때마다 하는 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이번 주 5일이 이 순서 그대로 — 책을 통째로 펼칠 수 없으니 미리 「찾기 좋은 크기」로 잘라 둔다 = Chunking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RAG 여섯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단계마다 언제 하고, 이번 주 어느 날에 배우나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3962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주 어느 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Load — 문서 읽기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34480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9050" y="34480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 — 자르기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1433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1433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4337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4337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Embed — 벡터로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483870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9050" y="483870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3870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3870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Store — 벡터DB 저장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553402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553402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미리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53402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53402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7-3 · 7-4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Retrieve — 찾기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6229350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9050" y="6229350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질문마다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229350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229350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7-3 · 7-5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Generate — 답 만들기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6924675"/>
            <a:ext cx="3962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39050" y="6924675"/>
            <a:ext cx="3771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질문마다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544300" y="6924675"/>
            <a:ext cx="56007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639550" y="6924675"/>
            <a:ext cx="5410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7-5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7-1 도해에서 위아래 두 줄로 나뉘어 있던 것이 바로 「미리」와 「질문마다」의 구분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왜 잘라야 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통째로는 안 되는 이유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컨텍스트 창 한계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 읽는 양에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한계가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 정확도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통째로 한 벡터면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세부 내용이 흐려짐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비용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글이 길수록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토큰과 비용이 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 표시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단위 출처로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문서 몇 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비용은 7-1 에서 본 그대로 — 넣는 글이 길수록 토큰이 늘고, 그래서 찾기 좋은 크기로 미리 잘라 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조각 크기의 맞바꿈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 — 작으면 정확하고, 크면 문맥이 산다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chunk_size 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작으면 (100~300)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검색이 정확해짐 — 딱 그 내용만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문맥이 끊겨 답이 부실해짐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크면 (1000~2000)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1719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1719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문맥이 살아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1719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1719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관련 없는 내용이 딸려 와 흐려짐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적당히 (500~1000)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895850"/>
            <a:ext cx="5882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895850"/>
            <a:ext cx="5692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대체로 무난한 출발점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895850"/>
            <a:ext cx="59207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895850"/>
            <a:ext cx="57302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 성격에 따라 조정 필요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우리 문서로 재 보고 정하는 것이 유일한 방법 — 다음 실습 1H 에서 실측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「큰 게 좋다」도 「작은 게 좋다」도 아니다 — 조항이 독립적인 계약서는 작게, 서사가 이어지는 문서는 크게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조각 크기의 맞바꿈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파라미터 — chunk_size 와 chunk_overlap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 — 한 조각의 최대 글자 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너무 크면 관련 없는 내용까지 딸려 오고, 너무 작으면 문맥이 끊긴다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chunk_overlap — 이웃 조각이 겹치는 글자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필름을 이어 붙일 때 끝을 조금 겹치듯 — 문장 중간 절단의 피해를 줄인다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overlap 은 보통 chunk_size 의 10~20%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정답은 문서마다 다르다 — 그래서 오늘 실측으로 비교한다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무난한 출발점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500~1000자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겹침 10~20%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어디서 자를 것인가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separators 우선순위 — 자연스러운 경계부터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문단 \n\n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 안이면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줄 \n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되면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 경계로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공백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 되면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단어 경계로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글자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그래도 안 되면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최후 수단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 형식에 맞게 바꾼다 — Markdown 은 "\n## " 를, 코드는 "\nclass " · "\ndef " 를 맨 앞에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Recursive 분할기는 문단 → 줄 → 공백 → 글자 순으로, 되도록 자연스러운 경계에서 자르려고 시도한다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Document 와 메타데이터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Document — 본문과 출처를 함께 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page_content — 본문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조각의 글 자체 — 검색과 생성에 쓰인다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"ETL은 추출, 변환, 적재의 순서로 …"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자른 뒤에는 조각마다 나뉘어 담긴다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chunk_size 는 이 글자 수의 상한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metadata — 출처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· page 등 — 답변 근거 표시에 쓴다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{"source": "notes.txt", "page": 3}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자른 뒤에도 각 조각에 따라온다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답변에 「notes.txt 3쪽」이라고 밝힐 수 있다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 는 Load 부터 Generate 까지 여섯 단계로 이어진다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앞 네 단계는 미리(색인), 뒤 두 단계는 질문마다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자르는 이유는 컨텍스트 한계·검색 정확도·비용·출처 표시 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조각이 작으면 정확하지만 문맥이 끊기고, 크면 반대다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overlap 은 문장 중간 절단의 피해를 줄인다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메타데이터를 끝까지 들고 가야 출처를 밝힐 수 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7-2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7-2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Document Loader 와 분할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notes.txt 를 만들어 TextLoader 로 읽고, 200자 조각으로 잘라 경계와 겹침을 눈으로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TextLoader 로드와 metadata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일부러 cp949 로 읽어 오류 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chunk_size 200 · overlap 30 으로 분할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Recursive 와 Character 분할기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7-1 의 가상환경과 pip 설치 세 패키지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