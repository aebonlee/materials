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DataFrame과 SparkSQL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5-3 끝 상태 · 4주차 멈춤 · 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파일 셋 · 컨테이너 넷이 그대로인지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MinIO 가 9000 · 9001 을 잡으면 오늘 MinIO 가 못 뜬다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이미지도 jar 도 없다 — 5-3 jar 가 컨테이너 안에 남아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점검(1~3단계)은 확인 · 멈추기 · 켜기만 · 재설정(5단계)은 처음부터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컨테이너는 멈추기만 — 지우지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5-3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세 파일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 넷 Exited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4주차 멈춤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stop 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포트 비었나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켜기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start → 넷 Up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로 orders/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오늘 만들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끝 상태를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 &amp;&amp; 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 · first_job.py · lake-pyspark.sh 세 파일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spark-minio · worker-1 · 2 넷이 Exited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lake-pyspark.sh 가 없으면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5-3 「MinIO 연결」 3단계 cat &gt; lake-pyspark.sh 로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spark-minio 가 없으면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5-3 을 1단계부터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멈춘 상태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도커 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컨테이너를 멈춰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2&gt;/dev/null &amp;&amp;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다섯이 Stopped — 이미 멈춰 있어도 똑같이 찍힌다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… | grep -E 'NAMES|9000|9001|8080|7077'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도커 쪽은 비어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~/lakehouse 가 없으면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줄은 아무것도 하지 않고 넘어간다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멈추나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와 오늘 MinIO 가 같은 9000 · 9001 을 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멈춤만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지우지 않음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도커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포트를 쓰는 다른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-iTCP:9000 …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이 한 줄만 PowerShell 에서 · PID 는 작업 관리자 → 세부 정보 · macOS 의 com.docker 는 컨테이너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클러스터를 켜고 orders 를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Started 가 넷 — 실측 약 1.5초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spark-minio · worker-1 · 2 넷이 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… pgsty/mc … mc ls m/warehouse/lake/db/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orders/ 한 줄 — 5-3 의 Iceberg 테이블이 남아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 가 나오면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가 뜨는 몇 초 사이 — 잠시 뒤 다시 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더 보이면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product_sales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· 5단계로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· products · sales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변수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DataFrame 가공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1~6단계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아니요 — 셸을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나가면 사라짐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orders_v · products_v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SparkSQL 1단계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아니요 — 셸을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나가면 사라짐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lake.db.product_sales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SparkSQL 5단계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lake.db.daily_revenue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SparkSQL 5단계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셸 안 orders(오늘 DataFrame 5행)와 lake.db.orders(Iceberg 4행)는 이름만 같은 다른 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bash lake-pyspark.sh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셸(&gt;&gt;&gt;)이 없으면 ~/data-eng/week5 에서 먼저 띄운다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lake.db.product_sales 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spark.sql(…) 로 — DataFrame[] 만 찍힌다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lake.db.daily_revenue PURGE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PURGE 가 MinIO 의 파일까지 지운다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spark.sql("SHOW TABLES IN lake.db").show()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한 줄만 남으면 5-3 끝 상태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MetricsConfig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줄은 무시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에 세 파일 — lake-pyspark.sh 까지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다섯은 Stopped, 네 포트는 도커 밖에서도 비어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에 넷 Up, mc ls 에 orders/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lake.db.orders 까지 없으면 5-3 「Iceberg 테이블」 1~2단계로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DataFrame과 SparkSQL 동작 원리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클러스터를 켰으니 API와 SQL이 왜 같은 결과를 내는지부터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DataFrame은 분산된 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API와 SQL은 같은 곳으로 수렴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조인의 두 가지 방식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