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5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2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9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1-3 · 이미지·컨테이너와 도커 사용하기 · 이론 1H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이미지와 컨테이너 개념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붕어빵 틀과 붕어빵 — 앞으로 매일 쓸 다섯 낱말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수도권ICT 이노베이션스퀘어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1시간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이미지와 컨테이너의 관계를 붕어빵 틀 비유로 설명한다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가상머신과 컨테이너의 차이를 「커널 공유」로 설명한다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이미지 이름 저장소:태그 를 읽고 latest 를 피한다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-p 포트 매핑과 -v 볼륨이 무엇을 여는지 말한다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 1.5H 실습에서 nginx 컨테이너로 이 낱말들을 손으로 확인합니다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1-3 · 이론 1H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1. 컨테이너가 푸는 문제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「제 컴퓨터에서는 되는데요」를 끝내는 기술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814762" cy="7048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814762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내 노트북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3657600"/>
            <a:ext cx="3814762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76350" y="3657600"/>
            <a:ext cx="3548062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같은 파이썬 코드가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잘 돈다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976812" y="3028950"/>
            <a:ext cx="209550" cy="209550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05412" y="2781300"/>
            <a:ext cx="3814762" cy="7048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05412" y="2781300"/>
            <a:ext cx="3814762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서버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05412" y="3657600"/>
            <a:ext cx="3814762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38762" y="3657600"/>
            <a:ext cx="3548062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안 돈다 —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환경이 다르다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9039225" y="3028950"/>
            <a:ext cx="209550" cy="209550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267825" y="2781300"/>
            <a:ext cx="3814762" cy="7048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67825" y="2781300"/>
            <a:ext cx="3814762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원인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267825" y="3657600"/>
            <a:ext cx="3814762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01175" y="3657600"/>
            <a:ext cx="3548062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파이썬·라이브러리 버전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OS 시스템 패키지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13101638" y="3028950"/>
            <a:ext cx="209550" cy="209550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3330238" y="2781300"/>
            <a:ext cx="3814762" cy="7048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330238" y="2781300"/>
            <a:ext cx="3814762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컨테이너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3330238" y="3657600"/>
            <a:ext cx="3814762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463588" y="3657600"/>
            <a:ext cx="3548062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코드 + 필요한 것 전부를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한 상자에 포장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143000" y="5467350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43000" y="5467350"/>
            <a:ext cx="1600200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프로그램만 보내는 것이 아니라 그 프로그램이 도는 환경까지 담아 보낸다 — 어디서 열어도 똑같이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이번 과정에서 띄울 MinIO · Spark · Kafka · Qdrant 가 전부 컨테이너 — 오늘이 나머지 7주의 입구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1-3 · 이론 1H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2. 이미지와 컨테이너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붕어빵 틀과 붕어빵 — 틀 목록은 images, 붕어빵 목록은 ps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이미지 — 붕어빵 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읽기 전용, 변하지 않는다 — 파일 시스템 한 벌이 통째로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images 가 틀 목록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틀 하나로 컨테이너를 몇 개든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컨테이너를 지워도 틀은 남는다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컨테이너 — 찍어낸 붕어빵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실제로 실행되는 프로세스 — 각자 독립된 파일·네트워크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ps 가 지금 구워지는 붕어빵 목록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먹어 없애도(삭제) 틀은 그대로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그래서 같은 환경을 언제든 다시 만든다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1-3 · 이론 1H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3. 가상머신과의 차이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가장 큰 차이 — 운영체제를 새로 올리느냐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80238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8023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비교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83480" y="2781300"/>
            <a:ext cx="572262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83480" y="2781300"/>
            <a:ext cx="57226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가상머신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744200" y="2781300"/>
            <a:ext cx="640080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44200" y="2781300"/>
            <a:ext cx="64008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컨테이너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격리 방식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983480" y="3448050"/>
            <a:ext cx="57226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78730" y="3448050"/>
            <a:ext cx="55321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OS 를 통째로 올림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744200" y="34480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839450" y="34480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커널 공유, 프로세스만 격리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크기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983480" y="4171950"/>
            <a:ext cx="57226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78730" y="4171950"/>
            <a:ext cx="55321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수 GB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744200" y="41719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839450" y="41719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수십 MB ~ 수백 MB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기동 시간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983480" y="4895850"/>
            <a:ext cx="57226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78730" y="4895850"/>
            <a:ext cx="55321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수십 초 (부팅)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744200" y="48958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839450" y="48958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1초 안팎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한 대에 몇 개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983480" y="5619750"/>
            <a:ext cx="57226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78730" y="5619750"/>
            <a:ext cx="55321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보통 수 개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744200" y="56197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839450" y="56197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수십~수백 개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3436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3436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언제 쓰나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983480" y="6343650"/>
            <a:ext cx="57226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78730" y="6343650"/>
            <a:ext cx="55321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다른 OS 가 필요할 때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744200" y="63436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839450" y="63436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같은 커널에서 앱만 격리할 때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리눅스 컨테이너는 리눅스 커널 위에서만 — 맥·윈도우는 Docker Desktop 이 작은 리눅스 VM 을 띄워 준다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1-3 · 이론 1H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4. 레지스트리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레지스트리 — 이미지를 받아 오는 창고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6227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962275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3209925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327660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05752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Hub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가장 큰 공개 레지스트리 — docker pull 은 여기서 틀을 내려받는 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01002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010025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4257675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432435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410527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저장소:태그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postgres:16 — postgres 가 저장소, 16 이 태그(버전)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05777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057775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5305425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537210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515302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latest 는 쓰지 않는다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태그를 생략하면 latest — 어제와 오늘의 latest 가 다를 수 있어 재현성이 깨진다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10552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6105525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428750" y="6353175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28750" y="641985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620077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사내 레지스트리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회사에서는 AWS ECR · Harbor 등에 자기 이미지를 올려 쓴다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758190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14450" y="758190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이 과정의 실습은 전부 태그를 명시한다(postgres:16 · apache/kafka:3.7.0) — 강의안의 태그를 그대로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1-3 · 이론 1H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5. 포트 매핑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-p — 밖에서 안으로 들어가는 문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459325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459325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docker run -p 8080:80 nginx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02325" y="2781300"/>
            <a:ext cx="12542675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725" y="2781300"/>
            <a:ext cx="12237875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내 포트 : 컨테이너 포트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429000"/>
            <a:ext cx="3459325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429000"/>
            <a:ext cx="3459325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왼쪽 8080 (내 쪽)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02325" y="3429000"/>
            <a:ext cx="12542675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4725" y="3429000"/>
            <a:ext cx="12237875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내 마음대로 — 이미 쓰는 번호만 피하면 된다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4076700"/>
            <a:ext cx="3459325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4076700"/>
            <a:ext cx="3459325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오른쪽 80 (컨테이너 쪽)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602325" y="4076700"/>
            <a:ext cx="12542675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54725" y="4076700"/>
            <a:ext cx="12237875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이미지가 정한 것 — 못 바꾼다 (Docker Hub 문서)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4724400"/>
            <a:ext cx="3459325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4724400"/>
            <a:ext cx="3459325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-p 를 안 쓰면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02325" y="4724400"/>
            <a:ext cx="12542675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4725" y="4724400"/>
            <a:ext cx="12237875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컨테이너는 돌지만 밖에서 접속할 수 없다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컨테이너는 자기만의 네트워크를 가진다 — 안에서 80 으로 떠 있어도 내 브라우저에서는 그냥 보이지 않는다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1-3 · 이론 1H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6. 볼륨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남길 것은 -v 로 컨테이너 밖에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이름 볼륨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-v pgdata:/var/lib/postgresql/data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도커가 관리하는 저장 공간에 이름을 붙여 쓴다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실습에서 주로 쓰는 방식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앞이 이름이면 볼륨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바인드 마운트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-v ~/data-eng/week1:/work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내 컴퓨터의 폴더를 컨테이너 안에 그대로 연결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내 코드를 컨테이너에 넣어 돌릴 때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앞이 경로(/ 로 시작)면 바인드 마운트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1-3 · 이론 1H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정리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 1시간에서 꼭 가져갈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908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1337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2575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9908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이미지는 틀(읽기 전용), 컨테이너는 그 틀로 만든 실행 중인 것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9814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1243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2481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9814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컨테이너는 커널을 공유하므로 가상머신보다 훨씬 가볍고 빠르다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9720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1149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2387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9720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이미지는 저장소:태그 로 부르고, latest 는 쓰지 않는다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9626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9626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-p 로 밖에서 안으로 들어갈 문을 뚫는다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70961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72199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9532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남아야 할 데이터는 -v 로 컨테이너 밖에 둔다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1-3 · 이론 1H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1-3 · 이론 1H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다음은 도커 기본 명령 실습 (1.5H)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nginx 컨테이너를 띄우고, 안을 들여다보고, 정지하고, 지우는 한 바퀴를 손에 익힙니다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version · hello-world 로 데몬 확인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nginx:1.27 로 run → ps → logs → stop → rm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exec 로 컨테이너 안에 들어가기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안에서 고친 것이 사라지는 것을 직접 보기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준비할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데몬 실행 상태 (docker version)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