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컨테이너와 가상환경, 둘 다 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오늘은 두 가지를 함께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이 준비됐는가 — 적재할 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 의 가상환경이 진짜로 켜졌는가 — sys.prefix 가 .venv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패키지 셋이 그 가상환경에 들어갔는가 — import ok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quotes.toscrape.com 이 살아 있는가 — curl 200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②가 어긋나면 설치는 됐는데 import 가 안 되는 수수께끼가 생긴다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 Docker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· logs 끝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표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표 · quotes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가상환경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 이상 · .venv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 설치·사이트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ok · 200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quotes 만 DROP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가상환경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켜졌다고 믿지 말고 sys.prefix 로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~/data-eng/week2 &amp;&amp; source .venv/bin/activate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Windows(WSL2) · macOS · 리눅스 같다 — 프롬프트 앞에 (.venv)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python3 --version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 이상 권장 — 3.9 는 오늘은 되지만(첫 줄 __future__) 다음 주 코드에서 막힌다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python3 -c "import sys; print(sys.prefix)"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…/week2/.venv 로 끝나야 진짜 — 다른 경로면 셸 별칭이 건너뛴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별칭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 실습점검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패키지 셋 설치 · 사이트 생존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requests beautifulsoup4 pymysql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새로 설치하는 것은 이 셋뿐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python3 -c "import requests, bs4, pymysql; print('ok')"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ok — 안 되면 4단계 별칭 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-sI https://quotes.toscrape.com/ | head -1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HTTP/2 200 — 안 나오면 네트워크(프록시·VPN)부터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requests 2.34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bs4 4.15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 file …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.venv/bin/activate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2-3 에서 안 만들었거나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폴더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python3 -m venv .venv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 지금 만든다(1분)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설치됐는데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ModuleNotFoundError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 별칭이 가상환경을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건너뛴다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unalias python3 pip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hash -r → 다시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 3.9.x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 기본 파이썬으로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가상환경을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오늘은 된다 — 이번 주 안에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 이상으로 .venv 다시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가 이미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있다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미리 해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7단계 재설정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DROP TABLE quotes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가상환경을 새로 만들었어도 sys.prefix 확인은 꼭 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quotes 표만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IF EXISTS quotes;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만드는 표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TABLES;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2-4 의 다섯 표만 남으면 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 파일은 덮어쓰면 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가상환경은 지우지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전체 재설정은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실습점검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파이썬, 이만큼이면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코드에 나오는 문법 13가지 — W3Schools 로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· 변수 · 문자열 슬라이싱 · 딕셔너리 ·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def 와 기본값 인자 · 조건부 표현식 · 튜플로 두 값 반환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try / except / finally · with … 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리스트 컴프리헨션 · f-string · if __name__ == '__main__'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전부 미리 읽을 필요 없다 — 코드를 치다 막힌 것만 노트의 표에서 그 쪽을 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웹 크롤링 원리와 크롤링 예절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 켠 터미널과 mysql&gt; 창은 그대로 두세요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 요청-응답과 HTML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· User-Agent · 요청 간격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 · parse · load 를 나누는 이유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중복은 DB 가 막는다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터미널 · de-mysql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