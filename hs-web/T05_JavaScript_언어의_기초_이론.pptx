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 기술 이론 5장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JavaScript 언어의 기초 이론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값과 타입, 형변환의 규칙, 스코프와 클로저, 함수라는 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기본형과 참조형의 저장·복사 방식 차이를 설명할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암묵적 형변환이 일어나는 규칙을 알고 함정을 피할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스코프와 호이스팅이 무엇인지 설명할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함수가 값이라는 것과 클로저의 쓰임을 설명할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동등 비교(==)를 피해야 하는 이유를 규칙으로 설명할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기본형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48241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48241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참조형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53482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482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형변환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58723" y="2781300"/>
            <a:ext cx="1411007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23" y="2781300"/>
            <a:ext cx="1411007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truthy/falsy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64980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4980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스코프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0221" y="2781300"/>
            <a:ext cx="99108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221" y="2781300"/>
            <a:ext cx="99108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호이스팅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56559" y="2781300"/>
            <a:ext cx="682559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56559" y="2781300"/>
            <a:ext cx="682559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TDZ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4368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4368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클로저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39609" y="2781300"/>
            <a:ext cx="103938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39609" y="2781300"/>
            <a:ext cx="103938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일급 함수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74242" y="2781300"/>
            <a:ext cx="639077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74242" y="2781300"/>
            <a:ext cx="639077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this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값과 타입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JavaScript는 동적 타입 언어입니다.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값과 타입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변수에 타입을 미리 정하지 않고, 값이 타입을 갖습니다.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편리하지만 "어떤 타입인지 모른 채 연산하는" 실수가 쉽게 생깁니다.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기본형과 참조형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28219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28219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2463290" y="2781300"/>
            <a:ext cx="932415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3290" y="2781300"/>
            <a:ext cx="93241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기본형 (primitive)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25540" y="2781300"/>
            <a:ext cx="531946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25540" y="2781300"/>
            <a:ext cx="5319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참조형 (reference)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28219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09169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종류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3290" y="3448050"/>
            <a:ext cx="93241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58540" y="3448050"/>
            <a:ext cx="9133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string · number · boolean · null · undefine…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25540" y="3448050"/>
            <a:ext cx="5319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20790" y="3448050"/>
            <a:ext cx="5128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object · array · function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28219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09169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3290" y="4171950"/>
            <a:ext cx="93241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58540" y="4171950"/>
            <a:ext cx="9133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 자체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25540" y="4171950"/>
            <a:ext cx="5319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20790" y="4171950"/>
            <a:ext cx="5128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값이 있는 곳의 주소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28219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09169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복사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63290" y="4895850"/>
            <a:ext cx="93241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58540" y="4895850"/>
            <a:ext cx="9133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값이 복사됨 — 서로 독립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25540" y="4895850"/>
            <a:ext cx="5319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920790" y="4895850"/>
            <a:ext cx="5128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주소가 복사됨 — 같은 것을 가리킴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128219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109169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비교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63290" y="5619750"/>
            <a:ext cx="93241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58540" y="5619750"/>
            <a:ext cx="9133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값이 같으면 === 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825540" y="5619750"/>
            <a:ext cx="5319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920790" y="5619750"/>
            <a:ext cx="5128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것이어야 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128219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109169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변경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63290" y="6343650"/>
            <a:ext cx="93241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58540" y="6343650"/>
            <a:ext cx="9133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불변(immutable)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825540" y="6343650"/>
            <a:ext cx="5319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920790" y="6343650"/>
            <a:ext cx="5128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가변(mutable)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가장 헷갈리는 지점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기본형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</a:t>
            </a: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1 — 그대로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참조형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{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8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</a:t>
            </a: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2 — 같이 바뀐다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비교도 다르다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([</a:t>
            </a:r>
            <a:r>
              <a:rPr sz="18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  <a:r>
              <a:rPr sz="18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=== [</a:t>
            </a:r>
            <a:r>
              <a:rPr sz="18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  <a:r>
              <a:rPr sz="18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]);   </a:t>
            </a: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false — 내용이 같아도 다른 객체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arr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</a:t>
            </a:r>
            <a:r>
              <a:rPr sz="18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  <a:r>
              <a:rPr sz="18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arr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===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arr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</a:t>
            </a: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true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복사하는 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shallow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{ ...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};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얕은 복사 — 한 겹만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arrCopy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[...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arr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deep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structuredClone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깊은 복사 — 안쪽 객체까지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⚠ 얕은 복사는 안에 또 객체가 있으면 그건 여전히 공유합니다.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const a = { p: { n: 1 } };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const b = { ...a };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b.p.n = 2;  →  a.p.n 도 2가 됩니다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기본형과 참조형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const 가 막는 것은 재대입이지 내용 변경이 아닙니다.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const arr = [1]; arr.push(2) 는 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arr = [2] 만 오류입니다.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형변환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직접 바꾸기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Number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'42'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42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Number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'42px'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NaN   ← 통째로 못 바꾸면 NaN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parseInt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'42px'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42    ← 앞에서부터 숫자만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parseFloat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'3.14m'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3.14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Number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0     ← 빈 문자열은 0! (주의)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String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'42'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toString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'42'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'42'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Boolean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false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!!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'hello'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true  ← 두 번 부정으로 불리언 변환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+ 연산자의 두 얼굴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'5'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'53'   ← 한쪽이 문자열이면 이어붙이기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'5'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2      ← -, *, / 는 숫자로 변환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'5'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*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'2'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10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'a'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*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NaN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'2'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'123'  ← 왼쪽부터 순서대로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'3'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'33'   ← 앞의 1+2가 먼저 계산됨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[] + []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''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[] + {}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'[object Object]'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2      ← 불리언도 숫자로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2.2 암묵적 변환 — 함정의 근원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규칙을 다 외울 필요는 없습니다.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실무 대응은 하나뿐입니다 — 연산 전에 타입을 맞춥니다.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실무의 방어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input.value 는 type="number" 여도 항상 문자열입니다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price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Number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'#price'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qty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Number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'#qty'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Number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isNaN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price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 {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숫자가 아닌 입력 처리 */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total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price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*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qty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이제 안전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falsy는 여섯 개뿐입니다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false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null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undefined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NaN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나머지는 전부 truthy — 특히 이것들이 참입니다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([])    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'빈 배열도 참'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실행됨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({})    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'빈 객체도 참'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실행됨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'0'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'문자열 0도 참'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실행됨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(-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'음수도 참'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실행됨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기본값 주기 — || 와 ?? 의 차이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||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value가 falsy면 10 → 0이나 ''도 10이 됨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??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value가 null·undefined일 때만 10 → 0은 0 그대로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숫자·문자열을 다룰 때는 ?? 를 쓰는 편이 안전합니다.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"재고 0개"가 "재고 10개"로 바뀌는 버그가 실제로 자주 납니다.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동등 비교의 변환 규칙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'1'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true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false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true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false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true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null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undefined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true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null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false  ← 일관성도 없다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false  ← 자기 자신과도 다르다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규칙이 복잡하고 예외가 많습니다.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=== 를 쓰면 이 모든 것이 false — 예측 가능해집니다.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2.4 == 를 쓰지 않는 이유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유일한 예외로 x == null 은 null과 undefined를 한 번에 검사하는 관용 표현으로 쓰기도 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 외에는 항상 === 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스코프 — 변수가 사는 범위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스코프 — 변수가 사는 범위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5179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517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종류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99000" y="2781300"/>
            <a:ext cx="4703233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9000" y="2781300"/>
            <a:ext cx="470323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범위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40333" y="2781300"/>
            <a:ext cx="7704667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40333" y="2781300"/>
            <a:ext cx="770466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누가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517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32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전역 스코프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99000" y="3448050"/>
            <a:ext cx="470323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4250" y="3448050"/>
            <a:ext cx="451273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 전체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40333" y="3448050"/>
            <a:ext cx="770466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35583" y="3448050"/>
            <a:ext cx="751416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최상위 선언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517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32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함수 스코프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99000" y="4171950"/>
            <a:ext cx="470323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94250" y="4171950"/>
            <a:ext cx="451273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함수 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40333" y="4171950"/>
            <a:ext cx="770466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35583" y="4171950"/>
            <a:ext cx="751416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var · 함수 매개변수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517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32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블록 스코프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99000" y="4895850"/>
            <a:ext cx="470323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4250" y="4895850"/>
            <a:ext cx="451273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중괄호 {} 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40333" y="4895850"/>
            <a:ext cx="770466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35583" y="4895850"/>
            <a:ext cx="751416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const · let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var가 문제인 이유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true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var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1  ← var는 블록을 새어 나온다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ReferenceError  ← 정상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반복문에서 특히 심각합니다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var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&lt;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++) {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setTimeout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(() =&gt;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),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3, 3, 3 ← i가 하나뿐이라 반복이 끝난 값이 찍힌다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&lt;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++) {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setTimeout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(() =&gt;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),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0, 1, 2 ← let은 반복마다 새 i를 만든다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선언이 위로 끌어올려지는 현상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undefined  ← 선언은 올라가고 값은 안 올라감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var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ReferenceError: Cannot access 'b' before initialization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const/let도 호이스팅되지만 선언 전까지는 접근이 막혀 있습니다.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이 구간을 TDZ(Temporal Dead Zone)라고 합니다.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var처럼 조용히 undefined가 나오지 않고 오류를 내 주므로 오히려 안전합니다. */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foo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    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정상 실행 — 함수 선언은 통째로 올라간다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foo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{}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bar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    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TypeError — 값이 아직 없다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bar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() =&gt; {};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함수는 값이다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JavaScript에서 함수는 일급(first-class) 값입니다.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함수는 값이다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변수에 담고, 인자로 넘기고, 반환할 수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map·filter·addEventListener 가 함수를 인자로 받는 것이 모두 이 성질 덕분입니다.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함수를 값처럼 다루기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greet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`안녕, ${name}`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변수에 담기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*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인자로 넘기기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makeAdder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  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반환하기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add5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makeAdder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add5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4.1 클로저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위 makeAdder 에서, 돌려받은 함수는 자기가 만들어진 곳의 변수 x 를 기억하고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이것을 클로저(closure) 라고 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클로저의 실전 쓰임 — 상태 감추기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makeCounter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{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   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밖에서 직접 못 건드린다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up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   () =&gt; ++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down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 () =&gt; --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() =&gt;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makeCounter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up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up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());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2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undefined — 밖에서는 접근 불가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4.1 클로저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이벤트 핸들러 안에서 바깥 변수를 쓸 수 있는 것도 클로저 덕분입니다.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11주차에 만든 삭제 버튼이 자기 인덱스를 기억하는 것이 그 예입니다.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결정적인 차이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obj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{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'한신'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() {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this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},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'한신' — 호출한 객체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() =&gt; {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this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},    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undefined — 바깥 this를 그대로 씀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화살표 함수는 자기 this를 만들지 않습니다.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→ 객체의 메서드에는 일반 함수, 콜백에는 화살표 함수가 대체로 맞습니다. */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콜백에서는 화살표가 편합니다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Timer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constructor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{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this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start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{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setInterval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(() =&gt; {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this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++; },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1000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this가 Timer 인스턴스 그대로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4.2 화살표 함수와 this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this 는 JavaScript에서 가장 헷갈리는 주제이지만, 이 과목 범위에서는 "화살표 함수는 자기 this가 없다" 만 알면 충분합니다.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우리가 쓰는 콜백에서는 그것이 오히려 편리하게 동작합니다.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실무에서 자주 쓰는 최신 문법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알아 두면 코드가 짧아지는 것들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구조 분해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year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[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first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...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= [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펼침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merged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{ ...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base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year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(...[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선택적 체이닝 — 없어도 오류가 안 남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city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user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?.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address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?.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city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obj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method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?.();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5장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알아 두면 코드가 짧아지는 것들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널 병합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??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축약 속성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'한신'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obj2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};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{ name2: '한신' } 과 같음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계산된 속성 이름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key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'year'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obj3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{ [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key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};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{ year: 1 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5장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 기술 이론 5장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JavaScript 언어의 기초 이론 — 본문과 도해는 학습사이트에서 다시 읽습니다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장 페이지 끝의 「이해했어요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함께 볼 주차: 9주차 · 10주차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— 질문은 반 전체가 같은 자리에서 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