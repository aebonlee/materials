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3-2 · Pandas를 활용한 데이터 분석 · 수업 전 10분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실습점검 · 환경재설정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나흘 만의 수업 — 3-1 이 남긴 파일 넷과 가상환경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왜 점검하나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3-2 는 3-1 의 파일을 그대로 받는다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orders_step1.parquet 가 있는가 — (1015, 10) · datetime64[us]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week3 가상환경이 켜지는가 — sys.prefix 가 …/week3/.venv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pandas 가 3.x 인가 — 2.x 면 dtype 이름만 괄호 표기로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만드는 파일 셋을 미리 안다 — customers.csv · analyze.py · timeseries.py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새로 설치할 것은 없다 — 도커도 없다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3-2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네 단계 — 지우는 것 없이 확인만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재설정(4단계)은 처음부터 다시 하고 싶을 때만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파일 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ls · parquet (1015, 10)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venv·pandas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3.x · sys.prefix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오늘 만들 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csv · py 둘 · parquet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재설정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것만 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3-2 · 수업 전 10분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1·2단계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파일 넷과 가상환경 — 두 명령으로 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935581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935581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폴더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78581" y="2781300"/>
            <a:ext cx="15066419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30981" y="2781300"/>
            <a:ext cx="14761619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cd ~/data-eng/week3 · ls -lh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935581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935581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켜기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78581" y="3429000"/>
            <a:ext cx="15066419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30981" y="3429000"/>
            <a:ext cx="14761619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source .venv/bin/activate — OS 셋 같다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935581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935581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파일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78581" y="4076700"/>
            <a:ext cx="15066419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30981" y="4076700"/>
            <a:ext cx="14761619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python3 -c "… read_parquet('orders_step1.parquet') … shape, dtype"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935581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935581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78581" y="4724400"/>
            <a:ext cx="15066419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30981" y="4724400"/>
            <a:ext cx="14761619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python3 -c "import sys, pandas as pd; print(pd.__version__, sys.prefix)"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935581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935581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없으면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78581" y="5372100"/>
            <a:ext cx="15066419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30981" y="5372100"/>
            <a:ext cx="14761619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3-1 실습 1H 2단계 + 1.5H 1·4·5·7단계 — 시드 고정이라 같은 파일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확인 포인트: (1015, 10) datetime64[us] · pandas 3.x 와 …/week3/.venv 가 함께 찍히면 시작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3-2 · 수업 전 10분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만드는 파일 — 누가 만들고 누가 쓰나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파일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781300"/>
            <a:ext cx="52425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781300"/>
            <a:ext cx="52425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누가 만드나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64340" y="2781300"/>
            <a:ext cx="52806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64340" y="2781300"/>
            <a:ext cx="5280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누가 쓰나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customers.csv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4480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8930" y="34480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1.5H 1단계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make_customers.py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64340" y="3448050"/>
            <a:ext cx="5280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59590" y="3448050"/>
            <a:ext cx="5090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1.5H 4단계 merge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1H · 3-4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analyze.py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41719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8930" y="41719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1.5H 2~7단계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이어 붙이기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864340" y="4171950"/>
            <a:ext cx="5280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959590" y="4171950"/>
            <a:ext cx="5090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timeseries.py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8958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8930" y="48958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1H 1~6단계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이어 붙이기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864340" y="4895850"/>
            <a:ext cx="5280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959590" y="4895850"/>
            <a:ext cx="5090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orders_enriched.parquet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56197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8930" y="56197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1H 5단계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864340" y="5619750"/>
            <a:ext cx="5280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959590" y="5619750"/>
            <a:ext cx="5090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3-3 DuckDB · 3-4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customers.csv 와 orders_enriched.parquet 는 3-3·3-4 가 받는다 — 수업 뒤에도 지우지 않는다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3-2 · 수업 전 10분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막혔을 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증상 → 원인 → 해결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781300"/>
            <a:ext cx="47625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orders_step1.parquet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No such file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889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3-1 파일을 지웠다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64240" y="34480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9490" y="34480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1H 2단계 + 1.5H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1·4·5·7단계 재실행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.venv/bin/activate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No such file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889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가상환경이 없다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64240" y="41719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9490" y="41719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3-1 실습점검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2·3단계부터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sys.prefix 가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week2 또는 /usr/…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889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2주차 venv · 별칭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064240" y="48958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9490" y="48958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deactivate 뒤 다시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unalias → hash -r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pandas 2.3.x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889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파이썬 3.10 이하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064240" y="56197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59490" y="56197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오늘은 괄호 표기로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이번 주 3.11+ 로 재생성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pandas 2 로도 오늘 실습은 된다 — 확인 포인트의 괄호(object · [ns])가 그 경우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3-2 · 수업 전 10분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 · 환경 재설정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것만 처음부터 — 3-1 파일은 남긴다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rm -f 오늘 만든 파일 다섯 (csv · parquet · py 셋)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노트 4단계의 한 줄 명령 그대로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3-1 의 파일 넷(과 explore·transform.py)만 남으면 끝 — 1.5H 1단계부터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.venv · make_orders.py · orders*.parquet 는 지우지 않는다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지우면 3-1 을 다시 돌려야 한다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내일 3-3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pip install duckdb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(정리 시간에 미리)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3-2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파이썬, 이만큼이면 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새로 나오는 문법 7가지 — W3Schools 로 연결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3390900"/>
            <a:ext cx="142875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3390900"/>
            <a:ext cx="8953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묶음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3390900"/>
            <a:ext cx="1457325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3390900"/>
            <a:ext cx="140017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튜플 ('order_id', 'count') · 내가 이름 짓는 키워드 인자 agg(orders=…) · 리스트를 인자로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4381500"/>
            <a:ext cx="142875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4381500"/>
            <a:ext cx="8953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4381500"/>
            <a:ext cx="1457325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4381500"/>
            <a:ext cx="140017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try / except · 불리언 키워드 인자(ignore_index=True · fill_value=0)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5372100"/>
            <a:ext cx="142875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5372100"/>
            <a:ext cx="8953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검증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5372100"/>
            <a:ext cx="1457325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5372100"/>
            <a:ext cx="140017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비교 결과를 그대로 출력 print(a == b) · 괄호로 여러 줄 잇기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2-5 의 13가지 · 3-1 의 9가지에 이어진다 — groupby·merge·pivot·resample 은 오늘 노트가 가르친다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3-2 · 수업 전 10분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3-2 · 수업 전 10분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이론 1H — 그룹 집계·결합의 원리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(.venv) 가 켜진 터미널은 그대로 두세요. 실습 1.5H 에서 바로 씁니다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split–apply–combine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명명 집계 agg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조인에서 행이 불어나는 사고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resample 과 rolling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켜 둘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(.venv) 터미널 · orders_step1.parquet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