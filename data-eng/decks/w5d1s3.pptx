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분산 처리와 Spark 아키텍처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UI로 잡 구조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→ Stage → Task 와 DAG, 셔플이 Stage 를 가른다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Jobs 탭에서 action 마다 Job 한 줄이 생긴 것을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로 Stage 가 2개가 되는 것과 explain 의 Exchange 를 찾는다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탭에서 Task 수 = 파티션 수를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전후의 실행 시간을 직접 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Executors 탭에 driver 하나뿐인 화면을 기억해 두세요 — 5-2 에서 워커로 채워집니다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탭을 하나씩 열며 계층을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실습의 셸과 localhost:4040 을 그대로 씁니다 — 상단 탭 Jobs · Stages · Storage · Environment · Executors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Jobs 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action 마다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셔플 만들기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2개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Stages 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Task 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파티션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DAG · 실행자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박스와 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driver 하나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cache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세 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Jobs 탭 — action 마다 한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 ·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지금까지 실행한 action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Job 이 걸린 시간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Job 이 몇 단계로 나뉘었는지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 클릭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목록 + DAG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앞 실습의 count() 와 show(5) 가 한 줄씩 · 둘 다 Stage 1개 — 셔플이 없었기 때문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로 셔플을 만들어 Stage 를 늘린다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 — 같은 키를 한곳에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키를 모아야 하므로 노드 간 재배치 = 셔플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 ~ 100만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withColumn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bucket = id % 10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groupBy·count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와 explain()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Job 을 클릭하면 Stage 가 2개 · 계획에 Exchange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0 — 읽고 나누는 단계</a:t>
            </a:r>
          </a:p>
        </p:txBody>
      </p:sp>
      <p:sp>
        <p:nvSpPr>
          <p:cNvPr id="30" name="Oval 2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1 — 모아서 세는 단계</a:t>
            </a:r>
          </a:p>
        </p:txBody>
      </p:sp>
      <p:sp>
        <p:nvSpPr>
          <p:cNvPr id="32" name="Oval 3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사이가 셔플</a:t>
            </a:r>
          </a:p>
        </p:txBody>
      </p:sp>
      <p:sp>
        <p:nvSpPr>
          <p:cNvPr id="34" name="Oval 33"/>
          <p:cNvSpPr/>
          <p:nvPr/>
        </p:nvSpPr>
        <p:spPr>
          <a:xfrm>
            <a:off x="1007745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318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Exchange hashpartitioning(…) = 셔플</a:t>
            </a:r>
          </a:p>
        </p:txBody>
      </p:sp>
      <p:sp>
        <p:nvSpPr>
          <p:cNvPr id="36" name="Oval 3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탭에서 Task 를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 → 방금 실행한 Stage 클릭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Tasks 표에 Task 하나당 한 줄 — 파티션 하나가 Task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Duration 이 Task 마다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Task 만 유난히 오래 걸리면 데이터가 한쪽에 몰린 것(스큐)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Summary Metrics 의 Min · Median ·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비교하면 치우침이 한눈에 보인다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 1 의 Task 수는 200 인 경우가 많다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 셔플 파티션 수 — 데이터가 작은데 200개면 과하다, 5-5 에서 조절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Task 수 =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DAG 를 읽는다 — 박스가 Stage, 선이 셔플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박스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하나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박스 안 상자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연산 하나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Stage 사이 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셔플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위 → 아래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흐름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방향으로 읽기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잡: 박스 두 개, 사이에 선 하나 — 이론 챕터의 도해와 같은 구조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5단계 Executors 탭: driver 하나만 — local 모드는 드라이버가 익스큐터 역할까지 겸한다 · Cores · Memory · Task Time 열을 봐 두기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의 효과를 재 본다 — count 세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0935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093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big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2358" y="2781300"/>
            <a:ext cx="1399264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04758" y="2781300"/>
            <a:ext cx="136878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spark.range(1, 20_000_001).filter("id % 7 = 0")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00935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0093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번째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2358" y="3429000"/>
            <a:ext cx="1399264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4758" y="3429000"/>
            <a:ext cx="136878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t0 = time.time(); big.count(); t1 = time.time()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00935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0093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번째(캐시 없음)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2358" y="4076700"/>
            <a:ext cx="1399264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4758" y="4076700"/>
            <a:ext cx="136878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big.count() 다시 — 비슷하게 걸린다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200935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20093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캐시 채우기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52358" y="4724400"/>
            <a:ext cx="1399264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04758" y="4724400"/>
            <a:ext cx="136878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big.cache(); big.count()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200935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20093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 번째(캐시 있음)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52358" y="5372100"/>
            <a:ext cx="1399264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04758" y="5372100"/>
            <a:ext cx="136878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big.count() — 눈에 띄게 빠르다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200935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200935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52358" y="6019800"/>
            <a:ext cx="1399264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04758" y="6019800"/>
            <a:ext cx="1368784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big.unpersist()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세 번째가 눈에 띄게 빠르다 · Storage 탭에 캐시된 데이터가 나타난다 · 캐시는 메모리를 차지하니 정말 여러 번 쓸 때만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셸을 나가면 4040 도 사라진다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cache 까지 끝낸 뒤 일부러 셸을 나가 봅니다 — UI 가 언제까지 사는지 겪어 둡니다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exit()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빠져나간다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4040 새로고침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열리지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않는다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앱이 살아 있는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동안만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다시 띄우면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UI 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생긴다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끝난 잡을 보려면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History Server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(심화)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Jobs 탭에 count() 와 show(5) 가 한 줄씩, 둘 다 Stage 1개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잡은 Stage 2개 · explain() 에 Exchange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 의 Task 수가 앞 실습의 파티션 수와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DAG 에 박스 두 개, 사이에 선 하나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Executors 탭에 driver 하나뿐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캐시 뒤 세 번째 count 가 빠르고 Storage 탭에 나타난다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본 개념 아홉 개를 표로 정리하고, 5-2 클러스터를 위한 이미지·메모리를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개념 9개 — 한 줄 정의와 UI 위치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| grep 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메모리 4GB 이상(8GB 권장)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cache 전후 시간 세 개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