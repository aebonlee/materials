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3-2 · Pandas를 활용한 데이터 분석 · 실습 1H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시계열과 기초 통계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날짜 인덱스로 추세를 보고, 다음 차시용 파일로 저장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order_date 를 인덱스로 올려 datetime64 임을 확인한다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resample('D') 와 rolling(7) 의 행 수 차이를 확인한다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describe() · quantile() 로 분포를 읽는다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orders_enriched.parquet 를 저장한다 — 3-3·3-4 의 입력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미니 과제 세 개까지 마치면 3-2 분석 문법을 한 바퀴 돈 것입니다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3-2 · 실습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여섯 단계 — 결합한 m 에서 이어서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timeseries.py 한 파일에 1~6단계를 이어 붙인다 — 파일 머리에서 m 을 다시 만든다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인덱스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set_index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sort_index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일별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resample('D')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rolling(7)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주·월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'W' · 'ME'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count 합 1015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통계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describe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quantile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5·6. 저장·과제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to_parquet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미니 과제 3개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3-2 · 실습 1H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1·2단계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날짜 인덱스와 일별 집계 — 핵심 명령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18582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18582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인덱스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28827" y="2781300"/>
            <a:ext cx="1481617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1227" y="2781300"/>
            <a:ext cx="1451137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ts = m.set_index('order_date').sort_index()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29000"/>
            <a:ext cx="118582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118582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타입 확인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28827" y="3429000"/>
            <a:ext cx="1481617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81227" y="3429000"/>
            <a:ext cx="1451137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ts.index.dtype → datetime64[us] (pandas 2: [ns])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76700"/>
            <a:ext cx="118582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76700"/>
            <a:ext cx="118582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일별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28827" y="4076700"/>
            <a:ext cx="1481617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81227" y="4076700"/>
            <a:ext cx="1451137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daily = ts['amount'].resample('D').sum()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724400"/>
            <a:ext cx="118582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118582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이동 평균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28827" y="4724400"/>
            <a:ext cx="1481617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81227" y="4724400"/>
            <a:ext cx="1451137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weekly_trend = daily.rolling(7).mean()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372100"/>
            <a:ext cx="118582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372100"/>
            <a:ext cx="118582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행 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28827" y="5372100"/>
            <a:ext cx="1481617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81227" y="5372100"/>
            <a:ext cx="1451137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len(daily) == len(weekly_trend) ← 같다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기간 정확히 2026-06-01 ~ 07-30(60일) — sort_index() 를 빼면 rolling·기간 슬라이스가 어긋난다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3-2 · 실습 1H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resample 은 접고, rolling 은 유지한다 — 행 수로 확인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resample('D').sum()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하루 한 행으로 접힌다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daily 행 수 = 날짜 수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'W' 주별 9행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'ME' 월별 2행 (6월 · 7월)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rolling(7).mean()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행 수는 그대로, 앞쪽 6일은 NaN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창이 아직 안 찬 구간이 NaN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7번째부터 값이 나온다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min_periods=1 이면 「7일 평균」이 아닌 값이 섞임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3-2 · 실습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일부러 실패시키기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set_index 를 빼고 resample 해 본다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정리 시간의 「자주 겪는 오류」를 미리 겪어 둡니다 — 인덱스가 날짜 타입이 아닐 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371475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인덱스 없이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m['amount']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.resample('D')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387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38750" y="3924300"/>
            <a:ext cx="371475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87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오류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83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Only valid with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DatetimeIndex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345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34500" y="3924300"/>
            <a:ext cx="371475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45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40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인덱스가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날짜 타입 아님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4302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430250" y="3924300"/>
            <a:ext cx="371475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4302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398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to_datetime →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set_index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3-2 · 실습 1H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3·4단계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주·월 요약과 기초 통계 — 핵심 명령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18582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18582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28827" y="2781300"/>
            <a:ext cx="1481617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1227" y="2781300"/>
            <a:ext cx="1451137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ts['amount'].resample('W').sum() → 9행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29000"/>
            <a:ext cx="118582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118582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월별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28827" y="3429000"/>
            <a:ext cx="1481617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81227" y="3429000"/>
            <a:ext cx="1451137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resample('ME').agg(['sum', 'mean', 'count']) → 2행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76700"/>
            <a:ext cx="118582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76700"/>
            <a:ext cx="118582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기초 통계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28827" y="4076700"/>
            <a:ext cx="1481617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81227" y="4076700"/>
            <a:ext cx="1451137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m[['price', 'quantity', 'amount']].describe()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724400"/>
            <a:ext cx="118582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118582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분위수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28827" y="4724400"/>
            <a:ext cx="1481617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81227" y="4724400"/>
            <a:ext cx="1451137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m['amount'].quantile([0.25, 0.5, 0.75, 0.9, 0.99])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372100"/>
            <a:ext cx="118582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372100"/>
            <a:ext cx="118582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지역별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28827" y="5372100"/>
            <a:ext cx="1481617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81227" y="5372100"/>
            <a:ext cx="1451137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groupby('region')['amount'].agg(['mean', 'std', 'count'])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월별 count 의 합이 1015 면 빠진 데이터가 없다 · price 의 count 가 작으면 3-1 결측 30건이 남은 것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3-2 · 실습 1H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평균만 보지 말고 — describe() 여덟 줄 읽는 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describe() 여덟 줄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count · mean · std · min · 25% · 50% · 75% · max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평균과 중앙값(50%)을 함께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둘이 크게 다르면 한쪽으로 치우친 분포라는 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매출 데이터의 습성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소수의 큰 주문이 평균을 끌어올린다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price 의 count 가 작다면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3-1 에서 심은 결측 30건이 아직 남아 있는 것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3-2 · 실습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5·6단계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저장하고, 미니 과제 세 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저장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to_parquet('orders_enriched.parquet', index=False) → 1015행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확인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열 목록에 region·joined 가 있으면 성공 — 3-3·3-4 의 입력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미니 과제 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고객별 주문 수·총 구매액·마지막 주문일 — 상위 10명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미니 과제 ②③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요일별 평균 매출(weekday 열) · 지역별 최다 카테고리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과제 ③ 힌트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groupby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.head(1)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3-2 · 실습 1H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ts.index.dtype 이 datetime64[us] · 기간 6-01 ~ 7-30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daily 와 rolling 의 행 수가 같고, 앞쪽 6개가 NaN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주별 9행 · 월별 2행(476 · 509) · count 합 1015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describe() 여덟 줄 — 평균과 중앙값을 함께 봤다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orders_enriched.parquet 1015행 · region·joined 포함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3-2 · 실습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3-2 · 실습 1H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정리·회고 (0.5H)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분석 문법을 표 한 장으로 모으고, 산출물 파일을 확인한 뒤 3-3 DuckDB 를 예고합니다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분석 문법 요약표 10줄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ls -lh 와 shape 로 산출물 확인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체크리스트 자가 점검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겪는 오류 네 가지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orders_enriched.parquet 저장 완료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