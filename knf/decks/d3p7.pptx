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7교시 · 원인 후보 분류와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사실과 추정 구분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후보마다 근거 데이터를 연결한다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사실 · 추정 · 반증의 기준을 후보에 적용한다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후보마다 파일 · 열 · 숫자를 잇고 Excel 로 다시 센다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답에서 근거 없는 문장에 [추정]을 붙이게 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숫자 · 출처 · 비교 대상 — 셋이 다 있어야 사실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판정은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데이터로 확인된다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숫자 · 출처 · 비교 대상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추정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데이터가 없거나 약하다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그럴듯해도 근거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반증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데이터가 부정한다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보여야 할 흔적이 없다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기록이 없다(사실) ≠ 그 일을 안 했다(현장 확인 필요)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근거 데이터 지도 — 어느 파일이 답하나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1628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162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후보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 파일 · 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TC-3 → 온도편차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43900" y="3448050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150" y="3448050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04 불량기록 · 소결온도편차_C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뒤 교정 기록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3900" y="4044043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150" y="4044043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05 알람 · S-900 · S-901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 알람 증가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3900" y="4640036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150" y="4640036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05 알람 · S-301 · S-302 · S-305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 로트 L-0809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43900" y="5236029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150" y="5236029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02 생산일지 · 원료로트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 숙련도 · 냉간 재시작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3900" y="5832021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150" y="5832021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02 · 04 · 교대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 → 소결 불량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43900" y="6428014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9150" y="6428014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04 불량기록 · 성형실습도_pct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작업자 경력 · 교육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43900" y="7024007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9150" y="7024007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 → 현장 자료 필요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피벗으로 다시 센다 — 불량률은 합계끼리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M열 PM구분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=IF(A2&lt;"2026-08-10","PM전","PM후")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삽입 → 피벗 테이블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필터 공정=소결 · 행 설비·원료로트 · 열 PM구분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계산 필드 「불량률」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=(생산수량-양품수량)/생산수량 → 백분율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원료로트 대신 교대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피벗에서 교대별 불량률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6DDD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행별 불량률의 평균은 생산량이 다른 행을 똑같이 취급해 틀어진다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 — 나와야 하는 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로트 · 교대별 불량률 — SF-01 에서 따로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0027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80" y="2781300"/>
            <a:ext cx="44424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SF-02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700278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8122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L-0701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448050"/>
            <a:ext cx="44424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9130" y="3448050"/>
            <a:ext cx="42519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2.35%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664440" y="3448050"/>
            <a:ext cx="44805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59690" y="3448050"/>
            <a:ext cx="42900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2.11%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70350"/>
            <a:ext cx="700278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70350"/>
            <a:ext cx="68122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L-0720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4070350"/>
            <a:ext cx="44424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9130" y="4070350"/>
            <a:ext cx="42519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664440" y="4070350"/>
            <a:ext cx="44805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759690" y="4070350"/>
            <a:ext cx="42900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2.03%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92650"/>
            <a:ext cx="700278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92650"/>
            <a:ext cx="68122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L-0809 (PM 과 겹침)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4692650"/>
            <a:ext cx="44424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130" y="4692650"/>
            <a:ext cx="42519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2.72%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692650"/>
            <a:ext cx="44805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692650"/>
            <a:ext cx="42900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6.12%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314950"/>
            <a:ext cx="700278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314950"/>
            <a:ext cx="68122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L-0821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80" y="5314950"/>
            <a:ext cx="44424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9130" y="5314950"/>
            <a:ext cx="42519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664440" y="5314950"/>
            <a:ext cx="44805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759690" y="5314950"/>
            <a:ext cx="42900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6.61%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937250"/>
            <a:ext cx="700278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937250"/>
            <a:ext cx="68122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주간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80" y="5937250"/>
            <a:ext cx="44424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9130" y="5937250"/>
            <a:ext cx="42519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2.25%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664440" y="5937250"/>
            <a:ext cx="44805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759690" y="5937250"/>
            <a:ext cx="42900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3.32%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559550"/>
            <a:ext cx="7002780" cy="546100"/>
          </a:xfrm>
          <a:prstGeom prst="roundRect">
            <a:avLst>
              <a:gd name="adj" fmla="val 6976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559550"/>
            <a:ext cx="681228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83880" y="6559550"/>
            <a:ext cx="44424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9130" y="6559550"/>
            <a:ext cx="42519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2.50%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664440" y="6559550"/>
            <a:ext cx="44805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759690" y="6559550"/>
            <a:ext cx="42900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3.62%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SF-02 는 로트가 바뀐 뒤에도 높다 — 로트는 주원인이 아니다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후보마다 판정 — 이 데이터의 결론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후보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68427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6842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TC-3 → 온도편차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6842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6652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6.0 → 16.6°C · r=0.95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500" y="3448050"/>
            <a:ext cx="40005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39750" y="3448050"/>
            <a:ext cx="3810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온도 알람 증가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43375"/>
            <a:ext cx="6842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43375"/>
            <a:ext cx="6652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S-301 6 → 28건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44500" y="4143375"/>
            <a:ext cx="40005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39750" y="4143375"/>
            <a:ext cx="3810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PM 뒤 교정 기록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38700"/>
            <a:ext cx="6842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38700"/>
            <a:ext cx="6652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S-901 교정 기록 미입력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144500" y="4838700"/>
            <a:ext cx="40005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39750" y="4838700"/>
            <a:ext cx="3810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사실(기록)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원료 로트 L-0809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534025"/>
            <a:ext cx="6842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534025"/>
            <a:ext cx="6652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2.72 vs 2.24~2.35%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144500" y="5534025"/>
            <a:ext cx="40005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239750" y="5534025"/>
            <a:ext cx="3810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사실(부분)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 숙련도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6229350"/>
            <a:ext cx="6842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8890" y="6229350"/>
            <a:ext cx="6652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작업자 데이터 없음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144500" y="6229350"/>
            <a:ext cx="40005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239750" y="6229350"/>
            <a:ext cx="3810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 → 소결 불량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6924675"/>
            <a:ext cx="6842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8890" y="6924675"/>
            <a:ext cx="6652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SF-01 만 r=0.11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3144500" y="6924675"/>
            <a:ext cx="40005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39750" y="6924675"/>
            <a:ext cx="3810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[추정] 표시 원인 요약 프롬프트의 뼈대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품질 엔지니어 → 현상 → 근거 표 → 작성 규칙 5 → 형식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아래 근거 표만 사용해 SF-02 불량 증가의 원인을 요약해 주세요.</a:t>
            </a:r>
          </a:p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문장마다 (근거: 숫자)를 달고, 근거 숫자가 없는 문장에는 [추정] 표시를 해 주세요.</a:t>
            </a:r>
          </a:p>
          <a:p>
            <a:pPr algn="l">
              <a:lnSpc>
                <a:spcPct val="150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표에 없는 숫자는 만들지 말고, 「기록 없음」을 「안 했다」로 바꾸지 말아 주세요.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답의 숫자를 근거 표와 하나씩 맞춰 본다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사실과 추정이 섞이는 네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SF-02 의 L-0809 6.12% 만 본다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과 겹친 기간 — SF-01 에서 따로 봐야 로트 크기가 보인다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야간이 높다 = 숙련도 탓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높은 것은 사실, 이유가 숙련도라는 데이터는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습도와 소결이 같이 올랐다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 다 8월 — SF-01 만 보면 r=0.11 로 사라진다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「교정을 안 했다」로 쓴다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로그가 말하는 것은 「교정 기록 미입력」까지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피벗 결과 SF-01 L-0809 2.72%, SF-02 L-0821 6.61%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모든 후보의 C열에 파일 · 열 · 숫자 근거가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야간 숙련도는 추정, 습도 → 소결은 반증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요약의 숫자가 모두 근거 표에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기록 누락을 행위로 바꿔 쓴 문장이 없다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3일차 7교시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3일차 7교시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가설 검증 계획과 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판정표의 후보를 가설 문장으로 바꾸고, 판정 기준과 다음 행동을 정합니다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만약 ~라면 ~일 것이다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비교 그룹과 판정 기준 먼저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판정 vs 현장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채택 · 기각 시나리오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근거 · 판정이 채워진 원인후보 시트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