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Docker Compose 이해하고 사용하기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 산출물: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통합 엔지니어링 환경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README 만 보고 남이 재현할 수 있는가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뒤 up 을 해도 week1 표가 남는 것으로 볼륨의 데이터 보존을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구성·실행·접속·확인·겪은 문제 5절의 README.md 를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-v 로 완전히 내리고 README 의 명령만으로 다시 올린다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 · README.md 를 제출하고 갤러리에 공유한다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챕터의 결과물이 1주차 산출물입니다 — 두 파일을 제출합니다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보존 확인에서 제출까지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3단계는 「처음 받는 사람」의 입장으로 돌려 보는 검증입니다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데이터 보존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생성 → down → up → \dt · SELECT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README 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구성 · 실행 · 접속 · 확인 · 겪은 문제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스스로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-v → README 그대로 → ps · logs · psql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산출물 제출 페이지 · 갤러리 공유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환경을 내렸다 올려도 데이터가 남는가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TABLE week1 · INSERT '1주차 완료'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db psql -U engineer -d pipeline -c "…" 로 테스트 표를 만든다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down → up -d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 전체를 내렸다 다시 올린다 — 볼륨은 유지된다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\dt · SELECT * FROM week1;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표와 '1주차 완료' 행이 남아 있으면 볼륨이 데이터를 보존한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주의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-v 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볼륨까지 삭제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평소에는 -v 없이 down 만 씁니다 — 방금 확인한 데이터가 사라집니다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README.md 뼈대 — 다섯 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적을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480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8890" y="34480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서비스 · 포트 · 볼륨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방법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719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41719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 --build → ps → 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8958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8958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pgAdmin 계정 · DB 접속 정보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확인한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6197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8890" y="56197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연결 · down→up 표 유지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겪은 문제와 해결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63436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8890" y="63436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본인이 막혔던 지점 한 줄 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핵심은 「다른 사람이 이 파일만 보고 같은 환경을 재현할 수 있는가」 — 겪은 문제를 한 줄이라도 적어 주세요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일부러 지우고 올리기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볼륨까지 지운 뒤 README 의 명령만으로 올라오는가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down -v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이번에는 볼륨까지 — 처음부터 올라오는지 보기 위해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README 에 적은 그대로 up -d --build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 -a · logs app · exec db psql … SELECT current_database();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week1 표는 없는 것이 정상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볼륨을 지웠으니 — README 의 명령만으로 환경이 다시 올라오면 검증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입장 바꾸기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처음 받는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사람처럼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pgAdmin 에 등록한 서버도 사라진다 — admin 에는 볼륨이 없다. 로그인 뒤 호스트 db 로 다시 등록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— 두 파일, 그리고 갤러리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파일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docker-compose.yml · README.md (app 폴더의 Dockerfile 도 함께 올리면 더 좋다)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어디에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사이트의 「산출물 제출」 페이지 — GitHub 저장소 URL 로 내도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갤러리 공유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패들릿 1주차 섹션에 [1주] 이름 — 산출물명 형식으로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함께 올리면 좋은 것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1-4 에서 잰 이미지 크기 · 재빌드 시간 수치 — 서로 비교하기 좋다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완성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뒤 up 을 해도 week1 표와 '1주차 완료' 행이 남아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README 만 보고 up -d --build 부터 pgAdmin 접속까지 재현할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-v 뒤 README 의 명령만으로 환경이 다시 올라온다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 제출 페이지에 두 파일을 냈고 갤러리에도 올렸다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1-5 · 실습 1H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1-5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1주차 총정리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주 동안 쌓은 것을 한 장으로 되짚고, 2주차를 위해 환경을 정돈합니다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1-1 ~ 1-5 지나온 길과 남은 결과물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명령 요약 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 예고 — MySQL 9.7 설치 및 기초 쿼리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제출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페이지에 두 파일이 올라갔는지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