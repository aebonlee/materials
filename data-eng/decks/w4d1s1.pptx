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4-1 · MinIO 오브젝트 스토리지 구축 · 이론 1H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오브젝트 스토리지의 이해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폴더가 아니라 버킷 + 키 — 데이터레이크의 바닥층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1시간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블록·파일·오브젝트 스토리지의 차이를 설명할 수 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버킷·키·접두사가 무엇인지, 슬래시가 폴더가 아님을 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키를 dt=날짜 형태로 나누는 이유를 말할 수 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S3 API 표준 덕에 MinIO 코드가 AWS 에서도 도는 이유를 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 1.5H 실습에서 MinIO 를 직접 띄우고 웹 콘솔로 확인합니다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4-1 · 이론 1H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1. 저장소의 종류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저장소에도 종류가 있다 — 블록 · 파일 · 오브젝트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블록 스토리지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디스크 조각 단위, OS 가 직접 접근 — DB·OS 가 쓰는 저장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파일 스토리지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경로 + 파일명, 계층(트리) 구조 — 여러 사람이 공유하는 문서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오브젝트 스토리지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버킷 + 키, HTTP API, 평평한 구조 — 대량 데이터 보관·배포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비유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서류 캐비닛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vs 물류창고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4-1 · 이론 1H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1. 저장소의 종류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세 저장 방식 비교 — 「수정」 행을 눈여겨보세요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52222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5222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항목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03320" y="2781300"/>
            <a:ext cx="444246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03320" y="2781300"/>
            <a:ext cx="44424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블록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83880" y="2781300"/>
            <a:ext cx="444246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83880" y="2781300"/>
            <a:ext cx="44424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파일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664440" y="2781300"/>
            <a:ext cx="448056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664440" y="2781300"/>
            <a:ext cx="44805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오브젝트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252222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23317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접근 단위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703320" y="3448050"/>
            <a:ext cx="44424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98570" y="3448050"/>
            <a:ext cx="42519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디스크 조각(블록)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83880" y="3448050"/>
            <a:ext cx="44424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9130" y="3448050"/>
            <a:ext cx="42519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경로 + 파일명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664440" y="3448050"/>
            <a:ext cx="44805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759690" y="3448050"/>
            <a:ext cx="42900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버킷 + 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43375"/>
            <a:ext cx="252222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43375"/>
            <a:ext cx="23317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접근 방법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703320" y="4143375"/>
            <a:ext cx="44424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98570" y="4143375"/>
            <a:ext cx="42519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OS 가 직접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83880" y="4143375"/>
            <a:ext cx="44424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79130" y="4143375"/>
            <a:ext cx="42519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파일시스템 API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664440" y="4143375"/>
            <a:ext cx="44805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759690" y="4143375"/>
            <a:ext cx="42900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HTTP API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38700"/>
            <a:ext cx="252222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38700"/>
            <a:ext cx="23317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구조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703320" y="4838700"/>
            <a:ext cx="44424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798570" y="4838700"/>
            <a:ext cx="42519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없음 (OS 가 얹음)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183880" y="4838700"/>
            <a:ext cx="44424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79130" y="4838700"/>
            <a:ext cx="42519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계층(트리)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2664440" y="4838700"/>
            <a:ext cx="44805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759690" y="4838700"/>
            <a:ext cx="42900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평평함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43000" y="5534025"/>
            <a:ext cx="252222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250" y="5534025"/>
            <a:ext cx="23317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수정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703320" y="5534025"/>
            <a:ext cx="44424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798570" y="5534025"/>
            <a:ext cx="42519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자유롭게 부분 수정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183880" y="5534025"/>
            <a:ext cx="44424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79130" y="5534025"/>
            <a:ext cx="42519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자유롭게 부분 수정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2664440" y="5534025"/>
            <a:ext cx="44805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2759690" y="5534025"/>
            <a:ext cx="42900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통째로 교체가 기본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3000" y="6229350"/>
            <a:ext cx="252222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38250" y="6229350"/>
            <a:ext cx="23317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확장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703320" y="6229350"/>
            <a:ext cx="44424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798570" y="6229350"/>
            <a:ext cx="42519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디스크 용량 한계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183880" y="6229350"/>
            <a:ext cx="44424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279130" y="6229350"/>
            <a:ext cx="42519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서버 한 대의 한계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2664440" y="6229350"/>
            <a:ext cx="44805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2759690" y="6229350"/>
            <a:ext cx="42900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사실상 무한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143000" y="6924675"/>
            <a:ext cx="252222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238250" y="6924675"/>
            <a:ext cx="23317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잘하는 일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703320" y="6924675"/>
            <a:ext cx="44424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798570" y="6924675"/>
            <a:ext cx="42519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DB·OS 가 쓰는 저장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183880" y="6924675"/>
            <a:ext cx="44424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279130" y="6924675"/>
            <a:ext cx="42519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여러 사람이 공유하는 문서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2664440" y="6924675"/>
            <a:ext cx="44805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2759690" y="6924675"/>
            <a:ext cx="42900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대량 데이터 보관·배포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「수정 = 통째로 교체」— 이 제약이 4-2 에서 배울 Iceberg 가 그런 구조를 갖는 이유가 된다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4-1 · 이론 1H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2. 버킷과 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버킷과 키 — 창고의 구역과 송장 번호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622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962275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20992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2766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0575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버킷(bucket)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최상위 그릇 — AWS S3 는 전 세계 · MinIO 는 그 서버 안에서 고유, 이름 변경 불가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01002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010025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25767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32435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10527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오브젝트 키(key)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raw/orders/2026-08-01.csv 처럼 슬래시를 넣어도 실제로는 긴 이름표 하나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0577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057775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30542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3721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1530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접두사(prefix)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키의 앞부분 — 「raw/orders/ 로 시작하는 것 전부」처럼 목록을 거를 때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10552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105525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35317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41985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20077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메타데이터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크기·수정 시각·콘텐츠 타입이 오브젝트마다 함께 붙는다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758190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14450" y="758190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폴더가 없다 — 빈 폴더를 만들 수 없고, 폴더 이름을 바꾸면 아래 오브젝트를 전부 새 키로 다시 쓴다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4-1 · 이론 1H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3. 키 설계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키를 어떻게 지을 것인가 — 3-3 파티셔닝과 같은 발상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나쁜 예 — 전부 한 접두사 아래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50만 개가 한 곳에 — 목록 조회가 느려진다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raw/orders_1.csv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raw/orders_2.csv … raw/orders_500000.csv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8월 1일치만 필요해도 전부 훑는다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좋은 예 — 날짜로 나눈다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8월 1일치는 그 접두사만 훑으면 된다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raw/orders/dt=2026-08-01/part-0.csv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raw/orders/dt=2026-08-02/part-0.csv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키=값 관례 = 하이브 스타일 파티셔닝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4-1 · 이론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4. S3 API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S3 API 가 표준이 된 이유 — 코드는 그대로, 저장소만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S3 API — 사실상 표준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AWS S3 의 HTTP API — S3 호환만 지키면 어떤 스토리지든 같은 코드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코드는 그대로, 저장소만 바꾼다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개발은 MinIO, 운영은 AWS S3 같은 식으로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MinIO — 우리만의 S3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S3 호환 API 를 주는 오픈소스 — 컨테이너 하나로 우리 서버에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73417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47800" y="698182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7800" y="713422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24100" y="694372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이번 과정에서 쓰는 이유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4100" y="734377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클라우드 비용 없이 실습하고, 배운 코드가 실제 S3 에서 그대로 돈다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3144500" y="2933700"/>
            <a:ext cx="4000500" cy="4895850"/>
          </a:xfrm>
          <a:prstGeom prst="roundRect">
            <a:avLst>
              <a:gd name="adj" fmla="val 119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487400" y="4562475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이번 과정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487400" y="4962525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개발 MinIO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운영 AWS S3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4-1 · 이론 1H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5. 데이터레이크의 바닥층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4주차의 지도 — 다섯 층, 오늘은 맨 아래 한 층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층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2781300"/>
            <a:ext cx="79629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781300"/>
            <a:ext cx="79629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무엇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664440" y="2781300"/>
            <a:ext cx="448056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664440" y="2781300"/>
            <a:ext cx="44805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이번 주 어디서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① 저장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34480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8690" y="34480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오브젝트 스토리지 (MinIO)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664440" y="3448050"/>
            <a:ext cx="4480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759690" y="3448050"/>
            <a:ext cx="4290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오늘 (4-1)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② 테이블 포맷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63440" y="41719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8690" y="41719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Iceberg — 파일 묶음을 테이블처럼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664440" y="4171950"/>
            <a:ext cx="4480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759690" y="4171950"/>
            <a:ext cx="4290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4-2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③ 처리 엔진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63440" y="48958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8690" y="48958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Spark — 쓰고 변환한다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664440" y="4895850"/>
            <a:ext cx="4480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759690" y="4895850"/>
            <a:ext cx="4290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4-2 · 4-3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④ 질의 엔진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663440" y="56197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8690" y="56197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Trino — SQL 로 읽는다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664440" y="5619750"/>
            <a:ext cx="4480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759690" y="5619750"/>
            <a:ext cx="4290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4-4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⑤ 카탈로그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663440" y="63436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58690" y="63436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REST 카탈로그 — 테이블이 어디 있는지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2664440" y="6343650"/>
            <a:ext cx="4480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759690" y="6343650"/>
            <a:ext cx="4290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4-2 에 붙이고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4-5 에서 자세히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매일 한 층씩 올려 4-5(10-22 목)에 전체가 이어진다 — 하루라도 빠지면 다음이 막히니 결석 시 반드시 따라잡기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4-1 · 이론 1H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 1시간에서 꼭 가져갈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오브젝트 스토리지는 폴더가 아니라 버킷 + 키로 접근한다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키의 슬래시는 폴더가 아니라 이름의 일부다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부분 수정이 안 되고 통째로 교체하는 것이 기본이다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키를 dt=날짜 형태로 나눠 두면 필요한 것만 읽을 수 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S3 API 가 표준이라 MinIO 로 배운 코드가 AWS 에서도 돈다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4-1 · 이론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4-1 · 이론 1H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MinIO 컨테이너 구축 실습 (1.5H)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Compose 로 MinIO 를 띄우고, 웹 콘솔과 컨테이너 네트워크 동작을 눈으로 확인합니다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히어독으로 compose 파일 — minio·mc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http://localhost:9001 SILO 콘솔 로그인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컨테이너 안 localhost 가 실패하는 것 확인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볼륨이 데이터를 지키는지 · 로그 읽기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준비할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켜짐 · 이미지 두 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