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P5 · 개별 · 코랩 ·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보도자료 요약 · 검색기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「이번 달 ○○ 정책 요약해줘」에 근거와 함께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 PDF 와 뽑아낸 텍스트를 버킷을 나눠 두는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 결과에 「이번 달」 조건을 거는 방법(payload 필터)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없이 검색기가 하는 일과, LLM 을 붙이면 달라지는 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레이크(MinIO)와 7주차 RAG 를 한 줄로 잇습니다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P5 · 개별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보건복지부 한 달치 보도자료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보건복지부 누리집 「보도자료」 게시판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2026-10-01 ~ 10-28 게시분(10-28 수집)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83건 · 37.4MB(게시물마다 첫 PDF)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PDF — zip 두 묶음(1~15일 · 16~28일)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게시물마다 공공누리 제1유형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목록 파일 mohw_press_202610.jsonl 에 제목 · 날짜 · 부서 · 원문 주소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P5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PDF 에서 근거 달린 요약까지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게시판 → PDF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press-raw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pypdf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press-text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청킹 · 임베딩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500자 · ko-sroberta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필터 · 요약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원본은 press-raw, 텍스트는 press-text — 추출 규칙을 바꾸면 원본에서 다시 뽑는다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P5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수집 · MinIO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robots.txt 확인 뒤 PDF 받기, 버킷 press-raw 에 83개 올리기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추출 · 청킹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쪽 번호 지우고 press-text 로, 500자 · 50자 겹침 조각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임베딩 ·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768차원 벡터를 Qdrant 에, 날짜 Range 로 이번 달만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8~9. 요약 ·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주제만 떼어 근거 세 건, (키가 있으면) gpt-4o-mini 요약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P5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실패가 말해 주는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본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배울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없이 올리기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NoSuchBucket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버킷은 먼저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HTML 을 PDF 로 읽기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PdfReadError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다섯 글자 %PDF-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겹침이 조각보다 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ValueError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chunk_overlap &lt; chunk_size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1536차원 벡터 넣기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차원이 맞지 않아 실패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모델을 바꾸면 다시 적재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P5 · 개별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press-raw 83개 · 37.4MB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텍스트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83건 361,824자 → 조각 998개(최장 499자)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의료 수가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10/28 지역 · 필수의료 수가(mohw_1492342)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노인 돌봄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10/19 mohw_1492261 · 2위 10/13 mohw_1492213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P5 · 개별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P5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P5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출처가 붙은 요약이어야 보도자료 검색기로 쓸 수 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으로 질문 상자와 답 · 출처 화면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매일 아침 수집부터 적재까지 Airflow DAG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부처 보도자료를 넣고 부처 payload 로 거르기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P6 리뷰 감성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