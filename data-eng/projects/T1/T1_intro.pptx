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T1 · 팀 · 내 컴퓨터 Docker · 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서울 실시간 도시 상황판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「지금 광화문 왜 붐벼?」에 근거 붙이기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응답이 Kafka 를 거쳐 레이크 어느 경로에 쌓이는지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시각 자료를 두 번 받아도 Spark 에서 한 번만 세는 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「왜 붐벼?」에 숫자(혼잡도 표)와 글(행사 · 통제)을 함께 붙이는 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4~8주차의 Kafka · MinIO · Spark · Qdrant · Airflow 를 한 줄로 잇습니다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T1 · 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서울시가 5분마다 갱신하는 실시간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202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202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실시간 도시데이터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4220" y="2781300"/>
            <a:ext cx="6240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04220" y="2781300"/>
            <a:ext cx="6240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따릉이 실시간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202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012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OA-21285 (citydata)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04220" y="3448050"/>
            <a:ext cx="6240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99470" y="3448050"/>
            <a:ext cx="6050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OA-15493 (bikeList)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43375"/>
            <a:ext cx="6202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43375"/>
            <a:ext cx="6012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장소 100여 곳의 혼잡도 · 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04220" y="4143375"/>
            <a:ext cx="6240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99470" y="4143375"/>
            <a:ext cx="6050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대여소별 거치 대수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갱신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8700"/>
            <a:ext cx="6202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38700"/>
            <a:ext cx="6012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5분마다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04220" y="4838700"/>
            <a:ext cx="6240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99470" y="4838700"/>
            <a:ext cx="6050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실시간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sample 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534025"/>
            <a:ext cx="6202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534025"/>
            <a:ext cx="6012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광화문·덕수궁 한 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04220" y="5534025"/>
            <a:ext cx="6240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99470" y="5534025"/>
            <a:ext cx="6050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5행까지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229350"/>
            <a:ext cx="6202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229350"/>
            <a:ext cx="6012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(OpenAPI)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04220" y="6229350"/>
            <a:ext cx="6240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99470" y="6229350"/>
            <a:ext cx="6050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(OpenAPI)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924675"/>
            <a:ext cx="6202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924675"/>
            <a:ext cx="6012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04220" y="6924675"/>
            <a:ext cx="6240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99470" y="6924675"/>
            <a:ext cx="6050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응답 속 연합뉴스 기사(LIVE_YNA_NEWS)는 공공누리 대상이 아니라 담지 않는다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T1 · 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응답에서 「왜 붐벼?」까지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citydata · bikeList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Kafka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city.live · bike.live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raw/dt=/hour=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혼잡도 마트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행사 · 통제 · 날씨 글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+ 글 근거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숫자는 Spark 로 집계하고, 글은 RAG 근거로 — Airflow DAG 가 매시간 부른다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T1 · 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1~2. 준비 · 인프라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인증키(없으면 sample), compose 로 Kafka · MinIO · Qdrant 띄우기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3~5. 수집 · 적재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한 건 뜯어보기, Producer 로 토픽에, Consumer 가 raw 층에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6~8. 집계 ·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중복 제거 · 혼잡도 마트, 글을 Qdrant 에, 숫자와 글로 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9~10. DAG ·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네 개를 매시간 DAG 로, Airflow 컨테이너에서 검사, down -v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T1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한 번씩 깨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보는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나오는 오류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바른 방법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 9999 로 붙기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KafkaException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localhost:9092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이름 citydat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44043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044043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200 인데 ERROR-500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044043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044043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RESULT.CODE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dict 를 그대로 보내기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640036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640036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bytes-like 필요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640036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640036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json.dumps 로 글자로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버킷에 쓰기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236029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236029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NoSuchBucket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236029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236029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 버킷 먼저 만들기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열 고르기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832021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5832021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UNRESOLVED_COLUMN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5832021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5832021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전에 열 이름 검사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384차원 벡터 넣기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428014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428014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expected dim: 768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428014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428014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 차원에 맞추기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0825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8920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노트북에서 DAG 읽기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7024007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8890" y="7024007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 module 'airflow'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024360" y="7024007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19610" y="7024007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컨테이너에서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T1 · 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실시간이라 숫자 대신 「형태」로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9908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9908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혼잡도가 여유 · 보통 · 약간 붐빔 · 붐빔 넷 중 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9814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9814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보낸 수와 같은 파일 수, 경로는 raw/city/dt=…/hour=…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9720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9720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 뒤 원본보다 적거나 같고, 장소마다 한 행 · level 1~4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9626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9626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장소가 광화문·덕수궁으로 잡히고 근거가 모두 같은 장소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9532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9532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오류 No data found, 태스크 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T1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팀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갈래로 나눠 키웁니다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· 스트리밍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3~5단계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· Producer · Consumer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 · Spark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· 6단계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인프라 · 혼잡도 마트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· 서비스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7~8단계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문서 · 답하기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9~10단계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 · 정리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처음에는 한 사람이 노트북 하나로 끝까지 돌려 보고, 그다음 역할별로 나눠 키웁니다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T1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T1 · 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T1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출처의 숫자와 글을 한 파이프라인에서 함께 다뤘습니다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 키로 장소 10곳 이상, 1분마다 하루 쌓기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시간대별 혼잡도와 따릉이 거치율 관계 그리기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으로 「장소 고르기 + 질문」 상황판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T3 쇼핑몰 CDC → AI 상담봇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