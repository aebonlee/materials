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경영·회계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 경영지원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DX 실무 전문가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 22시간 · 총무·인사·재무·회계·구매자재 경영지원팀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경영지원·재무·구매 데이터를 AI 로 분석하고 보고서를 자동 작성한다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기안문·회의록·보고서를 템플릿 프롬프트로 반복 없이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SCM·인사·ESG 데이터로 의사결정 시나리오를 세운다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팀의 반복 업무를 자동화 로드맵으로 옮긴다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원칙은 짧게, 시간 대부분은 실습입니다 — 비식별·가상 데이터로 진행합니다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AI·디지털전환 이해 및 실무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데이터 분석 및 AI 보고 자동화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SCM·구매·재고 데이터 AI 활용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재무·인사 데이터 분석 및 HRD 혁신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2026년 10월 23일(금) ~ 25일(일) · 집합 · 강의와 실습 —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누가 · 어떻게 · 무엇을 준비하나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총무·인사·재무·회계·구매자재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경영지원팀 실무자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집합 교육 · 강의 20% 실습 80%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모듈마다 실습 3~4개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ChatGPT 또는 Claude 계정 · 엑셀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학습사이트 · 비식별 가상 데이터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재무제표·급여·계약 자료는 쓰지 않습니다 — 학습사이트의 가상 데이터로 실습합니다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AI·디지털전환 이해 및 실무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제조업 디지털전환·탄소중립 흐름 속에서 생성형 AI 가 경영지원 업무의 어디에 들어오는지 찾습니다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세 가지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디지털전환 · 탄소중립 · 생성형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경영지원팀에 닿는 모습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디지털전환(DX)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종이·메신저로 오가던 일이 데이터와 양식으로 바뀐다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탄소중립·ESG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에너지·배출·협력사 데이터를 모아 공시하고 보고한다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생성형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글·표·코드를 만드는 AI — 초안과 해석을 맡긴다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경영지원의 자리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데이터·문서·보고가 모이는 허브 — AI 효과가 가장 빠르다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알루미늄 제조업의 경영지원은 현장과 경영진 사이의 데이터 통로입니다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업무별 AI 활용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총무 · 인사 · 재무 · 구매, 어디에 쓸까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총무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공지·규정 개정문 초안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자산·계약 대장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인사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채용 공고·면접 질문 설계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 안내·면담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재무·회계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 결산 코멘트 초안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예산 대비 실적 해석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구매·자재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비교표 정리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공급사 평가 초안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내 업무의 AI 활용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반복·규칙·문서화 세 기준으로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 업무 디지털전환 컨설턴트로서 답해줘. 나는 알루미늄 제조사의 [담당 업무] 담당자이고 주요 업무는 [업무 1], [업무 2], [업무 3]이야. 각 업무를 반복성·규칙성·문서화 정도로 평가해 AI 적용 가능 영역을 표(업무·AI 가 맡을 부분·사람이 할 부분·기대 효과)로 정리해줘.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사람이 판단할 부분이 비어 있지 않은지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내 업무의 AI 활용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업무를 동사로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「정산」 대신 「월말 경비 정산표 취합」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기준을 먼저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반복·규칙·문서화 — 기준이 있어야 표가 흔들리지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받아 바로 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회의 자료에 열 그대로 붙여 넣는다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업무는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구체적일수록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답이 정확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요소로 공지문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역할·맥락·과업·형식·조건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제조사 총무팀 담당자로서 전 직원에게 보내는 [공지 주제] 공지문을 써줘. 배경 두 줄, 시행 내용, 적용 일자, 문의처 순서로 열 문장 이내, 존댓말, 일자와 담당자는 [빈칸]으로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내용을 현장 게시용 다섯 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요소로 공지문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역할·맥락을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「총무팀 담당자로서, 전 직원에게」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형식은 숫자로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「열 문장 이내」「다섯 줄」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확정 안 된 것은 빈칸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일자·담당자는 문서에서 직접 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길이는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문장 수로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적용 시나리오 — 우선순위 정하기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효과와 난이도 두 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 업무 자동화 기획자로서 답해줘. 아래 반복 업무 목록(비식별)을 효과(절감 시간)와 난이도(데이터 준비·검토 부담) 두 축으로 평가해 2×2 표로 나누고, 「먼저 할 것」 세 가지를 골라 첫 주에 할 일을 각각 두 줄로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난이도 판단 근거가 적혀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적용 시나리오 — 우선순위 정하기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목록은 10개 안팎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너무 많으면 평가가 흐려진다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축의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 = 월 절감 시간, 난이도 = 준비·검토 부담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첫 주 할 일까지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시나리오는 「다음 행동」이 있어야 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고를 때는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효과 큰 것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쉬운 것부터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내 업무의 AI 적용 영역 표 — AI 몫과 사람 몫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요소(역할·맥락·과업·형식·조건)로 쓴 공지문 프롬프트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업무 우선순위 2×2 표와 첫 주 할 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모듈부터는 이 표의 「먼저 할 것」을 데이터와 문서로 직접 만듭니다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데이터 분석 및 AI 보고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Excel·CSV 데이터가 KPI 와 보고서가 되는 길을 AI 와 함께 지나갑니다 — 가상 데이터로 실습합니다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데이터가 보고가 되기까지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수집 → 정리 → 집계 → 해석 → 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Excel·CSV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그대로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이름·형식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표로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코멘트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변동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요약·차트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는 정리·집계·해석·보고를 돕습니다 — 수집과 최종 판단은 사람 몫입니다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KPI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경영지원이 다루는 지표와 데이터 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매출·원가율·영업이익률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결산 자료·ERP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구매·자재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원자재 단가 변동·재고 회전일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구매 대장·재고 현황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 연계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가동률·납기 준수율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실적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인사·총무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인건비 비율·채용 리드타임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인사 자료(집계만)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지표는 「무엇을 결정하려는가」에서 거꾸로 정합니다 — 숫자가 많다고 좋은 보고가 아닙니다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CSV 붙여 넣고 KPI 집계·이상 변동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없는 값은 지어내지 말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데이터 분석가로서 아래 가상 월별 데이터(CSV)를 분석해줘. 매출·원가·영업이익을 월별로 집계하고 전월 대비 증감률을 표로 만든 뒤, 변동이 가장 큰 세 달을 골라 원인 후보를 두 가지씩 제안해줘. 데이터에 없는 값은 지어내지 말고 '데이터 없음'이라고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증감률 계산을 엑셀로 한 번 대조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CSV 붙여 넣고 KPI 집계·이상 변동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이름을 먼저 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「매출은 원화, 원가는 재료비 포함」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계산은 한 번 검산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의 산수는 엑셀 수식으로 확인한다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원인은 후보로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 원인이 아니라 「확인할 것」 목록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숫자는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데이터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만 붙여 넣기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경영보고서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임원이 1분에 읽는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경영기획 담당자로서 위 집계 결과로 월간 경영보고서 초안을 써줘. 구성은 핵심 요약 세 줄, 지표별 현황 표, 특이 사항과 원인 후보, 다음 달 확인 사항. 임원이 1분 안에 읽도록 A4 한 장 분량, 표마다 어떤 차트가 어울리는지 한 줄씩 덧붙여줘.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내용을 팀 공유용 다섯 줄 메시지로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경영보고서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구성을 먼저 정해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 → 표 → 특이 사항 → 다음 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차트는 제안만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차트 자체는 엑셀에서 — 종류와 축을 받는다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말투는 지난 보고서로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숫자를 지운 문단 하나 + 「이 말투로」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분량은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A4 한 장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숫자로 지정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원자재·생산 데이터로 의사결정 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가정을 표에 드러내기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제조업 경영 분석가로서 답해줘. 알루미늄 원자재 단가가 [변동률]% 오르고 생산량이 [변동률]% 줄어드는 가상 상황에서, 원가·재고·납기에 미치는 영향을 표로 정리하고 대응 시나리오 세 가지(가격 전가·구매 시점 조정·재고 조정)를 장단점과 함께 비교해줘. 가정은 표 첫 줄에 따로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가정이 바뀌면 결론이 어떻게 달라지는지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원자재·생산 데이터로 의사결정 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가정을 숫자로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[변동률]을 바꿔 가며 세 번 돌려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시나리오 이름 먼저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 축이 같아야 표가 읽힌다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결론은 사람이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비교표까지 — 선택은 회의에서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시나리오는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가지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 비교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CSV 로 만든 KPI 집계표와 이상 변동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임원용 월간 경영보고서 초안 프롬프트(구성 고정)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변동 시나리오 비교표 — 가정이 드러난 형태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보고서는 「구성을 먼저 정하고」 채워야 매달 같은 모양으로 나옵니다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에게 월별 경영 데이터를 분석시킬 때 가장 먼저 해야 할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결산 파일을 통째로 붙여 넣는다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이름과 단위를 설명하고 가상 데이터를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차트부터 그려 달라고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결론을 먼저 정해 두고 근거를 찾게 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열 이름과 단위를 설명하고 가상 데이터를 넣는다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는 열의 뜻을 모릅니다. 단위와 뜻을 먼저 설명해야 집계가 맞고, 실제 결산 자료는 입력하지 않는 다섯 가지에 해당하므로 비식별·가상 데이터로 실습합니다.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기안문·회의록·보고서를 템플릿 프롬프트로 만들고, 생성에서 결재까지 흐름을 설계합니다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같은 요청,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「써줘」 한 줄과 템플릿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줄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빈칸을 추측으로 채운다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기안문 써줘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양식·결재선·근거 규정을 모른다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처음부터 고친다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템플릿 프롬프트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[빈칸]만 바꾸면 같은 품질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역할·양식·조건이 고정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[제목]·[금액]·[기한]만 채움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 저장해 함께 쓴다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문서 자동화 워크플로우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 → 검토 → 결재, 어디까지 자동화하나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 입력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초안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템플릿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결재 시스템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 파일명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공유 폴더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자동화하는 것은 초안과 보관입니다 — 검토와 결재는 사람이 남습니다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기안문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회사 양식의 항목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제조사 경영지원팀 담당자로서 [기안 제목] 기안문 초안을 써줘. 항목은 제목·목적·배경·내용·소요 예산·기대 효과·첨부 순서로, 각 항목 세 문장 이내 공문체. 금액·일자·결재선은 [빈칸]으로 두고, 근거 규정이 필요한 자리는 [규정명]으로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규정·금액이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기안문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 항목을 그대로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기안 양식의 항목명을 순서대로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공문체 예시 한 문단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 기안문의 숫자를 지운 문단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근거는 빈칸으로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규정·금액은 문서에서 사람이 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항목명은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양식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그대로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 메모를 회의록으로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언급 안 된 것은 '미정'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비식별 처리한 회의 메모를 회의록으로 정리해줘. 개요 두 줄, 안건별 논의, 결정 사항, 할 일 표(할 일·담당·기한). '하기로 함'만 결정으로, '검토'는 논의로 분류하고, 메모에 없는 담당·기한은 지어내지 말고 '미정'으로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담당·기한이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 메모를 회의록으로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이름부터 역할로 바꾸기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 바꾸기(Ctrl+H)로 한 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결정과 논의의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「'하기로 함'만 결정」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복사해 사내 양식에 붙인다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받아쓰기는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허용 도구인지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먼저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 — 개요부터 한 장씩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본문은 아직 쓰지 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팀장에게 올리는 [보고서 주제] 보고서의 개요만 먼저 제안해줘. 본문은 아직 쓰지 마. 다섯 장 이내, 장마다 들어갈 내용 한 줄, 내가 채울 자료는 [대괄호]로 표시해줘. 개요를 확정하면 한 장씩 차례로 써 달라고 할게.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개요 → 고치기 → 한 장씩 채우기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 — 개요부터 한 장씩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완성본을 한 번에 받지 않기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번에 나눠야 우리 보고서가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장마다 자료 출처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[대괄호]가 곧 자료 수집 목록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마지막에 예상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「임원이 물을 질문 세 가지」를 받는다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한 번에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장씩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채운다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템플릿 라이브러리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빈칸 목록과 사용 예를 함께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설계 전문가로서 답해줘. 오늘 만든 기안문·회의록·보고서 프롬프트 세 개를 팀이 함께 쓰는 템플릿으로 정리해줘. 각 템플릿에 이름, 쓰는 상황, 빈칸 목록과 채우는 예, 결과 확인 항목 세 가지를 붙이고, 전체를 표 하나로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템플릿 파일명·폴더 규칙 제안 받기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템플릿 라이브러리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 목록이 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써도 같은 자리를 채우게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항목까지 템플릿에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점검이 프롬프트의 일부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달 뒤 다시 손보기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 안 쓰인 템플릿은 상황 설명이 부족한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라이브러리는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 하나로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양식 항목을 그대로 쓴 기안문 템플릿 프롬프트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결정·논의·미정을 가르는 회의록 프롬프트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개요 → 장별 작성 순서의 보고서 프롬프트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 공용 프롬프트 템플릿 라이브러리 표(빈칸·확인 항목 포함)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 자동화의 산출물은 문서가 아니라 「다음에도 쓰는 템플릿」입니다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SCM·구매·재고 데이터 AI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공급망 데이터에서 리스크 신호를 읽고, 원자재 가격 변동과 재고를 AI 로 분석해 구매 체계를 설계합니다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SCM 프로세스와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수요 예측에서 실적 피드백까지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수요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수주·판매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구매 계획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소요량·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발주 시점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발주·입고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납기·품질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재고·투입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수준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투입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실적 피드백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분석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계획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고리가 닫혀야 데이터가 쌓입니다 — 피드백이 끊기면 예측도 끊깁니다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공급망 리스크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리스크와 데이터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신호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돕는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공급업체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 지연률·불량률·단가 추이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평가표 집계·등급 초안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가격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알루미늄 시세·환율·운임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변동 시나리오·영향 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과잉·결품·회전일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품목별 이상 탐지·발주점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시세·환율 같은 외부 값은 공개 자료에서, 내부 수치는 가상 데이터로 실습합니다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공급업체 평가표 분석과 리스크 등급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등급 기준을 먼저 정하기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 데이터 분석가로서 아래 가상 공급업체 평가 데이터(납기 준수율·불량률·단가 변동률·거래 기간)를 분석해줘. 기준을 세 등급(안정·주의·위험)으로 정하고 업체별 등급과 근거를 표로 만든 뒤, 주의·위험 업체에 대한 대응 행동을 두 가지씩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기준이 표 위에 적혀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공급업체 평가표 분석과 리스크 등급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업체명은 A·B·C 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업체명은 넣지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기준을 받아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분기에도 같은 기준으로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행동은 구매팀 언어로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「대체 업체 견적」「분할 발주」처럼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업체명은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A·B·C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가격 변동 시나리오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외부 시세는 출처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구매 전략 담당자로서 답해줘. 알루미늄 시세가 다음 분기 [변동률]% 오르는 가상 시나리오와 [변동률]% 내리는 시나리오에서 월 구매액 [빈칸]원 기준의 영향을 표로 계산하고, 구매 시점 조정·장기 계약·대체 소재 검토 세 가지 대응의 장단점과 적용 조건을 비교해줘.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경영진 보고용 세 줄 요약으로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가격 변동 시나리오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시세는 공개 자료로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LME 같은 공개 시세를 참고하되 출처를 적게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상승·하락 둘 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 시나리오만 보면 결정이 치우친다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적용 조건까지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「언제 이 대응이 맞는가」가 전략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계약 조건은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 금지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 이상 탐지와 발주점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계산식을 함께 보여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 관리 분석가로서 아래 가상 품목별 재고 데이터(월 사용량·현재고·리드타임·단가)를 분석해줘. 안전재고와 발주점을 계산식과 함께 표로 만들고, 과잉 재고와 결품 위험 품목을 각각 골라 이유를 한 줄씩 적어줘. 가정한 서비스 수준은 표 위에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계산식을 엑셀 수식으로 옮겨 검산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재고 이상 탐지와 발주점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계산식을 받아 두기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식이 있어야 엑셀에 수식으로 심는다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가정은 바꿔 가며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리드타임·서비스 수준을 바꿔 세 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품목 코드는 가상으로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품번·단가는 넣지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검산은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수식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전략적 구매 체계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품목 분류 매트릭스로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 전략 컨설턴트로서 답해줘. 아래 가상 품목 목록(연간 구매액·공급 위험도)을 구매 영향도와 공급 위험도 두 축의 2×2 매트릭스(전략·병목·레버리지·일반)로 나누고, 분류별 구매 전략(계약 방식·공급사 수·점검 주기)을 표로 정리한 뒤 첫 분기에 할 일 세 가지를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분류별 공급사 평가 항목 제안 받기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전략적 구매 체계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축의 기준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구매액 상위 20%·공급사 2곳 미만 같은 수치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전략은 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계약·공급사 수·점검 주기 열을 고정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첫 분기 할 일까지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체계는 「다음 행동」이 있어야 돌아간다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매트릭스는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축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먼저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기준이 적힌 공급업체 리스크 평가표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상승·하락 두 시나리오의 원자재 가격 영향·대응 비교표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계산식이 함께 있는 안전재고·발주점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품목 분류 매트릭스와 분류별 구매 전략 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공급망 분석은 「기준을 먼저 적고」 데이터를 넣어야 분기마다 비교됩니다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공급업체 평가 데이터를 AI 에게 분석시킬 때 올바른 방법은?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업체명과 단가를 그대로 넣는다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업체명을 A·B·C 로 바꾸고 등급 기준을 먼저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가 정한 등급을 그대로 통보한다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불량률 하나만 보고 등급을 매긴다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업체명을 A·B·C 로 바꾸고 등급 기준을 먼저 정한다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거래 정보는 입력하지 않는 다섯 가지에 해당하므로 비식별 처리하고, 등급 기준을 먼저 정해야 다음 분기에도 같은 잣대로 비교할 수 있습니다. 등급은 사람이 확인한 뒤 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재무·인사 데이터 분석 및 HRD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재무제표·원가·예산을 AI 로 해석하고, 인사·역량 데이터로 HRD 와 변화관리 전략을 세웁니다 — 전부 가상 데이터입니다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재무 데이터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재무제표 · 원가 · 예산, AI 가 읽는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재무제표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비율(수익성·안정성·활동성)로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구조를 읽고 변화를 해석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제품·공정별 원가 구성을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표로 나눠 비중 변화를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 대비 실적 차이를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후보와 함께 보고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재무 자료는 공시 전 정보입니다 — 학습사이트의 가상 재무 데이터로만 실습합니다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HR 데이터와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 정보는 넣지 않고 쓰는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돕는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넣지 않는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공고 문안·면접 질문·평가 기준 설계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지원자 이름·연락처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교육(HRD)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역량 진단 문항·교육 계획·안내문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평가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급여·평가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집계된 분포 해석·제도 설명문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급여·평가 점수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조직·변화관리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메시지·FAQ·일정 안내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면담 기록 원문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HR 에서 AI 는 「제도와 문서」를 돕고, 개인 데이터는 집계 결과만 다룹니다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재무제표 비율 분석과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비율 계산식을 함께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 분석가로서 아래 가상 요약 재무제표(2개년)를 분석해줘. 매출총이익률·영업이익률·부채비율·재고회전율을 계산식과 함께 표로 만들고, 전년 대비 변화가 큰 항목 세 가지에 해석 코멘트를 두 문장씩 붙여줘. 데이터에 없는 항목은 '산출 불가'로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비율 계산을 엑셀로 검산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재무제표 비율 분석과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계산식을 받아 두기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분기엔 엑셀 수식으로 자동 계산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해석은 두 문장으로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길면 보고서에 못 넣는다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데이터만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결산 자료는 공시 전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비율은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식과 함께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받는다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 대비 실적 차이 분석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차이가 큰 것부터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 담당자로서 아래 가상 부서별 예산·실적 데이터를 분석해줘. 차이 금액과 차이율을 계산해 차이가 큰 순서로 표를 만들고, 상위 세 항목에 원인 후보 두 가지와 확인 질문 한 가지씩을 붙여줘. 마지막에 임원 보고용 세 줄 요약을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차이 원인 확인 질문을 부서별 메일로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 대비 실적 차이 분석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정렬 기준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「차이 금액 큰 순」을 명시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원인은 후보 +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질문이 있어야 부서에 바로 묻는다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요약은 세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보고는 세 줄에서 시작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원인은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후보일 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확인은 사람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역량 진단 문항과 교육 계획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직무와 수준을 먼저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HRD 담당자로서 답해줘. 알루미늄 제조사 경영지원팀의 [직무] 담당자를 위한 AI 활용 역량 진단 문항 10개(기초 4·활용 4·심화 2, 4지 선다)와, 진단 결과를 세 수준으로 나눠 수준별 3개월 교육 계획(주제·방법·시간)을 표로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문항이 실제 업무 장면을 담았는지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역량 진단 문항과 교육 계획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직무와 수준을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「구매 담당·입문」처럼 범위를 좁힌다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문항 수와 배분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기초·활용·심화 비율을 숫자로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계획은 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주제·방법·시간 열 고정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문항은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장면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변화관리 전략 — 디지털전환 소통 계획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반대 의견을 먼저 다루기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변화관리 컨설턴트로서 답해줘. 경영지원팀에 AI 활용을 정착시키는 3개월 변화관리 계획을 세워줘. 예상되는 우려 세 가지와 대응 메시지, 월별 소통 활동(대상·메시지·채널), 성공 지표 세 가지를 표로 정리하고, 첫 주 공지문 초안을 다섯 문장으로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팀장용 1:1 면담 가이드 질문 다섯 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변화관리 전략 — 디지털전환 소통 계획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우려를 먼저 적게 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「일이 늘어난다」「대체된다」를 정면으로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지표는 행동으로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「프롬프트 템플릿 사용 수」처럼 셀 수 있게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공지문은 짧게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문장이면 읽힌다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변화관리는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메시지보다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행동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계산식이 있는 재무 비율 표와 해석 코멘트(가상 데이터)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차이 큰 순으로 정렬된 예산·실적 분석표와 세 줄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직무별 AI 역량 진단 문항 10개와 수준별 교육 계획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3개월 변화관리 계획표와 첫 주 공지문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재무·인사 데이터는 「집계와 제도」만 AI 에게 — 개인 정보는 끝까지 사람이 지킵니다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Copilot·협업 AI 로 업무 자동화 체계를 세우고, 부서 간 데이터 연동과 반복 업무 자동화를 실습한 뒤 팀별 결과물을 발표하고 실행 로드맵을 세웁니다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Copilot·협업 AI 가 들어가는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매일 쓰는 도구 안의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73228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맡는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남는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메일·일정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답장 초안·긴 메일 요약·일정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보낼지 결정·관계 판단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Word·PowerPoint 초안·서식 맞춤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확인·결재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표(Excel)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 제안·데이터 정리·요약 코멘트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검증·해석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녹취 요약·할 일 추출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 확정·책임 배분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협업 AI 는 회사가 계약한 서비스에서만 씁니다 — 개인 계정에 회사 문서를 올리지 않습니다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부서 간 데이터 연동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 표준화에서 보고까지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 표준화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 공통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양식·열 이름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폴더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파일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수식·AI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알림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마감·이상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안내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연동의 8할은 「같은 양식」입니다 — AI 는 양식이 맞은 뒤에 힘을 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업무 목록화와 자동화 후보 점수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빈도·시간·규칙성 점수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자동화 설계자로서 답해줘. 아래 우리 팀 반복 업무 목록(비식별)을 빈도·소요 시간·규칙성 세 항목 각 5점으로 채점해 합계 순으로 표를 만들고, 상위 다섯 개에 자동화 방법(템플릿 프롬프트·엑셀 수식·Copilot·연동 양식 중 하나)과 예상 절감 시간을 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점수 근거가 한 줄씩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업무 목록화와 자동화 후보 점수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업무는 동사로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「취합」「전달」「정리」가 자동화 후보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점수 기준을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빈도 5점 = 매일, 1점 = 분기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방법은 네 가지 중 하나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선택지를 주면 답이 흩어지지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후보는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합계 상위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부서 간 공용 데이터 양식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열 이름·형식·담당을 한 표에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데이터 표준화 담당자로서 답해줘. 구매·재무·인사 세 부서가 매월 함께 쓰는 [보고 이름] 데이터 수집 양식을 설계해줘. 열 이름·형식(날짜·숫자·코드)·입력 담당·마감일을 표로 정하고, 입력 지침 다섯 줄과 자주 틀리는 입력 세 가지의 검증 규칙을 덧붙여줘.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 규칙을 엑셀 데이터 유효성 검사 식으로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부서 간 공용 데이터 양식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형식을 먼저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날짜는 YYYY-MM-DD, 코드는 목록에서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담당과 마감을 열로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 자체가 일정표가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 규칙은 엑셀로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유효성 검사 식까지 받아 심는다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양식은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부서가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Copilot 프롬프트 — 엑셀 수식과 자동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표의 구조를 먼저 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Excel Copilot 활용 전문가로서 답해줘. [표 이름] 표(열: 부서·항목·예산·실적·차이)에서 차이율을 계산하고 차이율 10% 이상 행을 강조하는 수식과 조건부 서식을 단계별로 알려줘. 그다음 이 표를 다섯 줄로 요약하는 Copilot 프롬프트 문장을 세 가지 버전으로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수식을 가상 표에서 실제로 돌려 보기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Copilot 프롬프트 — 엑셀 수식과 자동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이름을 먼저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 은 표 구조를 알아야 수식을 맞춘다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단계별로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 → 서식 → 요약 순서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프롬프트는 세 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것·조건 있는 것·형식 있는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수식은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표에서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먼저 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결과물 발표와 실행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한 장 발표와 3개월 계획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발표 코치로서 답해줘. 우리 팀이 3일 동안 만든 자동화 결과물([결과물 1], [결과물 2], [결과물 3])을 한 장 발표(문제·해결·효과·다음 단계)로 정리하고, 3개월 실행 로드맵(월별 할 일·담당 역할·필요 지원·성공 지표)을 표로 만들어줘. 발표 대본은 두 분 분량으로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경영진이 물을 질문 세 가지와 답변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결과물 발표와 실행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장에 네 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문제·해결·효과·다음 단계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로드맵은 월별 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담당과 지원이 있어야 실행된다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질문을 미리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전에 답을 준비한다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발표는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점수 매긴 반복 업무 목록과 자동화 방법 다섯 가지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부서 공용 데이터 수집 양식과 검증 규칙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Copilot 수식·조건부 서식·요약 프롬프트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한 장 발표와 3개월 실행 로드맵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자동화 체계는 「같은 양식 + 템플릿 프롬프트 + 월별 점검」으로 돌아갑니다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부서 간 데이터 연동 자동화에서 가장 먼저 맞춰야 하는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가장 비싼 협업 AI 도구 도입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부서 공통 양식과 열 이름·형식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데이터를 한 사람이 입력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 디자인 통일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부서 공통 양식과 열 이름·형식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연동의 8할은 같은 양식입니다. 열 이름과 형식이 다르면 어떤 도구도 자동으로 합칠 수 없고, AI 는 양식이 맞은 뒤에 집계와 요약에서 힘을 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할 일 — 이번 주 · 이번 달 · 분기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템플릿 프롬프트 3개를 팀 폴더에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반복 업무 목록 점수표 공유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보고서를 AI 초안으로 한 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공용 데이터 양식 시범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자동화 결과물 발표·로드맵 점검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 지표로 효과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프롬프트와 가상 데이터는 학습사이트에서 다시 복사할 수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경영·회계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 DX, 내일부터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데이터·문서·보고가 모이는 경영지원팀에서 AI 효과가 가장 먼저 나타납니다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템플릿 프롬프트 라이브러리를 팀의 자산으로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분석은 가상·비식별 데이터로, 판단은 사람이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양식이 연동과 자동화의 시작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월별 점검으로 로드맵을 살아 있게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템플릿 22개 · 분석표 · 양식 · 실행 로드맵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