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1-1 · 리눅스 커맨드 기초 · 이론 0.5H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리눅스와 셸의 이해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 한 줄이 안에서 어떻게 흐르는지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30분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커널·셸·터미널의 역할을 구분해 말할 수 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echo $SHELL 로 지금 내 셸이 무엇인지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절대 경로와 상대 경로를 구별하고 pwd 로 위치를 잡는다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-l 의 권한 열 글자를 세 개씩 끊어 읽는다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클라우드 서버·컨테이너·Spark 워커가 전부 리눅스 — 터미널이 유일한 출입구입니다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이론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셋은 다른 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터미널이라는 창 안에서 셸이 돌고, 셸이 커널에게 일을 시킨다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터미널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글자를 보여 주고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입력받는 창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33095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955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5955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9290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명령을 커널 요청으로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바꾸는 통역사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1174750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76100" y="2781300"/>
            <a:ext cx="516890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커널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976100" y="3657600"/>
            <a:ext cx="516890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109450" y="3657600"/>
            <a:ext cx="49022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CPU·디스크를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실제로 결정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창(iTerm · Windows Terminal · VS Code)을 바꿔도 셸은 그대로 — 셸(bash·zsh)이 바뀌면 문법이 조금 달라진다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지금 내 셸: echo $SHELL — macOS 는 보통 /bin/zsh, WSL2 우분투는 /bin/bash, 둘 다 정상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이론 0.5H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파일시스템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최상위가 / 하나뿐인 큰 서랍장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위치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8348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무엇이 들어 있나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64240" y="2781300"/>
            <a:ext cx="60807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여기를 볼 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83480" y="34480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8730" y="34480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서랍장 맨 위(루트)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64240" y="344805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159490" y="344805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경로가 / 로 시작하면 여기부터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/home/사용자명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983480" y="41433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78730" y="41433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내 방 · 줄여서 ~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14337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9490" y="414337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파일은 전부 여기에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/etc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983480" y="483870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78730" y="483870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설정 파일 보관함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064240" y="483870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159490" y="483870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서비스 설정을 고칠 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/var/log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553402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78730" y="553402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계속 쌓이는 것 — 로그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064240" y="553402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159490" y="553402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장애가 나면 가장 먼저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/tmp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983480" y="6229350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78730" y="6229350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임시 파일 · 재부팅하면 삭제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064240" y="6229350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159490" y="6229350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 산출물을 잠깐 둘 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80238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61188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/usr/bin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6924675"/>
            <a:ext cx="60426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78730" y="6924675"/>
            <a:ext cx="58521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설치된 명령들의 실체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064240" y="6924675"/>
            <a:ext cx="608076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159490" y="6924675"/>
            <a:ext cx="589026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which 가 대개 여기를 가리킴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Windows 는 C·D 드라이브가 따로지만 리눅스는 / 하나 — WSL2 의 /mnt/c 는 느리니 실습은 ~/ 안에서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이론 0.5H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경로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절대 경로와 상대 경로 — 헷갈리면 pwd 부터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절대 경로 — / 로 시작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처음부터 끝까지 쓴 주소 「서울시 ○○구 ○○로 1」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/home/user/data-eng/week1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어디서 실행하든 같은 곳을 가리킨다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스크립트 안에서는 이쪽이 안전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상대 경로 — 지금 자리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「여기서 한 블록 앞」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./logs · ../week2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 현재 · .. 한 단계 위 · ~ 내 홈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cd /var/log → cd .. → cd ~ 로 확인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이론 0.5H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권한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ls -l 의 -rwxr-xr-x — 종류 한 글자 + 세 글자씩 셋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41224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표기 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60" y="2781300"/>
            <a:ext cx="83210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1번째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 또는 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23960" y="34480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9210" y="34480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- 일반 파일 · d 디렉터리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2~4번째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rwx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1719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9210" y="41719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소유자(나) 읽기·쓰기·실행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5~7번째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r-x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23960" y="48958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9210" y="48958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그룹은 읽기·실행만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8~10번째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r-x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823960" y="5619750"/>
            <a:ext cx="83210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19210" y="5619750"/>
            <a:ext cx="81305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 외 사용자도 읽기·실행만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Permission denied 는 열에 아홉 x(실행) 권한이 없어서 — chmod +x 파일명 한 줄, 실습에서 직접 겪는다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이론 0.5H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30분에서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터미널·셸·커널은 다른 것 — 내가 명령을 주는 상대는 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리눅스의 최상위는 / 하나뿐, 내 작업은 ~ 안에서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경로는 절대(/)와 상대(./ ../) — 헷갈리면 pwd 부터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권한 열 글자는 [종류][소유자][그룹][기타]로 끊어 읽는다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스크립트 첫 줄 #!/bin/bash 는 「bash 통역사로 읽어 달라」는 표시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1-1 · 이론 0.5H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1-1 · 이론 0.5H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파일·디렉터리 조작 실습 (1.5H)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 내내 쓸 ~/data-eng 폴더를 만들고, 파일을 만들고 옮기고 지우고 권한을 바꿔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pwd·ls·cd 로 이동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mkdir -p · touch · cp · mv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rm — 휴지통 없는 삭제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chmod +x 로 hello.sh 실행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터미널을 열고 cd ~ 로 홈에 서 있기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