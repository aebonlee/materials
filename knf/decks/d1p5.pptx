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5교시 · 프롬프트·제조 데이터 이해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프롬프트의 구조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역할·맥락·과업·형식·검증 다섯 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45분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요소(역할·맥락·과업·형식·검증)를 구분해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막연한 질문 한 줄을 다섯 요소 프롬프트로 고쳐 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「프롬프트 평가」 SCORE 점수로 약한 축을 찾아 고친다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프롬프트는 AI 에게 주는 작업지시서입니다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핵심 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좋은 프롬프트의 다섯 요소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요소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54025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작업지시서로 치면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제조 현장 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누구에게 맡기나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34480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9290" y="34480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20년 경력 소결 공정 기술자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맥락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어느 라인, 어떤 상황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1719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9290" y="41719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소결 라인, 8월 불량 증가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작업 내용과 수량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48958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9290" y="48958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확인할 데이터 항목 10개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보고 양식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64040" y="56197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9290" y="56197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 — 항목·이유·확인 방법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023360" y="63436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8610" y="63436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검사 기준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464040" y="63436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59290" y="63436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확실한 것과 추정을 구분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대괄호 표지([역할] [맥락] …)를 붙이면 빠뜨린 요소가 한눈에 보입니다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나쁜 예 → 좋은 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한 줄 질문에서 빠진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나쁜 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47625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빠진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고치는 방향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불량 줄이는 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역할·맥락·형식·검증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요소를 모두 채움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데이터 분석해줘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무엇을, 어느 범위로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7월·8월 공정별 불량률 비교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보고서 써줘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읽는 사람·분량·구조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공장장용 한 장, 현황·원인·조치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원인이 뭐야?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방법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44200" y="56197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9450" y="56197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원인마다 확인 데이터와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63627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좋은 예가 길어 보여도 다시 묻고 고치는 대화 서너 번을 줄여 줍니다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「프롬프트 평가」의 다섯 축 — 각 20점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축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82829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82829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묻는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304520" y="2781300"/>
            <a:ext cx="3840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연결 요소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 구체성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82829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80924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파일·열·기간·조건이 분명한가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304520" y="34480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399770" y="34480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C 맥락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71950"/>
            <a:ext cx="82829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71950"/>
            <a:ext cx="80924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배경·자료·용도·제약이 있는가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304520" y="41719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399770" y="41719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맥락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O 출력지정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95850"/>
            <a:ext cx="82829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95850"/>
            <a:ext cx="80924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표·순서·분량까지 지정했나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304520" y="48958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399770" y="48958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 역할부여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619750"/>
            <a:ext cx="82829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619750"/>
            <a:ext cx="80924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역할에 전문성·관점까지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304520" y="56197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399770" y="56197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E 효과성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343650"/>
            <a:ext cx="82829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343650"/>
            <a:ext cx="80924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검증·예시로 한 번에 쓸 결과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3304520" y="6343650"/>
            <a:ext cx="3840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399770" y="6343650"/>
            <a:ext cx="3649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검증 + 균형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등급 S 90 · A 80 · B 70 · C 60 · 그 아래 D — 자동 채점은 키워드·구조 기반 추정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단계 — 한 줄에서 다섯 요소로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ChatGPT 기본, Gemini · Claude · Copilot 도 같은 순서로 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한 줄 보내기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소결 불량이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늘었어, 원인은?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다시 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요소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표지 붙여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비교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네 기준으로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나란히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채점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/prompt-eval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전·후 점수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한 축 고치기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가장 낮은 축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하나만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요소 프롬프트 — 뼈대만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16186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16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[역할]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59186" y="2781300"/>
            <a:ext cx="150858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1586" y="2781300"/>
            <a:ext cx="14781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20년 경력 공정 기술자 겸 품질 데이터 분석가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916186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916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[맥락]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9186" y="3429000"/>
            <a:ext cx="150858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1586" y="3429000"/>
            <a:ext cx="14781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 소결 라인, 6공정·2교대, 8월 클레임 증가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916186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916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[과업]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9186" y="4076700"/>
            <a:ext cx="150858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1586" y="4076700"/>
            <a:ext cx="14781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데이터에서 먼저 확인할 항목 10개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916186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916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[형식]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9186" y="4724400"/>
            <a:ext cx="150858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1586" y="4724400"/>
            <a:ext cx="14781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 — 번호·항목·이유·볼 데이터·확인 방법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916186" cy="57150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91618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[검증]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9186" y="5372100"/>
            <a:ext cx="1508581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11586" y="5372100"/>
            <a:ext cx="1478101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한 문장씩, 확인 불가는 「추가 데이터 필요」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원인을 바로 묻지 않고 「무엇을 확인해야 하는가」를 묻습니다 — 전문은 사이트 본문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두 답을 네 기준으로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비교 기준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 질문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다섯 요소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우리 라인 이야기인가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일반론 나열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6공정·2교대 기준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바로 쓸 수 있는가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무엇부터 할지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먼저 볼 3개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형식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문단·글머리표 섞임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지정한 열 순서의 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믿을 수 있는가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근거·추정 구분 없음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+ 추가 데이터 표시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자주 틀리는 지점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점수를 올리려다 놓치는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여러 축을 한 번에 고친다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무엇이 효과였는지 모른다 — 가장 낮은 축 하나만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과업에 일을 여러 개 넣는다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각각이 얕아진다 — 「~해 주세요」 하나로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점수가 높으면 끝이라고 본다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채점은 추정 — 실제 답을 받아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맥락에 실제 회사 정보를 넣는다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실명·공정 조건은 가명·가상으로 바꿔 적기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내 프롬프트에 다섯 요소가 모두 들어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과업에 수량과 대상이 분명하다(항목 10개 등)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형식에 표의 열 이름과 순서까지 적었다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고치기 전·후 SCORE 점수를 기록했고 낮던 축이 올랐다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회사 실제 이름·공정 조건 같은 민감 정보가 없다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1일차 5교시 · 이론+실습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1일차 5교시 · 이론+실습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제조 도메인 페르소나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[역할] 칸만 바꿔 끼우며 같은 질문의 답이 어떻게 달라지는지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소결 기술자·품질보증·설비보전·생산관리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같은 질문, 네 개의 답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용어·단위·안전·형식 지정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팀 페르소나 카드 만들기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다섯 요소 프롬프트와 전·후 점수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