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M7 · 기초 미니 · 코랩 · 반나절~하루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영화 리뷰 낱말 세기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긍정 · 부정 리뷰에 유난히 많은 낱말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5만 건 중 분석에 쓴 리뷰 수와, 무엇을 왜 뺐는지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불용어를 빼지 않으면 「영화」가 1위가 되는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「긍정 비율」만으로 줄 세우면 틀리는 이유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 오즈와 더하기 1 평활이 그것을 고치는 방법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형태소 분석기 없이 정규식 규칙과 3주차 DuckDB 로 셉니다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M7 · 기초 미니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정답 감성이 붙은 영화 리뷰 말뭉치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NSMC(Lucy Park) ratings_test.txt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50,000건 · 긍정 25,173 · 부정 24,827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 · document · label(1 · 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탭으로 나눈 TSV(gz 압축)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CC0 1.0(퍼블릭 도메인)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학습용 ratings_train.txt(15만 건)도 같은 형식 — 파일 이름만 바꾸면 그대로 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M7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리뷰 글에서 치우친 낱말까지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탭 구분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글 · 중복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낱말 자르기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정규식 · 조사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긍정 · 부정 건수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로그 오즈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 평활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낱말 표는 한 줄에 낱말 하나인 긴 표 — DuckDB 가 FILTER 로 긍정 · 부정을 나눠 센다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M7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1~2. 준비 · 정제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탭으로 읽기, 빈 글 · 같은 행 · 정답이 엇갈린 글 빼기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 낱말 자르기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한글 · 영문 2글자 이상, 조사 한 번 떼기, 순위를 보고 불용어 정하기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4. 치우친 낱말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긍정 비율의 함정, 50번 이상 · 더하기 1 평활 로그 오즈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5~6. 저장 · 더 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저장, 지프의 법칙 그래프, 바이그램 세기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M7 · 기초 미니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번 막혀 보고 고칩니다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고친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 로 읽으면 실패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 안의 쉼표 · 속은 TSV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sep="\t" 로 읽기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정규식이 멈춤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글(NaN) 3건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글 빼고 공백 지우기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1위가 「영화」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불용어를 빼지 않음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순위를 보고 불용어 목록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번 나온 낱말이 1위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비율만으로 줄 세움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50번 이상 · 로그 오즈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log(0) 로 멈춤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한쪽에 0번 나온 낱말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63436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63436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건수에 +1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M7 · 기초 미니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양 끝에 선 낱말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낱말(로그 오즈)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긍정 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재밌었음 4.292 · 명작이다 · 감동적이고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부정 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이딴 -4.436 · 최악 -4.327 · 최악이다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영화 요소 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ost 1.510 · 연기 0.375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영화 요소 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평점 · 스토리 · 감독 · cg -1.143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「재밌었음 · 재밌었어요」가 따로 세어진다 — 말끝이 다르면 다른 낱말이 되는 규칙의 한계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M7 · 기초 미니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 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49,110건(같은 행 793 · 엇갈린 글 94행 제외)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낱말 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330,499개 · 서로 다른 낱말 104,304개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불용어 전후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영화 10,240번 → 평점 1,595번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로그 오즈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50번 이상 771개 · 긍정 1위 재밌었음 · 부정 1위 이딴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M7 · 기초 미니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M7 · 기초 미니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M7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비율이 아니라 건수와 비율을 함께 보는 지표가 필요합니다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「재밌 · 재미있」을 한 낱말로 합쳐 다시 세기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낱말 묶음(바이그램) 세기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낱말 자르기를 DuckDB 안에서 해 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P6 리뷰 감성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