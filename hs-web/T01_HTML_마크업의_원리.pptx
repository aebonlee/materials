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1장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 — 마크업의 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태그로 표시하는가, 시맨틱이 무엇을 바꾸는가, 문서 구조의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마크업 언어와 프로그래밍 언어의 차이를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 요소의 구성(태그·속성·내용)을 정확한 용어로 말할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시맨틱 마크업이 무엇을 바꾸는지 구체적인 사례로 설명할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문서 구조를 세우는 원칙(계층·중첩·의미)을 적용할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브라우저의 오류 허용성이 왜 위험할 수 있는지 설명할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마크업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8241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41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태그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2385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2385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속성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6529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6529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요소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0673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0673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시맨틱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5914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5914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문서 구조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0547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0547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제목 계층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5180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5180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중첩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324" y="2781300"/>
            <a:ext cx="85828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324" y="2781300"/>
            <a:ext cx="85828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빈 요소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2860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2860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오류 허용성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마크업이라는 발상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마크업(markup) 이라는 말은 인쇄 시절에서 왔습니다.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마크업이라는 발상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편집자가 원고에 빨간 펜으로 "여기는 제목", "여기는 인용문"이라고 표시(mark up)해 조판공에게 넘기던 그 작업입니다.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HTML은 그 표시를 사람이 아니라 기계가 읽을 수 있는 형태로 옮긴 것입니다.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발상의 핵심은 내용과 표현의 분리입니다.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"이건 제목이다"라고만 표시해 두면, 그것을 크고 굵게 보일지, 목차에 넣을지, 소리로 어떻게 읽을지는 읽는 쪽이 정할 수 있습니다.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마크업이라는 발상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화면으로 보는 사람, 소리로 듣는 사람, 점자로 읽는 사람, 검색엔진이 각자 다르게 해석할 수 있는 것은 이 분리 덕분입니다.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HTML이 프로그래밍 언어가 아닌 이유가 여기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HTML은 무엇이 무엇인지 표시할 뿐 계산하거나 조건에 따라 갈라지지 않습니다.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"HTML을 배웠으니 프로그래밍을 안다"고 말하면 정확하지 않지만, HTML 없이는 웹에서 아무것도 시작할 수 없습니다.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요소의 해부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요소의 해부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3570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3570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6805" y="2781300"/>
            <a:ext cx="698716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6805" y="2781300"/>
            <a:ext cx="698716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42073" y="2781300"/>
            <a:ext cx="390292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42073" y="2781300"/>
            <a:ext cx="390292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어디에 붙는가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3570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4520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태그(tag)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6805" y="3448050"/>
            <a:ext cx="698716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2055" y="3448050"/>
            <a:ext cx="679666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꺾쇠로 감싼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42073" y="3448050"/>
            <a:ext cx="390292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37323" y="3448050"/>
            <a:ext cx="371242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&lt;p&gt; · &lt;/p&gt;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3570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4520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요소(element)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6805" y="4171950"/>
            <a:ext cx="698716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2055" y="4171950"/>
            <a:ext cx="679666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여는 태그부터 닫는 태그까지 전체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42073" y="4171950"/>
            <a:ext cx="390292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37323" y="4171950"/>
            <a:ext cx="371242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&lt;p&gt;안녕&lt;/p&gt;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3570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4520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속성(attribute)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6805" y="4895850"/>
            <a:ext cx="698716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2055" y="4895850"/>
            <a:ext cx="679666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태그에 붙는 추가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42073" y="4895850"/>
            <a:ext cx="390292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37323" y="4895850"/>
            <a:ext cx="371242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여는 태그에만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3570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4520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내용(content)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6805" y="5619750"/>
            <a:ext cx="698716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2055" y="5619750"/>
            <a:ext cx="679666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태그 사이에 든 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42073" y="5619750"/>
            <a:ext cx="390292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37323" y="5619750"/>
            <a:ext cx="371242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전역 속성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어떤 태그에나 붙일 수 있는 속성이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이들은 특정 태그의 기능이 아니라 모든 요소가 공통으로 갖는 성질입니다.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전역 속성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46208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46208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속성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3188" y="2781300"/>
            <a:ext cx="1450181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3188" y="2781300"/>
            <a:ext cx="1450181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1462088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1271588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43188" y="3448050"/>
            <a:ext cx="14501812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8438" y="3448050"/>
            <a:ext cx="14311312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문서에서 유일한 이름표 — JS로 찾기, #로 이동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1462088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1271588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class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43188" y="4044043"/>
            <a:ext cx="14501812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8438" y="4044043"/>
            <a:ext cx="14311312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요소에 붙일 수 있는 분류 이름 — CSS 스타일의 주된 통로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1462088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1271588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style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43188" y="4640036"/>
            <a:ext cx="14501812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38438" y="4640036"/>
            <a:ext cx="14311312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인라인 스타일 (특정도가 너무 높아 실무에서 거의 안 씀)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1462088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1271588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title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43188" y="5236029"/>
            <a:ext cx="14501812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38438" y="5236029"/>
            <a:ext cx="14311312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마우스를 올렸을 때 뜨는 설명 (모바일에서는 안 보이므로 의존하지 말 것)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1462088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1271588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data-*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43188" y="5832021"/>
            <a:ext cx="14501812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38438" y="5832021"/>
            <a:ext cx="14311312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만든 사용자 정의 데이터 — JS에서 dataset으로 읽음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1462088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1271588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hidden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43188" y="6428014"/>
            <a:ext cx="14501812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38438" y="6428014"/>
            <a:ext cx="14311312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숨기기 — CSS의 [hidden] { display: none !important }와 함께 써야 안전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1462088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1271588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lang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43188" y="7024007"/>
            <a:ext cx="14501812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38438" y="7024007"/>
            <a:ext cx="14311312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요소의 언어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빈 요소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내용을 담지 않는 요소는 닫는 태그가 없습니다.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img·br·hr·input·meta·link가 그렇습니다.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&lt;/img&gt; 같은 것은 존재하지 않으며, 쓰면 오히려 오류입니다.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XHTML 시절에는 &lt;br /&gt;처럼 슬래시로 닫아야 했지만, HTML5에서는 필요 없습니다.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다만 JSX(React)에서는 반드시 닫아야 합니다 — 14주차에 다시 만나게 됩니다.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시맨틱이 실제로 바꾸는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&lt;div class="header"&gt; 와 &lt;header&gt; 는 화면에 똑같이 보입니다.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시맨틱이 실제로 바꾸는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그런데 왜 후자를 쓰라고 할까요?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 밖에서 일어나는 일이 다르기 때문입니다.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시맨틱이 실제로 바꾸는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9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9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 읽는가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1000" y="2781300"/>
            <a:ext cx="6565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1000" y="2781300"/>
            <a:ext cx="6565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div로 썼을 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95000" y="2781300"/>
            <a:ext cx="6350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95000" y="2781300"/>
            <a:ext cx="6350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시맨틱 태그로 썼을 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00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81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화면낭독기 사용자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1000" y="3448050"/>
            <a:ext cx="656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6250" y="3448050"/>
            <a:ext cx="637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구조를 알 수 없어 처음부터 순서대로 들어야 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95000" y="3448050"/>
            <a:ext cx="635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90250" y="3448050"/>
            <a:ext cx="615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"머리말", "본문"으로 바로 건너뛸 수 있음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00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81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검색엔진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91000" y="4171950"/>
            <a:ext cx="656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4171950"/>
            <a:ext cx="637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본문인지 추측해야 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95000" y="4171950"/>
            <a:ext cx="635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90250" y="4171950"/>
            <a:ext cx="615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&lt;main&gt; 안이 핵심 내용임을 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00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81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읽기 모드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91000" y="4895850"/>
            <a:ext cx="656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6250" y="4895850"/>
            <a:ext cx="637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작동하지 않거나 엉뚱한 부분을 뽑음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95000" y="4895850"/>
            <a:ext cx="635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90250" y="4895850"/>
            <a:ext cx="615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본문만 깔끔히 추출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00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81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다음에 코드를 볼 사람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91000" y="5619750"/>
            <a:ext cx="656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6250" y="5619750"/>
            <a:ext cx="637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class 이름에 의존 — 이름이 나쁘면 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95000" y="5619750"/>
            <a:ext cx="6350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90250" y="5619750"/>
            <a:ext cx="6159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태그만 봐도 구조가 읽힘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제목 계층은 목차다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h1~h6 는 글자 크기가 아니라 문서의 목차입니다.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화면낭독기 사용자는 제목만 훑어 원하는 곳으로 이동하는데, 계층이 뒤죽박죽이면 그 목차가 무너집니다.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올바른 계층과 잘못된 계층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✅ 목차가 성립한다 --&gt;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웹프로그래밍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&lt;h3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태그와 속성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&lt;/h3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&lt;h3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문서 구조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&lt;/h3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CSS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❌ h2가 없어 목차에 구멍이 생긴다 --&gt;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웹프로그래밍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&lt;h3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태그와 속성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&lt;/h3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❌ 글자를 크게 하려고 h1을 쓴 것 — 크기는 CSS의 일이다 --&gt;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style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"font-size: 14px"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작은 글씨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어떤 태그를 쓸지 고를 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떼어 내도 말이 되는가?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&lt;article&gt; (블로그 글, 상품 카드, 댓글 하나)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제목을 붙일 수 있는 주제 묶음인가?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&lt;section&gt; (제목 없는 section은 사실 div입니다)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링크의 묶음인가?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&lt;nav&gt;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본문 옆의 곁가지인가?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&lt;aside&gt;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순전히 CSS로 묶기 위한 상자인가?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&lt;div&gt; 가 맞습니다. 억지로 시맨틱 태그를 쓰지 마세요.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브라우저의 오류 허용성 — 양날의 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HTML은 문법이 틀려도 브라우저가 알아서 고쳐 해석합니다.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이런 것도 화면에는 나옵니다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첫 문단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둘째 문단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&lt;/p&gt;를 안 닫았는데도 나온다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이것은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중요한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태그가 엇갈렸는데도 나온다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웹 초창기에 아마추어들이 만든 수많은 페이지를 살려 두기 위한 설계였고, 덕분에 웹이 빠르게 퍼졌습니다.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브라우저의 오류 허용성 — 양날의 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위험합니다.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화면은 멀쩡한데 구조는 망가진 상태가 되기 쉽습니다.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그러면 CSS 선택자가 예상과 다르게 걸리고, JS가 엉뚱한 요소를 잡고, 화면낭독기가 이상하게 읽습니다.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Elements 탭에서 브라우저가 실제로 어떻게 해석했는지 확인하는 습관을 들이세요 — 내가 쓴 것과 다를 수 있습니다.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문서 구조의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문서 구조의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의미가 먼저, 모양은 나중.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무엇인지 정하고 나서 어떻게 보일지를 정합니다. 순서를 바꾸면 태그 선택이 망가집니다.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계층을 지킨다.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제목은 건너뛰지 않고, 목록의 자식은 li만, 표의 행 안에는 칸만.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필요 이상으로 감싸지 않는다.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div가 다섯 겹씩 중첩되면 어느 것이 무엇인지 알 수 없어집니다.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보이는 순서와 코드 순서를 맞춘다.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CSS로 순서를 뒤집으면(order, flex-direction: row-reverse) 키보드 이동 순서가 화면과 어긋납니다.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중요한 것을 위에.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순서가 곧 화면낭독기가 읽는 순서이고, 검색엔진이 중요도를 판단하는 근거입니다.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5.1 흔한 안티패턴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 쓰면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295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295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77600" y="2781300"/>
            <a:ext cx="58674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77600" y="2781300"/>
            <a:ext cx="5867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 로 문단 나누기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295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105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의미 없는 줄바꿈. 구조가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77600" y="3448050"/>
            <a:ext cx="5867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72850" y="3448050"/>
            <a:ext cx="5676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&lt;p&gt; 두 개 + CSS margin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&lt;table&gt; 로 화면 배치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43375"/>
            <a:ext cx="5295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43375"/>
            <a:ext cx="5105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화면낭독기가 표로 읽음. 반응형 불가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77600" y="4143375"/>
            <a:ext cx="5867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72850" y="4143375"/>
            <a:ext cx="5676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Flexbox / Grid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&lt;div onclick&gt; 로 버튼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38700"/>
            <a:ext cx="5295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38700"/>
            <a:ext cx="5105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키보드로 못 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77600" y="4838700"/>
            <a:ext cx="5867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72850" y="4838700"/>
            <a:ext cx="5676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&lt;button&gt;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&lt;b&gt; 로 중요 표시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534025"/>
            <a:ext cx="5295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534025"/>
            <a:ext cx="5105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의미가 전달되지 않음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77600" y="5534025"/>
            <a:ext cx="5867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72850" y="5534025"/>
            <a:ext cx="5676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&lt;strong&gt;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&lt;h3&gt; 로 작은 제목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229350"/>
            <a:ext cx="5295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229350"/>
            <a:ext cx="5105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계층이 무너짐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77600" y="6229350"/>
            <a:ext cx="5867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72850" y="6229350"/>
            <a:ext cx="5676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&lt;h2&gt; + CSS로 크기 조절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alt 없는 &lt;img&gt;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6924675"/>
            <a:ext cx="5295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8850" y="6924675"/>
            <a:ext cx="5105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화면낭독기가 파일명을 읽음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277600" y="6924675"/>
            <a:ext cx="5867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372850" y="6924675"/>
            <a:ext cx="5676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의미 있는 alt, 장식이면 alt=""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HTML의 역사와 표준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HTML의 역사와 표준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7981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7981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0912" y="2781300"/>
            <a:ext cx="6550959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0912" y="2781300"/>
            <a:ext cx="655095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무슨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49971" y="2781300"/>
            <a:ext cx="7295029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49971" y="2781300"/>
            <a:ext cx="729502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남긴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0798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8893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1989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0912" y="3448050"/>
            <a:ext cx="655095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6162" y="3448050"/>
            <a:ext cx="636045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버너스리가 CERN에서 웹을 고안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49971" y="3448050"/>
            <a:ext cx="72950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5221" y="3448050"/>
            <a:ext cx="71045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· HTTP · 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0798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8893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1995~1999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60912" y="4171950"/>
            <a:ext cx="655095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6162" y="4171950"/>
            <a:ext cx="636045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 전쟁, &lt;blink&gt; 같은 독자 태그 난립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49971" y="4171950"/>
            <a:ext cx="72950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5221" y="4171950"/>
            <a:ext cx="71045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표준의 필요성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0798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8893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60912" y="4895850"/>
            <a:ext cx="655095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6162" y="4895850"/>
            <a:ext cx="636045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XHTML — 엄격한 문법 강요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49971" y="4895850"/>
            <a:ext cx="72950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5221" y="4895850"/>
            <a:ext cx="71045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실패. 웹은 관대해야 살아남음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0798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8893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2014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60912" y="5619750"/>
            <a:ext cx="655095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6162" y="5619750"/>
            <a:ext cx="636045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HTML5 표준 확정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49971" y="5619750"/>
            <a:ext cx="72950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45221" y="5619750"/>
            <a:ext cx="71045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시맨틱 태그, &lt;video&gt;, &lt;canvas&gt;, 폼 검증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0798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8893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현재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60912" y="6343650"/>
            <a:ext cx="655095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56162" y="6343650"/>
            <a:ext cx="636045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WHATWG의 Living Standard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49971" y="6343650"/>
            <a:ext cx="72950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45221" y="6343650"/>
            <a:ext cx="71045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버전 번호 없이 계속 갱신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HTML의 역사와 표준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 HTML에는 "버전"이 없습니다.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Living Standard(살아 있는 표준) 로 계속 조금씩 갱신됩니다.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&lt;!doctype html&gt; 한 줄이면 되고, 새 기능은 브라우저가 지원하는 대로 쓸 수 있게 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1장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HTML의 역사와 표준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표준 문서를 직접 읽을 일은 드물지만, MDN Web Docs(developer.mozilla.org)는 실무에서 매일 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태그나 속성이 헷갈리면 "mdn + 태그 이름"으로 검색하는 것이 가장 정확합니다.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블로그 글은 낡았을 수 있지만 MDN은 갱신됩니다.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1장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— 마크업의 원리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2주차 · 3주차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