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D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DF4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0E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D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스토리보드 → 영상 생성·편집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기획 한 장 → 6컷 스토리보드 → 영상 생성 → 컷·자막·내레이션 편집 →…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haleon.dreamitbiz.com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이 시간에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기획 — Copilot에게 질문을 받아 한 장으로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스토리보드 — 6컷 PowerPoint, 3교시 이미지를 1·5컷에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영상 생성 — '만들기' 비디오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영상 편집 — 컷 교체 · 순서 · 길이 · 자막 · 내레이션 · 음악 (1차수…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공유 — 민감도 레이블 확인 후 패들렛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마무리 — 4시간 동안 만든 것, 내일 아침 첫 업무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Copilot에게 질문을 받아 한 장으로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사내 캠페인 숏폼 영상을 만들려고 해. 주제는 [점심시간 15분 걷기]야.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기획을 확정하기 전에 네가 나에게 물어봐야 할 것을 5가지만 질문해줘.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아직 아이디어는 내지 말아줘.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65785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vd-01-plan-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40" y="3105150"/>
            <a:ext cx="5391051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657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① 아이디어 없이 질문만 5개 — 목적·시청자·길이·행동·톤 (2026…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8050" y="2857500"/>
            <a:ext cx="988695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5805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4380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450" y="2971800"/>
            <a:ext cx="864870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아이디어 없이 질문만 5개 — 목적·시청자·길이·행동·톤…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답할게.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대상: [사무직 임직원 전체]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전달할 메시지 한 줄: [점심시간 15분 걷기가 오후 집중력을 바꾼다]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톤: [가볍고 친근하게, 훈계하지 않게]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길이: [30초] / 비율: [9:16 세로]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보게 될 곳: [사내 게시판, 엘리베이터 모니터]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이걸 기준으로 기획을 한 장으로 정리해줘.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캠페인 한 줄 콘셉트, 핵심 메시지, 하지 말아야 할 표현 3가지를 포함해줘.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238500"/>
            <a:ext cx="7810500" cy="3952875"/>
          </a:xfrm>
          <a:prstGeom prst="roundRect">
            <a:avLst>
              <a:gd name="adj" fmla="val 14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vd-02-plan-on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374088"/>
            <a:ext cx="7543871" cy="36816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32472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② 기획 한 장 — 한 줄 콘셉트와 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기획 한 장 — 한 줄 콘셉트와 목표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67100"/>
            <a:ext cx="7810500" cy="3486150"/>
          </a:xfrm>
          <a:prstGeom prst="roundRect">
            <a:avLst>
              <a:gd name="adj" fmla="val 1639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vd-03-plan-d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600934"/>
            <a:ext cx="7543881" cy="32184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086600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③ 하지 말아야 할 표현 — 죄책감 유발, 과장된 효과 단정, 의무처럼…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하지 말아야 할 표현 — 죄책감 유발, 과장된 효과 단정…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스토리보드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6컷 PowerPoint, 3교시 이미지를 1·5컷에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스토리보드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방금 정리한 기획으로 6컷 스토리보드를 PowerPoint로 만들어줘.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장표 1장이 컷 1개야. 각 장에 다음을 넣어줘.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컷 번호와 몇 초짜리인지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장면 설명 (무엇이 화면에 보이는지, 카메라가 어떻게 움직이는지)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자막 카피 (화면에 뜰 실제 문장, 8글자 이내)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내레이션 문장 (한 문장 12자 이내)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전체 길이는 30초에 맞춰줘.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스토리보드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5829300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vd-12-storyboar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521"/>
            <a:ext cx="5562694" cy="42093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5829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① 채팅에서 만든 스토리보드 파일 — 6장, 컷당 5초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9500" y="2857500"/>
            <a:ext cx="97155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295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152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52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2971800"/>
            <a:ext cx="84772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 앱 채팅에서 이 프롬프트를 넣으면 PowerP…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스토리보드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38550"/>
            <a:ext cx="7810500" cy="3143250"/>
          </a:xfrm>
          <a:prstGeom prst="roundRect">
            <a:avLst>
              <a:gd name="adj" fmla="val 181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vd-13-storyboard-6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983" y="3771900"/>
            <a:ext cx="7532504" cy="2876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915150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② 6컷 내용 — 장면 설명·자막 카피·내레이션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6컷 내용 — 장면 설명·자막 카피·내레이션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막히면 이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26674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266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7774" y="2781300"/>
            <a:ext cx="718861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7774" y="2781300"/>
            <a:ext cx="718861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4484" y="2781300"/>
            <a:ext cx="2026674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34484" y="2781300"/>
            <a:ext cx="202667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길이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499258" y="2781300"/>
            <a:ext cx="4645742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99258" y="2781300"/>
            <a:ext cx="464574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이미지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7774" y="3448050"/>
            <a:ext cx="718861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3024" y="3448050"/>
            <a:ext cx="699811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상황 (공감)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34484" y="3448050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29734" y="3448050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499258" y="3448050"/>
            <a:ext cx="4645742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94508" y="3448050"/>
            <a:ext cx="4455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3교시 이미지 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7774" y="4143375"/>
            <a:ext cx="718861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3024" y="4143375"/>
            <a:ext cx="699811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문제의 크기 (숫자 하나)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4484" y="4143375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29734" y="4143375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499258" y="4143375"/>
            <a:ext cx="4645742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94508" y="4143375"/>
            <a:ext cx="4455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7774" y="4838700"/>
            <a:ext cx="718861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03024" y="4838700"/>
            <a:ext cx="699811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해법 제시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34484" y="4838700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29734" y="4838700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499258" y="4838700"/>
            <a:ext cx="4645742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94508" y="4838700"/>
            <a:ext cx="4455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7774" y="5534025"/>
            <a:ext cx="718861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03024" y="5534025"/>
            <a:ext cx="699811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해법을 실행하는 장면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34484" y="5534025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29734" y="5534025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499258" y="5534025"/>
            <a:ext cx="4645742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594508" y="5534025"/>
            <a:ext cx="4455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7774" y="6229350"/>
            <a:ext cx="718861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03024" y="6229350"/>
            <a:ext cx="699811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달라진 결과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34484" y="6229350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29734" y="6229350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499258" y="6229350"/>
            <a:ext cx="4645742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594508" y="6229350"/>
            <a:ext cx="4455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3교시 이미지 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7774" y="6924675"/>
            <a:ext cx="718861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03024" y="6924675"/>
            <a:ext cx="699811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행동 요청 + 캠페인명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434484" y="6924675"/>
            <a:ext cx="2026674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29734" y="6924675"/>
            <a:ext cx="1836174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499258" y="6924675"/>
            <a:ext cx="4645742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594508" y="6924675"/>
            <a:ext cx="4455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자막은 반드시 텍스트 개체로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컷 2의 자막이 너무 길어. 8글자 이내로 줄여줘. 훈계받는 느낌이 들지 않게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영상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'만들기' 비디오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영상 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 앱 → 만들기 → 비디오. 스토리보드 PPT(그리고 3교시 이미…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회사 계정으로 합니다. 2026-10-13 개인용 Microsoft 365 계…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영상 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첨부한 스토리보드로 30초 세로(9:16) 숏폼 영상을 만들어줘.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컷 순서·길이·장면 설명은 스토리보드 그대로 따라줘.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1컷과 5컷은 첨부한 이미지를 그대로 써줘.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화면 안에 글자를 넣지 말고 영상만 만들어줘. 자막은 내가 따로 얹을 거야.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톤은 밝고 담백하게, 과장된 연출은 빼줘.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영상 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생성에는 시간이 걸립니다. 기다리는 동안 내레이션 문장 6개를 스토리보드에서…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참고 예시 — 패들렛 4교시 학습예시 칸에 참고 영상 3편이 있습니다. ① 내…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결과를 볼 때 — 기대치 먼저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987168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98716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나타나는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8268" y="2781300"/>
            <a:ext cx="8976732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8268" y="2781300"/>
            <a:ext cx="897673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98716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7966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컷마다 인물의 얼굴·옷이 다르다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8268" y="3448050"/>
            <a:ext cx="8976732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3518" y="3448050"/>
            <a:ext cx="878623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컷 간 인물 일관성은 보장되지 않습니다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98716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7966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화면 안 한글이 깨진다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8268" y="4171950"/>
            <a:ext cx="8976732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3518" y="4171950"/>
            <a:ext cx="878623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 영상의 한글은 정상 출력되지 않습니다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98716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7966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한 컷이 스토리보드와 전혀 다르다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8268" y="4895850"/>
            <a:ext cx="8976732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518" y="4895850"/>
            <a:ext cx="878623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컷만 다시 생성합니다 (다음 실습)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98716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79666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길이가 30초가 아니다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8268" y="5619750"/>
            <a:ext cx="8976732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3518" y="5619750"/>
            <a:ext cx="878623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컷 길이를 편집에서 맞춥니다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영상 편집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컷 교체 · 순서 · 길이 · 자막 · 내레이션 · 음악 (1차수 피드…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마음에 안 드는 컷만 다시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컷만 다시 만들어줘. 밝은 사무실 낮 시간으로 바꾸고 나머지 컷은 그대로 둬줘.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순서 바꾸기·컷 지우기·길이 맞추기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컷을 드래그해 순서를 바꿉니다 (예: 2컷 숫자를 3컷 뒤로)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필요 없는 컷은 지우고, 각 컷 길이를 5초로 맞춰 전체 30초를 만듭니다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전환 효과는 하나로 통일합니다. 컷마다 다르면 산만합니다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④ 내레이션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내레이션 문장을 더 짧게 끊어줘. 한 문장이 12자를 넘지 않게 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목소리는 차분한 톤으로.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⑤ 배경음악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배경음악은 잔잔한 걸로 바꾸고, 내레이션이 묻히지 않게 볼륨을 낮춰줘.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6컷 길이 합이 30초인가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글자가 영상 안이 아니라 자막 레이어에만 있는가 (화면 안 깨진 글자가 남아…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내레이션과 자막 내용이 같은가 — 다르면 보는 사람이 둘 다 못 읽습니다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기획에서 받아 둔 '하지 말아야 할 표현' 이 자막·내레이션에 없는가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편집에서 되돌리기(Ctrl + Z)는 됩니다. 그래도 ①을 하기 전에 한 번…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공유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민감도 레이블 확인 후 패들렛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패들렛 4교시 실습결과 칸에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패들렛 4교시 실습결과 칸에 올립니다.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스토리보드 PPT + 편집한 영상(또는 캡처)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어떤 프롬프트를 썼는지, 몇 번 다시 만들었는지, 어느 단계에서 뜻대로 안 됐…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다른 분 것을 보고 내 부서에 쓸 아이디어가 떠오르면 우리 팀 적용 아이디어…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오늘 가져가는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완성된 영상이 아니라 한 사이클을 끝까지 돌아 봤다는 경험입니다. 기획 → 스…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17:05 마무리에서 질의응답을 받습니다. 2교시의 클레임 리뷰 자동화 질문처…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 동안 만든 것, 내일 아침 첫 업무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444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5588" y="2781300"/>
            <a:ext cx="14119412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5588" y="2781300"/>
            <a:ext cx="1411941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OneDrive에 남은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25588" y="3448050"/>
            <a:ext cx="14119412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0838" y="3448050"/>
            <a:ext cx="139289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채널별 요약표 · 근거 숫자가 붙은 인사이트 5가지…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25588" y="4171950"/>
            <a:ext cx="14119412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0838" y="4171950"/>
            <a:ext cx="139289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회의록 초안 · 가이드라인 기준 검토표 · 답장 초안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25588" y="4895850"/>
            <a:ext cx="14119412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0838" y="4895850"/>
            <a:ext cx="139289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10장 내외 장표 초안 · 편집한 이미지 2장(9:1…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1844488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16539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25588" y="5619750"/>
            <a:ext cx="14119412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0838" y="5619750"/>
            <a:ext cx="139289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기획 한 장 · 6컷 스토리보드 · 영상 시안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내일 아침 바로 쓸 프롬프트 3개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53445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534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4545" y="2781300"/>
            <a:ext cx="10910455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4545" y="2781300"/>
            <a:ext cx="1091045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한 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053445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8629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엑셀 숫자를 보고할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4545" y="3448050"/>
            <a:ext cx="1091045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9795" y="3448050"/>
            <a:ext cx="107199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"각 항목마다 어떤 숫자를 근거로 그렇게 판단했는지…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053445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8629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메모·자료로 문서를 쓸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4545" y="4171950"/>
            <a:ext cx="1091045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9795" y="4171950"/>
            <a:ext cx="107199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"/파일 을 근거로 … 메모에 없는 내용은 만들어 넣…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053445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8629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메일 답장을 쓸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4545" y="4895850"/>
            <a:ext cx="1091045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9795" y="4895850"/>
            <a:ext cx="107199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문장 말고 요점만 주고, 보내기 전에 날짜·수량·범위…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교육이 끝나도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이 학습사이트는 계속 열려 있습니다. 1~4교시 자료, 프롬프트 학습, 실습…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4시간 동안 함께해 주셔서 감사합니다.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4교시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4교시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캡처 한 장으로 패들렛에 올려 주세요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패들렛 4교시 실습결과 칸에 올리기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의도대로 안 된 것은 질문 칸에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학습사이트에서 같은 내용을 다시 볼 수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