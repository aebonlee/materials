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배포와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사용법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작업을 저장하고 · 이력을 남기고 · 인터넷에 공개하기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Git과 GitHub이 각각 무엇인지 구분해서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프로젝트를 GitHub에 올리고 이력을 남길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Pages로 내 페이지를 인터넷에 공개할 수 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55856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5856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96814" y="2781300"/>
            <a:ext cx="964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96814" y="2781300"/>
            <a:ext cx="964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6958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6958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커밋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1102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1102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푸시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5246" y="2781300"/>
            <a:ext cx="11721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5246" y="2781300"/>
            <a:ext cx="11721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리포지토리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2682" y="2781300"/>
            <a:ext cx="1618559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2682" y="2781300"/>
            <a:ext cx="161855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GitHub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Git과 GitHub은 다릅니다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Git과 GitHub은 다릅니다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19807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1980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500907" y="2781300"/>
            <a:ext cx="794958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0907" y="2781300"/>
            <a:ext cx="794958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88594" y="2781300"/>
            <a:ext cx="6656406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88594" y="2781300"/>
            <a:ext cx="665640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GitHub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31980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12930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0907" y="3448050"/>
            <a:ext cx="794958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157" y="3448050"/>
            <a:ext cx="775908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컴퓨터에서 작업 이력을 관리하는 프로그램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88594" y="3448050"/>
            <a:ext cx="665640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83844" y="3448050"/>
            <a:ext cx="646590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이력을 인터넷에 올려 두는 서비스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31980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12930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0907" y="4171950"/>
            <a:ext cx="794958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96157" y="4171950"/>
            <a:ext cx="775908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문서의 "변경 내용 추적"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88594" y="4171950"/>
            <a:ext cx="665640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83844" y="4171950"/>
            <a:ext cx="646590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문서를 올려 두는 클라우드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31980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12930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0907" y="4895850"/>
            <a:ext cx="794958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96157" y="4895850"/>
            <a:ext cx="775908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2장에서 설치했습니다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88594" y="4895850"/>
            <a:ext cx="665640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83844" y="4895850"/>
            <a:ext cx="646590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설치가 아니라 가입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31980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12930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00907" y="5619750"/>
            <a:ext cx="794958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96157" y="5619750"/>
            <a:ext cx="775908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없어도 됩니다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88594" y="5619750"/>
            <a:ext cx="665640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83844" y="5619750"/>
            <a:ext cx="646590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필요합니다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Git과 GitHub은 다릅니다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즉 Git으로 기록하고, GitHub에 올립니다.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순서가 이렇습니다.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왜 쓰나 —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왜 쓰나 —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백업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노트북이 고장 나도 작업이 남습니다. 학기말에 이것 때문에 우는 학생이 매년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되돌리기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"어제는 됐는데" 하는 순간, 어제로 돌아갈 수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공개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Pages로 내 페이지에 주소가 생깁니다. 친구에게 링크를 보낼 수 있습니다.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포트폴리오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취업할 때 "무엇을 만들어 봤는지" 보여 주는 자리가 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계정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계정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github.com 에서 가입합니다.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사용자 이름(username)은 신중하게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정하세요. 나중에 주소에 그대로 들어갑니다 — github.com/내이름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이메일은 2장에서 git config 에 넣은 것과 같게 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가입 후 학생 인증(GitHub Education)을 신청해 두면 여러 도구를 무료로 쓸 수 있습니다. 학교 메일(@hs.ac.kr)로 인증됩니다.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계정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사용자 이름은 hong-gildong 처럼 영문 소문자와 하이픈으로 짓는 것이 무난합니다.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xXhero1234Xx 같은 이름은 나중에 이력서에 적기 곤란해집니다.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리포지토리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리포지토리(repository, 줄여서 repo) 는 프로젝트 하나가 들어가는 폴더입니다.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리포지토리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81965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8196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0750" y="2781300"/>
            <a:ext cx="111442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0750" y="2781300"/>
            <a:ext cx="111442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고르나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8196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629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Repository 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00750" y="344805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0" y="3448050"/>
            <a:ext cx="109537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my-portfolio 처럼 영문 소문자·하이픈. 한글과 띄어쓰기 금지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8196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629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Public / Private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00750" y="417195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0" y="4171950"/>
            <a:ext cx="109537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과제 제출용은 Public. GitHub Pages로 공개할 것이므로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8196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629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Add a README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00750" y="489585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0" y="4895850"/>
            <a:ext cx="109537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체크해 두면 편합니다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81965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6291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Add .gitignore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00750" y="5619750"/>
            <a:ext cx="111442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0" y="5619750"/>
            <a:ext cx="109537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체크하세요. 5장에서 배운 그 파일입니다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GitHub 오른쪽 위 + → New repository 로 만듭니다.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Git의 3단계 — 개념부터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명령어를 외우기 전에 무슨 일이 일어나는지 그림으로 잡아 두면 훨씬 쉽습니다.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Git의 3단계 — 개념부터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603131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60313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4231" y="2781300"/>
            <a:ext cx="2423746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4231" y="2781300"/>
            <a:ext cx="242374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6077" y="2781300"/>
            <a:ext cx="447528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6077" y="2781300"/>
            <a:ext cx="447528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59462" y="2781300"/>
            <a:ext cx="738553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59462" y="2781300"/>
            <a:ext cx="738553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160313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14126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4231" y="3448050"/>
            <a:ext cx="242374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9481" y="3448050"/>
            <a:ext cx="223324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 폴더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46077" y="3448050"/>
            <a:ext cx="447528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1327" y="3448050"/>
            <a:ext cx="42847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(그냥 파일을 고침)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9462" y="3448050"/>
            <a:ext cx="73855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54712" y="3448050"/>
            <a:ext cx="71950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책상 위에서 작업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160313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14126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4231" y="4171950"/>
            <a:ext cx="242374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9481" y="4171950"/>
            <a:ext cx="223324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스테이지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46077" y="4171950"/>
            <a:ext cx="447528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1327" y="4171950"/>
            <a:ext cx="42847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 add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59462" y="4171950"/>
            <a:ext cx="73855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54712" y="4171950"/>
            <a:ext cx="71950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제출할 서류를 봉투에 담음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160313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14126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4231" y="4895850"/>
            <a:ext cx="242374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79481" y="4895850"/>
            <a:ext cx="223324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46077" y="4895850"/>
            <a:ext cx="447528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1327" y="4895850"/>
            <a:ext cx="42847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 commit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59462" y="4895850"/>
            <a:ext cx="73855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54712" y="4895850"/>
            <a:ext cx="71950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봉투를 봉하고 날짜와 메모를 적음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160313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141263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4231" y="5619750"/>
            <a:ext cx="242374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79481" y="5619750"/>
            <a:ext cx="223324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46077" y="5619750"/>
            <a:ext cx="447528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1327" y="5619750"/>
            <a:ext cx="42847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 push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59462" y="5619750"/>
            <a:ext cx="738553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54712" y="5619750"/>
            <a:ext cx="719503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봉투를 우체국에 부침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왜 굳이 2단계(스테이지)가 있나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고친 파일 일부만 골라서 기록으로 남기고 싶을 때가 있기 때문입니다.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처음에는 git add . (전부 담기)로 써도 괜찮습니다.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다만 git add . 을 쓸 때는 .env 같은 파일이 딸려 가지 않는지 꼭 확인하세요(5장).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④ 명령어 — 이만큼이면 충분합니다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처음 한 번 — 내 폴더를 GitHub에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web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2026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project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# 내 프로젝트 폴더로 이동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  # 이 폴더에서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시작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                     # 전부 담기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commit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"첫 커밋: 프로젝트 시작"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branch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# 기본 가지 이름을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으로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remote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origin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https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//github.com/내이름/my-portfolio.git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push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origin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# 올리기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그다음부터 — 이 세 줄의 반복입니다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commit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"네비게이션 메뉴 추가"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push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자주 쓰는 확인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# 지금 무엇이 바뀌었나 / 무엇이 올라갈 예정인가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diff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# 실제로 어떤 줄이 바뀌었나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oneline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# 지금까지의 커밋 목록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④ 명령어 — 이만큼이면 충분합니다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VS Code 왼쪽의 가지 모양 아이콘(소스 제어) 을 쓰면 위 명령을 버튼으로 할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처음에는 버튼으로 하되, 무슨 일이 일어나는지는 위 표로 이해해 두세요.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나중에 문제가 생겼을 때 명령어를 알아야 고칠 수 있습니다.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커밋 메시지 쓰는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8031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8031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7261412" y="2781300"/>
            <a:ext cx="988358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1412" y="2781300"/>
            <a:ext cx="988358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0803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8898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수정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1412" y="3448050"/>
            <a:ext cx="98835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6662" y="3448050"/>
            <a:ext cx="96930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푸터에 연락처 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0803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58898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ㅇㅇ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1412" y="4171950"/>
            <a:ext cx="98835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6662" y="4171950"/>
            <a:ext cx="96930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모바일에서 메뉴가 안 열리던 문제 수정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0803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58898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asdf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1412" y="4895850"/>
            <a:ext cx="98835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6662" y="4895850"/>
            <a:ext cx="96930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자기소개 페이지 초안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08031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588981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최종, 최종2, 진짜최종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1412" y="5619750"/>
            <a:ext cx="98835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6662" y="5619750"/>
            <a:ext cx="96930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 3단계: 반응형 적용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커밋 메시지 쓰는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기준은 하나입니다 — 한 달 뒤의 내가 읽고 알아볼 수 있는가.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"무엇을 왜 바꿨는지"를 한 줄로 적으면 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⑤ GitHub Pages — 인터넷에 공개하기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HTML 파일에 진짜 인터넷 주소를 붙이는 기능입니다.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⑤ GitHub Pages — 인터넷에 공개하기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무료이고, 몇 번의 클릭이면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리포지토리 페이지에서 Settings 로 갑니다.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왼쪽 목록에서 Pages 를 찾습니다.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⑤ GitHub Pages — 인터넷에 공개하기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Source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를 Deploy from a branch 로 둡니다.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Branch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를 main, 폴더는 / (root) 로 고르고 Save.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1~2분 기다리면 위쪽에 주소가 나타납니다 — https://내이름.github.io/my-portfolio/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반드시 지킬 것 — 파일 이름은 index.html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첫 화면이 될 파일은 index.html 이어야 합니다. Index.html·main.html 은 안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대소문자를 구분합니다.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컴퓨터(윈도우·맥)에서는 되는데 GitHub Pages에서만 안 나오는 사고의 1위 원인입니다.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이미지 경로도 마찬가지입니다 — Photo.jpg 를 photo.jpg 로 적으면 내 컴퓨터에서만 보입니다.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파일 이름과 폴더 이름에 한글·띄어쓰기를 쓰지 마세요.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주소에서 깨집니다.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⑤ GitHub Pages — 인터넷에 공개하기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5382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5382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4928" y="2781300"/>
            <a:ext cx="458898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4928" y="2781300"/>
            <a:ext cx="458898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2012" y="2781300"/>
            <a:ext cx="848298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2012" y="2781300"/>
            <a:ext cx="848298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5382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633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404 페이지가 나온다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34928" y="3448050"/>
            <a:ext cx="458898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0178" y="3448050"/>
            <a:ext cx="439848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index.html 이 없거나 이름이 다르다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62012" y="3448050"/>
            <a:ext cx="84829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7262" y="3448050"/>
            <a:ext cx="82924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이름을 정확히 index.html 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5382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633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글자만 나오고 디자인이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34928" y="4171950"/>
            <a:ext cx="458898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30178" y="4171950"/>
            <a:ext cx="439848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CSS 경로가 틀렸다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62012" y="4171950"/>
            <a:ext cx="84829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7262" y="4171950"/>
            <a:ext cx="82924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대소문자 확인. 경로 앞에 / 를 붙이지 말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5382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633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이미지가 깨진다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34928" y="4895850"/>
            <a:ext cx="458898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30178" y="4895850"/>
            <a:ext cx="439848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파일명 대소문자·한글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62012" y="4895850"/>
            <a:ext cx="84829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7262" y="4895850"/>
            <a:ext cx="82924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영문 소문자로 바꾸고 다시 push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5382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6332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고쳤는데 그대로다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34928" y="5619750"/>
            <a:ext cx="458898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30178" y="5619750"/>
            <a:ext cx="439848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브라우저가 옛 화면을 기억한다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62012" y="5619750"/>
            <a:ext cx="848298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7262" y="5619750"/>
            <a:ext cx="829248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Ctrl/⌘ + Shift + R 로 강력 새로고침. 그래도 그대로면 2~3분…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⑤ GitHub Pages — 인터넷에 공개하기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반영에는 보통 1~2분이 걸립니다.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push 하자마자 안 보인다고 뭔가 잘못한 것이 아닙니다.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리포지토리의 Actions 탭에서 배포가 도는 것을 볼 수 있습니다.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흔한 사고와 대처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흔한 사고와 대처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396189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39618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이런 일이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289" y="2781300"/>
            <a:ext cx="1156771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289" y="2781300"/>
            <a:ext cx="1156771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이렇게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39618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20568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커밋에 API 키가 들어갔다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289" y="3448050"/>
            <a:ext cx="1156771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72539" y="3448050"/>
            <a:ext cx="1137721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지우기 전에 키를 먼저 폐기하세요(5장). 순서가 반대면 소용없습니다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39618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20568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 push 에서 로그인을 물어본다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289" y="4171950"/>
            <a:ext cx="1156771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72539" y="4171950"/>
            <a:ext cx="1137721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 대신 토큰을 요구합니다. GitHub Settings → Developer settings 에서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39618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20568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main 인지 master 인지 헷갈린다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289" y="4895850"/>
            <a:ext cx="1156771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72539" y="4895850"/>
            <a:ext cx="1137721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지금은 main 이 기본입니다. git branch -M main 으로 맞춰 두세요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39618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20568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한글 파일명이 깨진다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289" y="5619750"/>
            <a:ext cx="1156771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2539" y="5619750"/>
            <a:ext cx="1137721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애초에 한글 파일명을 쓰지 마세요. 맥과 윈도우가 한글을 다르게 저장해 문제가 생깁니다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39618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20568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node_modules 가 통째로 올라갔다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289" y="6343650"/>
            <a:ext cx="1156771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72539" y="6343650"/>
            <a:ext cx="1137721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.gitignore 에 node_modules/ 를 넣었어야 합니다. 이미 올라갔으면 git rm -r -…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· 스스로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이만큼 되면 이 장은 끝입니다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계정을 만들고 학생 인증을 신청했다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리포지토리를 만들고 내 프로젝트를 push 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커밋 메시지를 알아볼 수 있게 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GitHub Pages로 내 페이지 주소를 만들었다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index.html 과 대소문자 규칙을 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 status 로 올라갈 파일을 확인하는 습관이 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6장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6장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6장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GitHub 사용법 — 예상 45분 · 읽음 표시는 학습사이트에서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학습사이트의 「이 장을 다 읽었습니다」 단추로 읽음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회차마다 바뀌는 값(가격·한도·버전)은 공식 페이지에서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30분 넘게 혼자 막혀 있지 않기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7장 · Supabase 사용법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