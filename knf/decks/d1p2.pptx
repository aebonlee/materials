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2교시 · 학습개요 · 이론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제조업 생성형 AI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트렌드와 활용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초안, 사람은 검증과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제조업 생성형 AI 활용 유형 6가지를 예와 함께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한계 4가지(환각·최신성·계산 실수·보안)와 대처법을 고른다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업무를 「맡길 일·함께 할 일·사람이 할 일」로 나눈다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특정 회사의 성공담보다 여러 현장에 공통인 「활용 유형」을 익힙니다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현장의 생성형 AI 활용 유형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업무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꼭 할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문서·보고서 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메모를 보고서 틀로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사실·수치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분석 보조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순서·수식·차트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433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433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숫자 재검증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 이상 원인 탐색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4M1E 로 후보 펼치기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3870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3870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사실과 추정 구분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매뉴얼·표준 문서 검색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찾아 근거와 함께 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53402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53402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원문·최신판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자료 작성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목차·설명·퀴즈 초안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2293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2293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기준과 대조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코드·수식 생성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쓴 규칙을 수식으로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9246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9246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데이터로 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유형이든 마지막 확인은 사람이 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RAG — 교과서를 펴 놓고 답하는 오픈북 시험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E-17 조치 방법은?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35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현장의 질문 한 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4250" y="6324600"/>
            <a:ext cx="533400" cy="2476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91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91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91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매뉴얼에서 관련 쪽 찾기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91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739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96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기억이 아니라 문서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690350" y="6324600"/>
            <a:ext cx="533400" cy="2476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95200" y="2857500"/>
            <a:ext cx="474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spc="31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5200" y="3238500"/>
            <a:ext cx="474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근거와 함께 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95200" y="3848100"/>
            <a:ext cx="4749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찾은 문장을 보고 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95200" y="5029200"/>
            <a:ext cx="4749800" cy="2552700"/>
          </a:xfrm>
          <a:prstGeom prst="roundRect">
            <a:avLst>
              <a:gd name="adj" fmla="val 186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700000" y="545496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85738" y="5276850"/>
            <a:ext cx="401161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근거를 같이 보여 준다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활용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기능 — AI 가 파이썬으로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파일을 올리면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파이썬으로 집계하고 차트를 그려 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말로 계산보다 정확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그래도 범위·조건을 잘못 잡을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요금제에 따라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분석 횟수에 제한이 있을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과정의 원칙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검증한다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가 틀리기 쉬운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 생기나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대처법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규격·수치를 지어낸다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출처를 묻고 원문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최신성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이후 기준을 모른다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최신 문서·공식 출처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실수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합계·비율이 틀린다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로 다시 계산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입력이 회사 밖으로 나간다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넣지 않음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넷 모두 「사람이 검증한다」로 대처한다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는 초안, 사람은 검증과 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맡길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글을 만들고 정리하고 바꾸는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보고서·회의록 초안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넓게 펼치기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수식·분석 순서 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사람이 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확인과 책임 있는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 Excel 로 재검증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출처를 원문으로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안전·재가동 같은 최종 판단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단계로 내 업무에 옮겨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업무 A·B·C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맡길 일·함께 할 일·맡기면 안 되는 일로 표를 받는다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한계 직접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출처를 검색하고, AI 합계·평균을 Excel 과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활용 아이디어 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반복되는 A·B 업무 하나와 검증 방법 한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업무 목록은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회사명 없이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일반 표현으로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A·B·C 분류를 그대로 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C(안전·보안)부터 내 판단으로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확신도 「상」을 그대로 믿음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제목으로 직접 검색해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합계를 그대로 옮김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=SUM()·=AVERAGE() 로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업무 목록에 회사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 표현으로 바꿔 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검증을 건너뛰면 이번 시간의 절반을 놓친다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는 글을 만들고 정리하고 바꾸는 일에 강하다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RAG 는 문서를 찾아 근거와 함께 답하는 오픈북 방식이다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환각·최신성·계산 실수·보안 — 넷 다 사람이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사례는 회사 이름이 아니라 「활용 유형」으로 옮긴다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2교시 · 이론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2교시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PBL 시나리오 — 새벽정밀(가상)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 함께 풀 가상 공장의 공정과 문제 상황, 데이터 7종을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6공정 12설비의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8월의 문제 상황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실습 데이터 7종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 기술자의 확인 질문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내려받은 실습 파일 7종과 팀 아이디어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