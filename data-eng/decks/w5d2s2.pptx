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Compose로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마스터-워커 클러스터 구축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1 + 워커 2 를 compose 하나로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포트를 비우고 compose 파일을 직접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up -d 로 마스터 1 + 워커 2 를 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로그와 마스터 UI 에서 워커 등록(ALIVE)을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로 워커를 늘렸다 줄이며 UI 가 따라 바뀌는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RAM 16GB 환경이면 워커를 1개로 — 마스터-워커 구조와 제출 흐름은 같습니다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compose 파일 하나로 클러스터를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~/data-eng/week5 폴더에서 시작합니다 — 4주차 컨테이너가 8080 을 쓰고 있으면 먼저 내려 둡니다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포트 비우기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8080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compose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master + worker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replicas: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기동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config → up -d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4·5. 로그·UI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등록 기록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localhost:8080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6·7. 스케일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 3 →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hostname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 — 서비스 두 개, 핵심 줄 여덟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86410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image: apache/spark:3.5.3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03920" y="3448050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9170" y="3448050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마스터·워커 같은 이미지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…deploy.master.Master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3969544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9170" y="3969544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— Master 클래스 실행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8080:8080 · 7077:7077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491038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491038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웹 UI · 접수 포트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…deploy.worker.Worker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5012531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9170" y="5012531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— 첫 인자로 마스터 주소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spark://spark-master:7077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03920" y="5534025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9170" y="5534025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주소 = 서비스 이름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--cores 2 --memory 2g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6055519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6055519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워커가 클러스터에 내놓을 자원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depends_on: spark-master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03920" y="6577012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9170" y="6577012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마스터를 먼저 띄운다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732282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71323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deploy: replicas: 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03920" y="7098506"/>
            <a:ext cx="864108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9170" y="7098506"/>
            <a:ext cx="84505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2개 (16GB 면 1개)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RAM 16GB 면 replicas: 1 또는 deploy 블록 삭제 — 워커 2 × 2G 에 마스터·드라이버·OS 까지 더하면 빠듯하다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비우고 · 확인하고 · 띄우고 · 로그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포트 비우기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&amp;&amp; docker compose stop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문법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config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마스터 로그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spark-master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워커 로그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6387" y="60198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8787" y="60198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logs spark-worker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로그에 grep -i "registering worker"(마스터) · "successfully registered"(워커)를 붙이면 등록 기록만 남는다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3·4·5단계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 뒤 확인 — ps · 로그 · 마스터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— 모두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1개와 spark-worker 컨테이너가 전부 Up 상태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 — 등록 기록 두 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「Registering worker …」 · 워커 「Successfully registered with master」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localhost:8080 — Workers 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워커들이 ALIVE — 이론의 흐름 ②~④ 가 로그와 화면으로 남은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워커 2개일 때 UI 수치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Cores 4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Memory 4G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 화면 — 네 곳을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622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622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2099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2766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575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URL: spark://spark-master:7077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1H 에 잡을 제출할 때 쓸 주소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0100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0100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257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324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1052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Alive Workers · Cores in use · Memory in use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클러스터가 가진 자원 — 오늘 제출할 잡이 쓸 수 있는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0577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05777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30542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3721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1530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Workers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워커마다 주소·상태·코어·메모리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055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05525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3531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4198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2007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 / Completed Applications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 이력 — 지금은 비어 있고, 다음 1H 에 채워진다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워커 2개 구성이면 Cores in use 4 · Memory 4.0 GiB 안팎 — 이 숫자가 오늘 제출할 잡이 쓸 수 있는 상한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6·7단계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워커를 늘렸다 줄이기 — 죽는 것도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 로 워커 수를 바꾸며 UI 가 따라오는 것을, 메모리를 넘기면 뜨자마자 죽는 것을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3개로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spark-worker=3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새로고침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Workers 3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Cores 따라 변함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과하게(실패)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 넘으면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ps 에 Exited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2개로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--scale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spark-worker=2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hostname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마스터·워커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이름이 다르다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--scale 인데 — 뜨는 것과 죽는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2 → 3 — 정상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의 Workers 수와 Cores in use 가 따라 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--scale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-d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ps 모두 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워커 등록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UI Workers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줄이면 DEAD 뒤 사라짐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초과 — 뜨자마자 죽음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에 할당된 메모리를 넘으면 컨테이너가 죽는다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--scale 크게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 넘김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ps 에 Exited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뜨자마자 죽음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logs → 수 줄이기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16GB 는 1~2개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8080 을 쓰는 컨테이너가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spark-master 1개와 워커가 모두 Up 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 로그에 Successfully registered with master 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UI Workers 표에 워커가 ALIVE 로 보인다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--scale 뒤 Workers 수와 Cores in use 가 따라 바뀐다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마스터와 워커들의 hostname 이 서로 다르다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spark-submit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마스터 컨테이너 안의 spark-submit 으로 예제와 직접 쓴 스크립트를 제출하고, 마스터 UI 에서 실행을 추적합니다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pi.py 예제 제출 — Pi is roughly 3.14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 제출 — master 값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--total-executor-cores 로 자원 제한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메모리를 과하게 요구해 WAITING 재현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클러스터 Up 상태 · 마스터 UI 8080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