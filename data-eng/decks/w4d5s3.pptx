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데이터 카탈로그 연결 및 레이크하우스 통합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레이크하우스 통합 산출물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쿼리 스크립트 한 파일과 그림 한 장 — 주차 산출물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scripts/lakehouse_queries.sql 이 처음부터 끝까지 오류 없이 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 요소 5개와 포트를 넣은 아키텍처 다이어그램을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「없으면」열이 있는 설명 문서를 그림에 붙인다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→ up 뒤에도 count 7 인지 확인하고 제출한다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제출은 사이트의 「산출물 제출」 페이지에서 · 제출 후 주차별 산출물 갤러리에도 올려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스크립트 · 그림 · 문서 · 재현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파일: docker-compose.yml · catalog/iceberg.properties · scripts/ · 다이어그램 · 설명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쿼리 스크립트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lakehouse_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queries.sql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다이어그램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5개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4개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설명 문서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구성·흐름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검증·한계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재현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→ up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lakehouse_queries.sql — 네 부분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쿼리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연결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SCHEMAS · TABLES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iceberg.lakehouse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데이터 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order_id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8 까지 7행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 · channel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daily_sales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sum() OVER 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"orders$snapshots"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"orders$files"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committed_at 순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file_path·record_count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실행: docker compose exec -it trino trino &lt; scripts/lakehouse_queries.sql | head -n 40 — 중간에 멈추면 그 쿼리만 CLI 에서 따로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다이어그램에 그릴 것 — 구성 5개 · 흐름 5단계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raw 버킷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CSV 도착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랜딩 존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 로 읽어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MERGE INTO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멱등 적재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= 포인터 교체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비로소 보임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카탈로그로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조회·집계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포트: 9000(S3 API) · 9001(콘솔) · 8181(카탈로그) · 8080(Trino) — 도구는 자유(손그림 촬영·draw.io·Mermaid)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연결선: Spark → raw 읽기 · Spark → warehouse 쓰기 · Trino → warehouse 읽기 · 두 엔진 → 카탈로그 — 흐름에 번호를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설명 문서 1. 구성 — 「없으면」열이 핵심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구성 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22021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담는 오브젝트 스토리지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9000·9001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저장할 곳이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묶음을 테이블처럼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현재 상태인지 모른다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→ 최신 메타데이터 위치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8181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엔진끼리 같은 테이블을 못 본다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86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적재·변환 (MERGE)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대량 쓰기를 할 수 없다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2336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861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조회·집계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9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분석 질의가 어렵다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「없으면」열을 스스로 채울 수 있으면 각 구성 요소를 이해한 것 — 4. 한계에 본인이 느낀 것을 한 줄이라도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설명 문서 네 절 — 그림만 있으면 반쪽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구성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요소 · 역할 · 포트 · 없으면 — 표 한 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데이터 흐름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도착 → Spark 정제 → MERGE → 커밋 → Trino 조회, 번호를 붙여서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검증한 것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양방향 쓰기·읽기 · count·sum·스냅샷 개수 일치 · 실패한 쓰기는 안 보임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한계와 다음 단계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랜딩 존 전체 재읽기 → 날짜 파티션 · 손 실행 → 8주차 Airflow 스케줄링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각 구성 요소가 왜 필요한지 한 줄씩 적어야 다음 사람이 읽는다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전 재현 확인 — down 직후 조회부터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환경을 내렸다 올려도 같은 상태인지 — 볼륨과 카탈로그가 남아 있어야 제출할 수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(-v 금지)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up 직후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기동 전이라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응답이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sleep 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기동 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조회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count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볼륨이 남아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카탈로그가 가리킴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lakehouse_queries.sql 의 쿼리가 위에서 아래로 전부 오류 없이 실행된다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다이어그램에 MinIO·Iceberg·REST 카탈로그·Spark·Trino 와 포트 4개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연결선: raw→Spark · Spark→warehouse · warehouse→Trino · 엔진→카탈로그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설명 문서 1번 표의 「없으면」열을 스스로 채웠다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후 up 했는데도 count 가 7 그대로다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파일: compose.yml · iceberg.properties · scripts/ · 그림 · 문서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나흘을 되짚고, 컨테이너를 정돈한 뒤 5주차 Spark 클러스터로 넘어갈 준비를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4-1~4-5 배운 것·결과물 한 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체크리스트로 산출물 점검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분산 처리와 Spark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완료 · ~/lakehouse 그대로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