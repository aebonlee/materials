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6교시 · 원인 후보 분류와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MECE 분류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4M1E 로직 트리로 정리하기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45분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MECE 의 뜻을 알고 목록의 겹침과 누락을 찾는다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현상 → 갈래 → 원인 후보 로직 트리로 정리한다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에게 MECE 점검을 받고 원인후보 시트에 반영한다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겹치면 두 번 검증하고, 빠지면 끝까지 못 찾는다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6교시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MECE — 겹치지 않고, 빠짐없이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 — 겹치지 않게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후보는 한 갈래에만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서랍마다 한 종류만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어기면: 같은 원인을 두 번 검증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점검: 두 서랍에 동시에 넣을 수 있나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CE — 빠짐없이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갈래를 합치면 가능한 원인 전체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바닥에 굴러다니는 옷이 없게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어기면: 진짜 원인이 목록 밖에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점검: 어느 서랍에도 안 들어가는 것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6교시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갈래 기준은 하나 — 무엇을 바꾸면 사라지나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95631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9563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원인을 없애는 조치가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갈래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95631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9372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사람 교육 · 배치 변경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44200" y="3448050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39450" y="3448050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95631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9372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 수리 · 교체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4143375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4143375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Machine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95631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9372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재료 · 공급처 변경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4838700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39450" y="4838700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Material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95631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9372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절차 · 기준 · 순서 변경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44200" y="5534025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39450" y="5534025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Method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95631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9372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측정기 교정 · 측정 방법 변경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6229350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6229350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Measurement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95631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9372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온습도 · 환경 관리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744200" y="6924675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39450" y="6924675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Environment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6교시 · 실습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겹침 찾기 — 같은 낱말, 다른 원리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낱말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92430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92430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후보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갈래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야간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448050"/>
            <a:ext cx="92430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8530" y="3448050"/>
            <a:ext cx="90525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작업자 숙련도가 낮다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664440" y="34480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59690" y="34480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야간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171950"/>
            <a:ext cx="92430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8530" y="4171950"/>
            <a:ext cx="90525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냉간 재시작 승온이 급하다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664440" y="41719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59690" y="41719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Method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895850"/>
            <a:ext cx="92430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8530" y="4895850"/>
            <a:ext cx="90525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작업자가 교정 절차를 몰랐다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64440" y="48958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9690" y="48958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5619750"/>
            <a:ext cx="92430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5619750"/>
            <a:ext cx="90525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재가동 절차에 교정 확인 없음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664440" y="56197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759690" y="56197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Method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6343650"/>
            <a:ext cx="92430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8530" y="6343650"/>
            <a:ext cx="90525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TC-3 교정 누락 → 지시값 오차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664440" y="63436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759690" y="63436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Measurement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원리가 다르면 나누고, 말만 다르면 합친다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6교시 · 실습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 — 빠진 갈래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열전대도 측정기다 — Measurement 를 넣는다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TC-3 지시값 오차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없애는 조치가 수리가 아니라 교정 → Measurement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검사실 밀도 측정기 오차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재는 쪽이 틀어지면 불량이 과다 판정된다 — I-402 알람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시트에 행 추가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Environment 위에 Measurement(측정) 행을 삽입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4M1E + 측정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5M1E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6교시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MECE 점검 프롬프트의 뼈대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품질 엔지니어 → 현상 → 우리 목록 → 4가지 점검 → 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우리 팀의 원인 후보 목록을 MECE 관점에서 점검해 주세요.</a:t>
            </a:r>
          </a:p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 겹침 2 잘못 들어간 갈래 3 비어 있는 갈래 4 수준 섞임.</a:t>
            </a:r>
          </a:p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열: 대상 후보 | 문제 | 제안. 새 후보에는 「확인 가능 / 현장 확인 필요」.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지적마다 팀이 수용 · 보류 · 거절을 정한다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6교시 · 실습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로직 트리 — 현상에서 원인 후보까지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갈래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 후보 (예)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야간 숙련도 · PM 작업자 절차 숙지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70350"/>
            <a:ext cx="412242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70350"/>
            <a:ext cx="393192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Machine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070350"/>
            <a:ext cx="1184148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4070350"/>
            <a:ext cx="116509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히터 Zone2 출력 · 단열 열화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92650"/>
            <a:ext cx="412242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92650"/>
            <a:ext cx="393192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Material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692650"/>
            <a:ext cx="1184148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692650"/>
            <a:ext cx="116509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로트 L-0809 · 성형체 밀도 편차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314950"/>
            <a:ext cx="412242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314950"/>
            <a:ext cx="393192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Method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314950"/>
            <a:ext cx="1184148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314950"/>
            <a:ext cx="116509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재가동 교정 확인 · 냉간 재시작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937250"/>
            <a:ext cx="412242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937250"/>
            <a:ext cx="393192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Measurement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5937250"/>
            <a:ext cx="1184148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8770" y="5937250"/>
            <a:ext cx="116509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TC-3 교정 누락 · 밀도 측정기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559550"/>
            <a:ext cx="412242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559550"/>
            <a:ext cx="393192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Environment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6559550"/>
            <a:ext cx="1184148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8770" y="6559550"/>
            <a:ext cx="116509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장마철 습도 · 외기 온도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맨 위: SF-02 균열·밀도미달 증가 (8/10 PM 이후)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6교시 · 실습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MECE 정리에서 자주 걸리는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의 「야간끼리 합치자」를 받는다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원리와 대책이 다르면 거절한다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TC-3 를 Machine 에 둔 채 끝낸다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열전대는 측정기 — 조치가 교정이면 Measurement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「설비 문제」 같은 큰 후보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후보와 수준이 맞지 않는다 — 한 층 더 내려간다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D열 선택 목록을 빠뜨린다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유효성 검사 → 목록: 사실,추정,반증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6교시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 후보가 두 갈래에 동시에 있지 않다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야간 숙련도(Man) · 냉간 재시작(Method)이 나뉘어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Measurement 행에 TC-3 교정 누락이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지적마다 수용 · 보류 · 거절을 정했다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D열에 사실 · 추정 · 반증 선택 목록이 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6교시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6교시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사실과 추정 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후보마다 근거 데이터를 붙이고 사실 · 추정 · 반증으로 판정합니다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 · 출처 · 비교 대상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피벗으로 로트 · 교대 다시 세기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에서 따로 보기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답에 [추정] 표시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로직 트리 · 정리된 원인후보 시트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