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브라우저는 무슨 일을 하는가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주소창 뒤에서 벌어지는 일, 렌더링 엔진, 개발자도구 제대로 쓰기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브라우저의 구성 요소와 각각의 역할을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렌더링 엔진과 자바스크립트 엔진의 차이를 구분할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개발자도구의 주요 탭을 목적에 맞게 골라 쓸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캐시가 무엇이고 왜 "새로고침해도 그대로"인지 설명할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 호환성 문제를 확인하고 대응하는 방법을 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140157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40157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브라우저 엔진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9827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9827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렌더링 엔진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5557" y="2781300"/>
            <a:ext cx="74987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5557" y="2781300"/>
            <a:ext cx="74987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Blink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83" y="2781300"/>
            <a:ext cx="98984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83" y="2781300"/>
            <a:ext cx="98984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WebKit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85777" y="2781300"/>
            <a:ext cx="89443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5777" y="2781300"/>
            <a:ext cx="89443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Gecko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5461" y="2781300"/>
            <a:ext cx="55198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5461" y="2781300"/>
            <a:ext cx="55198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V8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2693" y="2781300"/>
            <a:ext cx="117218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2693" y="2781300"/>
            <a:ext cx="117218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개발자도구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90128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0128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캐시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14272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14272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호환성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19514" y="2781300"/>
            <a:ext cx="103902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19514" y="2781300"/>
            <a:ext cx="103902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caniuse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브라우저의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브라우저는 생각보다 복잡한 프로그램입니다.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브라우저의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54278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5427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구성 요소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35378" y="2781300"/>
            <a:ext cx="1210962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35378" y="2781300"/>
            <a:ext cx="1210962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854278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66377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사용자 인터페이스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5378" y="3448050"/>
            <a:ext cx="12109622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0628" y="3448050"/>
            <a:ext cx="1191912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주소창, 뒤로 가기, 북마크 — 화면의 테두리 부분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3854278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366377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렌더링 엔진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5378" y="4143375"/>
            <a:ext cx="12109622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0628" y="4143375"/>
            <a:ext cx="1191912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HTML·CSS를 해석해 화면을 그린다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3854278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366377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자바스크립트 엔진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35378" y="4838700"/>
            <a:ext cx="12109622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30628" y="4838700"/>
            <a:ext cx="1191912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JS 코드를 해석하고 실행한다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3854278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366377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네트워크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35378" y="5534025"/>
            <a:ext cx="12109622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0628" y="5534025"/>
            <a:ext cx="1191912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 요청·응답 처리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3854278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366377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자료 저장소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35378" y="6229350"/>
            <a:ext cx="12109622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30628" y="6229350"/>
            <a:ext cx="1191912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쿠키, localStorage, IndexedDB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3854278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3663778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UI 백엔드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35378" y="6924675"/>
            <a:ext cx="12109622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30628" y="6924675"/>
            <a:ext cx="11919122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버튼·입력칸 등 OS의 위젯 그리기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운영체제 다음으로 복잡한 소프트웨어라고들 말합니다.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엔진들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432471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43247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브라우저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13571" y="2781300"/>
            <a:ext cx="1921329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13571" y="2781300"/>
            <a:ext cx="192132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렌더링 엔진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73000" y="2781300"/>
            <a:ext cx="45720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73000" y="2781300"/>
            <a:ext cx="4572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JS 엔진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943247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9241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Chrome · Edge · Whale · Opera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13571" y="3448050"/>
            <a:ext cx="19213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08821" y="3448050"/>
            <a:ext cx="17308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Blink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573000" y="3448050"/>
            <a:ext cx="4572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68250" y="3448050"/>
            <a:ext cx="4381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943247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9241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Safari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13571" y="4171950"/>
            <a:ext cx="19213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08821" y="4171950"/>
            <a:ext cx="17308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WebKit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573000" y="4171950"/>
            <a:ext cx="4572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68250" y="4171950"/>
            <a:ext cx="4381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JavaScriptCore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943247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9241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Firefox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13571" y="4895850"/>
            <a:ext cx="192132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08821" y="4895850"/>
            <a:ext cx="173082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Gecko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573000" y="4895850"/>
            <a:ext cx="4572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668250" y="4895850"/>
            <a:ext cx="4381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SpiderMonkey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엔진들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엔진이 몇 종류뿐이라는 것이 중요합니다.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브라우저는 수십 가지지만 엔진은 사실상 셋뿐이고, 그중 Blink 계열이 압도적입니다.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"크롬에서 되면 대부분 된다"가 성립하지만, Safari는 따로 확인하는 편이 안전합니다.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1.1 엔진들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iOS에서는 모든 브라우저가 WebKit입니다.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아이폰의 크롬도 겉모습만 크롬이지 안은 사파리 엔진입니다(애플 정책).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"아이폰 크롬에서만 이상해요"는 사실 "사파리에서 이상해요"인 경우가 많습니다.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화면을 그리는 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화면을 그리는 과정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 파싱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글자를 읽어 DOM 나무를 만듭니다.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 파싱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스타일 규칙을 읽어 CSSOM을 만듭니다.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렌더 트리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둘을 합쳐 "실제로 보이는 것"만 남깁니다. display: none 은 여기서 빠집니다.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화면을 그리는 과정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레이아웃(리플로우)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요소가 어디에 얼마만 한 크기로 놓일지 계산합니다.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페인트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색·테두리·그림자를 픽셀로 칠합니다.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합성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겹쳐진 레이어를 합쳐 최종 화면을 만듭니다.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script는 HTML 파싱을 막습니다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"big.js"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&lt;/script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⚠ 이걸 다 받고 실행할 때까지 화면이 안 그려짐 --&gt;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해결 1: 몸통 끝으로 --&gt;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&lt;body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...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"app.js"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&lt;/script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&lt;/body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해결 2: defer — 병렬로 받되 DOM 완성 후 순서대로 실행 (권장) --&gt;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"app.js"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defer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&lt;/script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해결 3: async — 병렬로 받고 받는 대로 실행 (순서 보장 안 됨) --&gt;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&lt;script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"analytics.js"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async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&lt;/script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파싱이 멈추는 순간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이것이 "화면이 하얗게 있다가 갑자기 뜨는" 현상의 흔한 원인입니다.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CSS도 렌더링을 막지만(스타일 없이 그렸다가 다시 그리면 화면이 번쩍이므로 의도된 것), JS만큼은 아닙니다.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 — 이 학기의 주 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F12(맥은 Cmd + Option + I)로 엽니다.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 — 이 학기의 주 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0515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051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6250" y="2781300"/>
            <a:ext cx="481965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781300"/>
            <a:ext cx="48196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 여는가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주로 보는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0515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146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Elements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6250" y="3448050"/>
            <a:ext cx="48196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1500" y="3448050"/>
            <a:ext cx="46291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"이 여백은 어디서 온 거지?"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DOM 구조, 적용된 CSS, 취소선 그어진 규칙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10515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9146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Console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6250" y="4143375"/>
            <a:ext cx="48196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1500" y="4143375"/>
            <a:ext cx="46291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"왜 안 되지?" — 가장 먼저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43375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43375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빨간 오류, console.log 출력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10515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9146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Network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6250" y="4838700"/>
            <a:ext cx="48196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1500" y="4838700"/>
            <a:ext cx="46291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"이미지가 왜 안 뜨지?"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38700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38700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상태 코드(404·500), 파일 크기, 로딩 시간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10515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9146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Application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6250" y="5534025"/>
            <a:ext cx="48196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1500" y="5534025"/>
            <a:ext cx="46291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"저장한 값이 어디 있지?"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534025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534025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localStorage, 쿠키, 캐시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10515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9146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Lighthouse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86250" y="6229350"/>
            <a:ext cx="48196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1500" y="6229350"/>
            <a:ext cx="46291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"내 사이트 품질이 어떻지?"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6229350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9250" y="6229350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성능·접근성·SEO 점수와 개선 제안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10515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9146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기기 도구 모음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86250" y="6924675"/>
            <a:ext cx="481965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1500" y="6924675"/>
            <a:ext cx="46291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"휴대폰에서 어떻게 보이지?"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6924675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9250" y="6924675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 폭별 확인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남의 사이트를 뜯어보는 도구이자, 내 코드가 왜 안 되는지 알려 주는 도구입니다.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반드시 익혀야 할 세 가지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요소 선택 화살표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(왼쪽 위) — 누르고 화면의 아무 곳이나 클릭하면 그 요소가 바로 잡힙니다.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Styles 칸에서 값을 바로 고칠 수 있습니다.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색을 바꿔 보고 마음에 들면 그 값을 코드에 옮기세요. 새로고침하면 원래대로 돌아옵니다.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취소선이 그어진 규칙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을 찾으세요. 그게 진 규칙입니다. 왜 졌는지(특정도인지 순서인지) 바로 위에 이긴 규칙이 보입니다.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Elements 탭 제대로 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개발자도구로 남의 사이트를 바꿔도 그 사이트는 전혀 바뀌지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컴퓨터에 내려온 사본을 잠깐 고친 것뿐입니다.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마음 놓고 뜯어보세요 — 잘 만든 사이트를 뜯어보는 것이 가장 좋은 공부입니다.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값을 확인하는 방법들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'값:'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});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변수 이름과 값을 함께 — 아주 유용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arrayOfObjects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배열을 표로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warn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'주의'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error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'오류'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콘솔에서 직접 실행해 볼 수도 있습니다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'h1'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요소를 바로 확인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$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Elements에서 선택한 요소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$$(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querySelectorAll의 축약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"왜 안 되지?" 할 때의 순서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Console을 먼저 엽니다.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빨간 글씨가 있으면 파일명과 줄 번호가 적혀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의심되는 곳 앞뒤에 console.log 를 찍습니다.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어디까지 실행됐는지, 값이 무엇인지.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undefined 나 null 이 나오면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앞 단계에서 이미 실패한 것입니다. 위로 올라가며 찾습니다.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30분 이상 혼자 막히면 물어보세요.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그것은 인내가 아니라 낭비입니다.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캐시 — "새로고침해도 그대로"의 정체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브라우저는 한 번 받은 파일을 저장해 두었다가 다음에 재사용합니다.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캐시 — "새로고침해도 그대로"의 정체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그래야 페이지가 빨라지기 때문입니다.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그런데 이것이 개발 중에는 "고쳤는데 반영이 안 돼요" 로 나타납니다.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캐시 — "새로고침해도 그대로"의 정체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996762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99676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7862" y="2781300"/>
            <a:ext cx="768700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7862" y="2781300"/>
            <a:ext cx="768700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단축키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02966" y="2781300"/>
            <a:ext cx="5242034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02966" y="2781300"/>
            <a:ext cx="5242034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효과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99676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8062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일반 새로고침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7862" y="3448050"/>
            <a:ext cx="768700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3112" y="3448050"/>
            <a:ext cx="749650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F5 · Cmd+R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902966" y="3448050"/>
            <a:ext cx="524203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98216" y="3448050"/>
            <a:ext cx="505153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캐시를 쓸 수 있으면 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99676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8062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강력 새로고침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77862" y="4171950"/>
            <a:ext cx="768700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3112" y="4171950"/>
            <a:ext cx="749650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Ctrl+Shift+R · Cmd+Shift+R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902966" y="4171950"/>
            <a:ext cx="524203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98216" y="4171950"/>
            <a:ext cx="505153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캐시를 무시하고 다시 받음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99676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8062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캐시 비우고 새로고침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77862" y="4895850"/>
            <a:ext cx="768700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3112" y="4895850"/>
            <a:ext cx="749650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개발자도구 열고 새로고침 버튼 길게 누르기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02966" y="4895850"/>
            <a:ext cx="524203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998216" y="4895850"/>
            <a:ext cx="505153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완전히 비움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99676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8062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 중 캐시 끄기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77862" y="5619750"/>
            <a:ext cx="768700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3112" y="5619750"/>
            <a:ext cx="749650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Network 탭 → Disable cache 체크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902966" y="5619750"/>
            <a:ext cx="5242034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998216" y="5619750"/>
            <a:ext cx="5051534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도구가 열려 있는 동안 캐시 안 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캐시 — "새로고침해도 그대로"의 정체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배포한 사이트가 옛 내용을 보여 준다면 캐시일 가능성이 높습니다.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CDN을 쓰는 경우 원본 파일을 지웠는데도 최대 몇 시간 동안 옛 파일이 나가는 일이 실제로 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삭제 직후에 404가 안 뜬다고 배포 실패로 오판하지 마세요.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 호환성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CSS 속성이나 JS 기능은 브라우저마다 지원 시점이 다릅니다.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지원 여부를 코드에서 확인하기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CSS — 지원하는 브라우저만 이 블록을 읽습니다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@supports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grid)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 .layout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grid;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JavaScript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if ('IntersectionObserver' in window)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// 최신 방식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 else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// 대체 방식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caniuse.com 에서 기능 이름을 검색하면 어느 브라우저의 어느 버전부터 되는지 표로 나옵니다.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실무의 현실적인 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최신 크롬·사파리·파이어폭스·엣지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를 기준으로 만듭니다. 이들은 자동 업데이트되므로 대부분 최신입니다.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Safari를 따로 확인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합니다. 신기능 지원이 가장 늦고, iOS 사용자가 많습니다.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인터넷 익스플로러는 지원이 끝났습니다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(2022년). 더 이상 고려하지 않습니다.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우아한 저하(graceful degradation)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최신 기능이 없어도 내용은 읽을 수 있게 만듭니다. 예쁘지 않을 뿐 못 쓰지는 않게.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브라우저를 잘 쓰는 습관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브라우저를 잘 쓰는 습관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개발자도구를 항상 열어 둡니다.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콘솔에 빨간 글씨가 뜨는 순간 바로 알아챌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Network 탭의 Disable cache를 켜 둡니다.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개발 중 캐시 때문에 헤매는 시간이 사라집니다.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기기 도구 모음으로 수시로 확인합니다.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마지막에 몰아서 보면 다 뜯어고쳐야 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마음에 드는 사이트를 뜯어봅니다.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"이건 어떻게 만들었지?"의 답이 Elements 탭에 있습니다.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시크릿 창으로도 확인합니다.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로그인 상태나 확장 프로그램의 영향을 배제할 수 있습니다.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웹의 세계 2장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웹의 세계 2장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브라우저는 무슨 일을 하는가 — 본문과 도해는 학습사이트에서 다시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장 페이지 끝의 「이해했어요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장 끝의 확인 퀴즈로 스스로 점검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함께 볼 주차: 1주차 · 11주차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질문은 반 전체가 같은 자리에서 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