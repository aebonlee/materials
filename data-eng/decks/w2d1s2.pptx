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MySQL 8.0 설치 및 기초 쿼리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301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Docker로 MySQL 8.0 기동과 접속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162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 하나, 접속 두 길, 볼륨으로 데이터 지키기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으로 de-mysql 컨테이너를 띄우고 옵션을 읽을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로그의 ready for connections 로 준비 완료를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exec 로 안에서, 포트로 밖에서 — 두 길로 접속해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 de-mysql-data 가 /var/lib/mysql 에 붙어 있는지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de-mysql 컨테이너와 shop 데이터베이스는 2주차 내내 씁니다 — 2-2 분석 쿼리·2-4 ERD·2-5 크롤러 적재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띄우고 · 기다리고 · 안에서 · 밖에서 · 볼륨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「확인 포인트」가 보여야 다음으로 넘어갑니다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-d … mysql:8.0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에 Up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로그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-f de-mysql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ready for connections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안에서 접속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-it de-mysql mysql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mysql&gt; 프롬프트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밖에서 접속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-h 127.0.0.1 -P 3306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문자열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볼륨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volume ls · inspect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de-mysql-data -&gt; /var/lib/mysql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—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run 옵션을 한 줄씩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-d --name de-mysql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583" y="27813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47983" y="27813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백그라운드 실행, 컨테이너 이름 de-mysql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-e MYSQL_ROOT_PASSWORD=dataeng123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583" y="34290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7983" y="34290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이미지가 요구하는 root 비밀번호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-e MYSQL_DATABASE=shop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5583" y="40767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7983" y="40767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처음 만들 데이터베이스 이름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-p 3306:3306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5583" y="47244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7983" y="47244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 3306 → 컨테이너 3306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-v de-mysql-data:/var/lib/mysql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5583" y="53721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47983" y="53721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디렉터리를 볼륨에 — 지워도 남는다(1-3)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019800"/>
            <a:ext cx="495258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6019800"/>
            <a:ext cx="495258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mysql:8.0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5583" y="6019800"/>
            <a:ext cx="1104941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7983" y="6019800"/>
            <a:ext cx="1074461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이름과 태그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docker ps 에 de-mysql 행이 보이고 STATUS 가 Up … 이면 성공 — 첫 실행은 이미지 다운로드로 1~2분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일부러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뜨자마자 붙어 보기 — Up 이 곧 준비 완료는 아니다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Up 이 보이자마자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은 컨테이너가 뜬 뒤에도 초기화에 10~30초가 더 걸려 「Can't connect」가 날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-f de-mysql 로 기다린다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「ready for connections」 문구가 보이면 접속 가능 — 보이면 Ctrl+C 로 빠져나온다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마지막 몇 줄만 볼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de-mysql | tail -n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기억할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Up 상태 ≠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준비 완료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3·4단계 — 접속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안에서 한 번, 밖에서 한 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3단계 — 컨테이너 안에서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exec -it de-mysql mysql -uroot -pdataeng123 shop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VERSION(); → 8.0.x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DATABASE(); → shop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SHOW TABLES; → Empty set 이 정상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654843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33538" y="637032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나가기는 exit 또는 \q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 — 내 컴퓨터에서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-p 로 열어 둔 문이 실제로 통하는지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mysql -h 127.0.0.1 -P 3306 -uroot -p… shop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없으면 mysql:8.0 컨테이너를 클라이언트로 (-h host.docker.internal)</a:t>
            </a:r>
          </a:p>
        </p:txBody>
      </p:sp>
      <p:sp>
        <p:nvSpPr>
          <p:cNvPr id="26" name="Oval 25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문자열이 나오면 포트가 열린 것</a:t>
            </a:r>
          </a:p>
        </p:txBody>
      </p:sp>
      <p:sp>
        <p:nvSpPr>
          <p:cNvPr id="28" name="Oval 2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볼륨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볼륨이 붙어 있는지 확인 — 지워도 데이터가 남는 근거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volume ls | grep de-mysql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 목록에 de-mysql-data 가 있어야 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inspect de-mysql --format '{{range .Mounts}}…{{end}}'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{{.Name}} -&gt; {{.Destination}} 으로 컨테이너에 실제로 연결됐는지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de-mysql-data -&gt; /var/lib/mysql 이 나오면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컨테이너를 지웠다 다시 만들어도 데이터가 남는다 — 심화 과제에서 직접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1-3 에서 배운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삭제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≠ 데이터 삭제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시간에 자주 걸리는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Can't connect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초기화가 아직 안 끝났다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로그에서 ready 확인 후 재시도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프롬프트가 -&gt; 로 바뀜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세미콜론(;)을 안 붙였다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; 입력 후 Enter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host.docker.internal 없음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리눅스 도커 엔진 직접 사용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--add-host=…:host-gateway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로컬 mysql 클라이언트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 클라이언트 없음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컴퓨터에 미설치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--rm mysql:8.0 으로 대신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SQL 문 끝의 세미콜론(;)을 잊으면 프롬프트가 -&gt; 로 바뀌며 다음 줄을 계속 기다린다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개가 다 보이면 이 시간은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에 de-mysql 행, STATUS 가 Up 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logs 에 ready for connections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mysql&gt; 프롬프트에서 VERSION() 이 8.0.x, DATABASE() 가 shop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밖에서 mysql -h 127.0.0.1 … 로 버전 문자열이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inspect 에 de-mysql-data -&gt; /var/lib/mysql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2-1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2-1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기초 쿼리 실습 — DDL·DML·SELECT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띄운 shop 데이터베이스에 products 표를 만들고, 넣고, 조건으로 뽑고, 그룹으로 접어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products 와 DESC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제약조건을 일부러 어겨 보기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WHERE · ORDER BY · LIMIT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 BY 와 HAVING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mysql&gt; 프롬프트에 접속된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