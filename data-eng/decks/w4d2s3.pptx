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4-2 · Apache Iceberg 레이크하우스 구축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21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 테이블 생성과 타임 트래블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33400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스냅샷을 쌓고, 과거로 갔다 오고, 스키마를 바꾼다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demo.lakehouse.orders 를 만들고 MinIO 에 생긴 파일을 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UPDATE 로 스냅샷을 쌓고 VERSION AS OF 로 과거를 조회한다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rollback_to_snapshot 으로 되돌리고 이력이 남는 것을 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ADD COLUMN 뒤 parquet 개수가 안 느는 것을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마지막 4행 상태가 4-3 의 출발점입니다 — 테이블을 지우지 마세요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spark-sql 은 켜 둔 채로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은 spark-sql 에서, 파일 확인(mc ls)은 새 터미널에서 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만들기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· INSERT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파일 보기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ls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metadata/ · data/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3·4. 스냅샷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→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VERSION AS OF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롤백·스키마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rollback ·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ADD COLUMN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7. 메타테이블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snapshots · files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history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테이블을 만들고 2행을 넣는다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2826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2826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데이터베이스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1262" y="2781300"/>
            <a:ext cx="1447373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3662" y="2781300"/>
            <a:ext cx="1416893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DATABASE IF NOT EXISTS demo.lakehouse;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52826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52826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테이블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71262" y="3429000"/>
            <a:ext cx="1447373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23662" y="3429000"/>
            <a:ext cx="1416893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 demo.lakehouse.orders (…) USING iceberg;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52826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52826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컬럼 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1262" y="4076700"/>
            <a:ext cx="1447373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23662" y="4076700"/>
            <a:ext cx="1416893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order_id BIGINT · customer STRING · amount DOUBLE · order_date 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52826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52826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넣기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1262" y="4724400"/>
            <a:ext cx="1447373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23662" y="4724400"/>
            <a:ext cx="1416893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… (1, 'kim', 15000, …), (2, 'lee', 32000, …)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52826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52826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71262" y="5372100"/>
            <a:ext cx="1447373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23662" y="5372100"/>
            <a:ext cx="1416893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* FROM demo.lakehouse.orders ORDER BY order_id;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SELECT 결과 2행 · MinIO 콘솔의 warehouse 버킷 아래에 data/ · metadata/ 폴더가 생긴다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저장소에 생긴 파일 — 이론의 네 층이 그대로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….metadata.json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metadata/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매니페스트 목록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snap-….avro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metadata/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매니페스트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….avro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metadata/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 파일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….parquet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커밋할 때마다 metadata.json 이 하나씩 늘어난다 — 다음 단계에서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docker compose exec mc mc ls --recursive local/warehouse — grep -c 로 세면 metadata.json 2개 안팎(생성 + INSERT) · parquet 1개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UPDATE 로 스냅샷을 쌓고, 두 시점을 나란히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UPDATE … SET amount = 20000 WHERE order_id =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스냅샷이 하나 더 남는다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… FROM demo.lakehouse.orders.snapshots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operation 이 append · overwrite — 첫(가장 오래된) snapshot_id 를 복사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SELECT * FROM … VERSION AS OF &lt;snapshot_id&gt;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이전 값 15000 · 일반 SELECT 는 20000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UNION ALL 로 「이전」·「현재」 한 쿼리에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order_id 1 의 amount 가 15000 과 20000 으로 나란히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overwrite 인가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통째로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다시 쓴다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1.5H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스냅샷 id 를 따옴표로 감싸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실패 — VERSION AS OF '1234…'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id 를 문자열로 주면 스냅샷을 찾지 못한다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Cannot find snapshot 오류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id 를 썼을 때도 같은 메시지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TIMESTAMP AS OF 는 반대로 따옴표가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성공 — VERSION AS OF 1234…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snapshots 의 숫자를 그대로 따옴표 없이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orders.snapshots 에서 snapshot_id 복사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따옴표 없는 숫자로 넣는다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이전 값 15000 이 돌아온다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5·6단계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롤백은 새 커밋, 컬럼 추가는 메타데이터만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CALL demo.system.rollback_to_snapshot('lakehouse.orders', id)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 가 15000 으로 돌아오고 snapshots 에 행이 하나 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롤백은 지우기가 아니다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옛 상태를 가리키는 새 커밋이라 이력이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ALTER TABLE … ADD COLUMN channel STRING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DESCRIBE 에 channel 추가 · 기존 2행은 NULL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3·4행 (web · app) → 총 4행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 은 INSERT 만큼만 늘고 ALTER 로는 안 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expire_snapshots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정리한 뒤론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못 돌아감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1.5H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메타테이블 넷 — 문제를 진단할 때 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메타테이블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보여 주는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orders.snapshots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4480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8930" y="34480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스냅샷 이력 — committed_at · operation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orders.history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41719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41719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커밋 이력 — 부모 스냅샷 관계까지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orders.files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8958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8958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현재 유효한 데이터 파일과 통계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orders.manifests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56197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930" y="56197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매니페스트 목록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files 에는 UPDATE 로 밀려난 옛 parquet 이 없다 — 저장소에는 남아 있어도 「현재 상태」가 아니라는 것을 메타데이터가 보장한다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warehouse 버킷에 metadata/ 와 data/ 가 생겼다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snapshots 에 append · overwrite 가 나란히 보인다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VERSION AS OF 는 15000, 일반 SELECT 는 20000 을 보여 준다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롤백 뒤 snapshots 행이 하나 더 늘었다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ADD COLUMN 뒤 parquet 개수가 그대로다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가 4행이고 channel 은 NULL·NULL·web·app 이다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4-2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4-2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쓴 Iceberg 명령을 한 장으로 정리하고, 4-3 파이프라인이 출발할 상태를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 SQL 열 개 요약표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4개 · orders 4행 · raw CSV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4-3 MinIO–Iceberg 파이프라인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4행 상태 · spark-sql 터미널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