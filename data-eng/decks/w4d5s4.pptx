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카탈로그 연결 및 레이크하우스 통합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주차 회고 · 산출물 점검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데이터를 한 곳에 두고 도구를 갈아 끼운다 — 4주차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4-1~4-5 에서 배운 것과 남은 결과물을 한 표로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볼륨은 남기고 컨테이너를 정지해 5주차를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체크리스트 열두 개로 4주차 산출물을 스스로 점검한다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산출물 마감 — 10-23(금) 23:59, 수업이 끝나고 하루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4주차에 지나온 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닷새 — 배운 것과 남은 결과물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63240" y="2781300"/>
            <a:ext cx="73228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324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배운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남은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063240" y="34480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58490" y="34480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오브젝트 스토리지와 S3 API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· raw·warehouse 버킷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63240" y="41719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58490" y="41719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 메타데이터 사슬과 타임 트래블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 테이블 · 스냅샷 이력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063240" y="48958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58490" y="48958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랜딩 존 → 정제 → MERGE 멱등 적재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etl_orders.py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063240" y="56197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158490" y="56197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Trino 로 같은 테이블 조회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iceberg.properties · daily_sales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18821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16916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4-5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063240" y="6343650"/>
            <a:ext cx="73228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58490" y="6343650"/>
            <a:ext cx="71323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중심 상호운용 검증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아키텍처 다이어그램 · 쿼리 스크립트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3주차에서 도구를 목적에 따라 골랐다면, 4주차는 그것을 저장소 수준에서 가능하게 만드는 구조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5주차로 이어지는 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그린 그림의 왼쪽에 붙는다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이번 주는 spark-sql 로 가볍게 — 5주차엔 클러스터를 띄우고 드라이버·익스큐터·셔플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Iceberg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5주차는 별도 Spark 컨테이너 — ~/lakehouse 는 stop 해 두고 지우지 않는다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파티셔닝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3-3 에서 맛보고 4주차에서 개념 — 5-5 에서 성능 문제로 다시 만난다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아키텍처 그림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왼쪽에 6주차 Kafka, 8주차 Airflow 가 붙는다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컨테이너 정돈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볼륨은 남기고 정지만 — 5주차에도 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·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컨테이너가 Exited(정지) — 지우지 않고 내려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-a · docker volume 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볼륨 lakehouse_minio-data · lakehouse_rest-catalog 는 그대로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mkdir -p ~/data-eng/week5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5주차 실습 폴더를 미리 — 필요할 때 start 로 다시 켠다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도 피한다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테이블은 남지만 4-3 hadoop-aws 부품을 지워 spark-submit 이 다시 받는다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쓰면 안 되는 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down -v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 소실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 1~6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열두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단일 진실 원천인 이유를 설명할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카탈로그가 없으면 깨지는 것을 세 가지 이상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REST·Hive Metastore·Glue·Nessie 의 차이를 대략 말할 수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엔진의 count 가 같은 것을 확인하고 시작했다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INSERT → Spark · Spark 스키마 변경 → Trino 를 검증했다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두 엔진의 스냅샷 개수까지 일치하는 것을 확인했다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 7~12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열두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876550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09700" y="28765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2571750" y="28765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57500" y="28765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 이름은 별명 · uri·warehouse 가 실체임을 확인했다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533775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09700" y="35337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71750" y="35337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57500" y="35337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실패한 쓰기는 커밋되지 않아 다른 엔진에도 안 보임을 확인했다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191000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09700" y="419100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571750" y="419100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57500" y="419100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아키텍처 다이어그램에 구성 요소 5개와 포트를 표기했다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848225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484822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71750" y="484822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57500" y="484822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lakehouse_queries.sql 이 처음부터 끝까지 오류 없이 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505450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09700" y="5505450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71750" y="5505450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57500" y="5505450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설명 문서의 「없으면」 열을 스스로 채웠다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6162675"/>
            <a:ext cx="1428750" cy="54292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09700" y="6162675"/>
            <a:ext cx="8953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71750" y="6162675"/>
            <a:ext cx="14573250" cy="54292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57500" y="6162675"/>
            <a:ext cx="14001750" cy="5429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후 up 해도 데이터가 남는 것을 확인하고 제출했다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제출 마감 10-23(금) 23:59 — 「파일/링크 URL」 칸에 GitHub 저장소 주소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384280" y="2781300"/>
            <a:ext cx="57607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테이블이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에 안 보임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엔진이 다른 카탈로그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(uri 또는 warehouse)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384280" y="34480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479530" y="34480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rest:8181 · s3://warehouse/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 값 대조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넣은 데이터가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다른 쪽에 안 보임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쓰기가 실패·미완료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커밋 전엔 어디서도 안 보임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384280" y="41719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79530" y="41719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성공 메시지 확인 →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$snapshots 새 스냅샷 확인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FOR VERSION AS OF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스냅샷 못 찾음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테이블의 id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만료된 스냅샷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384280" y="48958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79530" y="48958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테이블 $snapshots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결과에서 id 복사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catalog 파일 넣었는데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Trino 가 못 읽음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컨테이너는 기동 시점에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카탈로그를 읽는다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384280" y="5619750"/>
            <a:ext cx="57607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479530" y="5619750"/>
            <a:ext cx="55702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restart trino 뒤 SELECT 1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될 때까지(실측 48초)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「안 보인다」면 순서는 늘 같다 — 카탈로그 설정 대조 → 커밋 여부("orders$snapshots")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· 분산 처리와 Spark 아키텍처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 데이터 처리와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개요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단일 노드 Spark 기동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PySpark 첫 실행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UI 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 구조 읽기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이론·실습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Docker Desktop 실행 · docker version 정상 출력 확인 · 4주차 MinIO·Iceberg 컨테이너는 내려 두어도 됨(5-3 에서 다시 씀)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4-5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4-5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5-1 분산 처리와 Spark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의 드라이버·익스큐터 구조와 지연 평가를 컨테이너 실습으로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스케일업과 스케일아웃의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드라이버 · 익스큐터 · 클러스터 매니저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transformation 과 action (지연 평가)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UI 의 Job → Stage → Task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version 확인 · week5 폴더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