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DuckDB를 이용한 데이터 분석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136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집계·조인 분석 · 윈도 함수와 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51704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파일끼리 JOIN 하고 Pandas 답과 대조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Parquet 와 CSV 를 적재 없이 곧바로 JOIN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결과와 Pandas 결과의 diff 가 0 인지 교차 검증한다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+ 윈도 함수로 누적 매출·이동 평균을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로 순위를 거르다 실패하고, QUALIFY·CTE 로 고친다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1~7단계를 sql_analysis.py 한 파일에 이어 붙여 단계마다 다시 돌립니다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파일 넷이 있는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블록을 파일 끝에 붙이고 python3 sql_analysis.py — 앞 단계 출력이 함께 나오는 것이 정상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상위 지출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LIMIT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파일 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+ csv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지역별 매출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교차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diff = 0.0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CTE·윈도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누적 매출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지역별 상위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프레임·편의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이동 평균 ma7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상위 지출 사용자와 파일 JOIN — 확인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2534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253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1단계 질의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344" y="2781300"/>
            <a:ext cx="1467665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0744" y="2781300"/>
            <a:ext cx="143718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event_type = 'buy' · GROUP BY user_id · ORDER BY spend DESC LIMIT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2534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253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1단계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344" y="3429000"/>
            <a:ext cx="1467665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0744" y="3429000"/>
            <a:ext cx="143718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user_id 12844 · buys 6 · spend 44700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2534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253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2단계 질의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344" y="4076700"/>
            <a:ext cx="1467665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0744" y="4076700"/>
            <a:ext cx="143718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'orders_step1.parquet' AS o JOIN 'customers.csv' AS c ON customer_id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2534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253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2단계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344" y="4724400"/>
            <a:ext cx="1467665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0744" y="4724400"/>
            <a:ext cx="143718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부산 276 · 77389000 / 경기 254 · 72923000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2534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2534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2468344" y="5372100"/>
            <a:ext cx="1467665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0744" y="5372100"/>
            <a:ext cx="1437185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235 · 69007000 / 광주 250 · 68667000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price 결측 30건은 price * quantity 가 NULL — sum 은 건너뛰고 count(*) 는 센다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3단계 — Pandas 로 같은 질문, diff 를 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이 아니라 Pandas 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orders_enriched.parquet 를 groupby('region') — orders·total(amount 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region 으로 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sql_result(2단계) 와 suffixes=('_sql', '_pd') · diff = total_sql - total_pd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diff 가 네 지역 모두 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와 price * quantity 가 결측을 똑같이 건너뛰었다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방법의 이름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교차 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 이 아니면 어느 쪽이 결측을 다르게 다뤘는지부터 — 3-5 에서 도구를 옮길 때 쓰는 방법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로 두 문단 — 누적 매출과 지역별 상위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4단계 — 누적 매출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6월 1일 4064300 부터 단조 증가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 daily 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일별 revenue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171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3167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sum() 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167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517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d 누적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2423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68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CTE 따로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1568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03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 만 3행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5단계 — 지역별 상위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12행 — 서울 1위 고객 19 · 4452000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WITH by_customer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지역×고객 total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rank() OVER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 BY region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QUALIFY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rnk &lt;= 3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윈도 함수를 WHERE 로 거르면 — Binder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 — WHERE rnk &lt;=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clause cannot contain window functions!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는 윈도 함수 계산 전에 행을 거른다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별칭은 보통 받아 주지만 윈도 함수만은 안 된다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try 로 감싸 두어 파일은 멈추지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해결 — QUALIFY 또는 CTE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표가 똑같이 12행(지역 4 × 3명)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QUALIFY rnk &lt;= 3 — DuckDB 한 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ranked AS (…) 로 감싸고 WHERE rnk &lt;= 3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동률이 있으면 3명을 넘을 수 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의 rolling(7) 을 SQL 로 — 앞쪽이 다름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rolling(7) — 3-2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창이 안 차면 NaN — 3-2 는 주문 데이터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 7일이 다 차야 값이 나온다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6일은 NaN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데이터(이벤트)와는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윈도 프레임 — 오늘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있는 만큼 평균 — 앞쪽도 값이 나온다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ROWS BETWEEN 6 PRECEDING AND CURRENT ROW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줄 ma7 4064300.0 · 둘째 4186050.0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쪽이 원하는 결과인지 정해야 한다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CTE 를 떼어 보는 습관 · DuckDB 편의 문법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 만 따로 실행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안의 SELECT 만 LIMIT 3 — 6월 1~3일 3행이면 통과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ALL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집계가 아닌 열로 알아서 묶는다 — 6월 1일 buy 818 · cart 2540 · view 13389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SELECT * EXCLUDE (event_id)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개만 빼고 전부 — 4열 3행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max(COLUMNS('^value$'))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 패턴으로 집계 — 9900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 BY ALL 은 다른 DB 로 옮길 때 풀어 써야 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1위 12844 · 44700, 지역 4행(부산 77389000 이 1위)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merged 의 diff 가 네 지역 모두 0.0 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cum_revenue 가 4064300 부터 단조 증가한다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rnk 는 Binder Error, QUALIFY·CTE 는 12행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ma7 앞쪽 며칠이 Pandas 와 다른 이유를 말할 수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Pandas 연동 분석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로 줄이고 DataFrame 으로 받아 등급을 매기고, 다시 SQL 로 질의하는 왕복을 roundtrip.py 에 이어 갑니다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눈대중 경계로 일부러 실패 → 분위수 경계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top — DataFrame 을 SQL 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→ Pandas → SQL 세그먼트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줄이기 전 .df() 의 시간·메모리 실측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events.parquet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