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분석과 가짜 상관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상관이 있다고 원인은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원인이 아닌 세 경우를 예로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설비·시기로 쪼개는 층별 분석으로 r 을 다시 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단정에 대안 설명과 확인 방법을 요구한다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 = 0.21 이 진짜인지 데이터로 판정합니다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가지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있는데 원인이 아닌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적거나 기간이 짧아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우연히 함께 움직임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거꾸로 된 방향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불량이 많아 재작업하느라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비가동이 늘어남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교란변수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제3의 요인이 둘을 함께 움직임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더위 → 아이스크림·물놀이 사고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층별 분석 — 나눠도 남으면 진짜일 가능성, 나누자 사라지면 가짜일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의심하고, 쪼개고, 반박한다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시간에 만든 SF 시트를 그대로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일부러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묻기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설비별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시기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평균의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반박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증거로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요구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설비별로 쪼개기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층(묶음)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소결로 함께 (248행)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상관처럼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만 (124행)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(124행)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약하게 남음 → 3단계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설비·일자로 정렬하면 2~125행 SF-01, 126~249행 SF-02 — 경계를 눈으로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시기 겹침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둘 다 8월에 올랐다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평균 습도(%)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641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93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+7.1 장마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OEE(%)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−7.2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달에 함께 오르면 관계가 없어도 r 이 생긴다 — 「8월」이 교란변수 노릇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평균의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평균은 섞인 값이다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공정 합계로는 「소결이 나쁘다」까지 — 설비로 쪼개야 「한 대가 더 나쁘다」가 보인다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반박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「습도가 원인」이라고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증거를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r(0.21 · 0.11 · 0.31)과 7·8월 습도·불량률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설명을 요구한다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교란변수·시기 겹침 등 다른 설명을 가능성 순으로 세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방법을 요구한다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설명을 확인하려면 무엇으로 쪼갤지 — 사실과 추정을 나눈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반박의 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감정이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정렬 경계 착오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125·126행이 정말 SF-01·SF-02 경계인지 E 열로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FILTER 함수 #NAME?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2016·2019 에는 없다 — 정렬 후 범위 나누기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답을 그대로 받음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제습기 대책이 먼저 나오면 층별 결과로 되묻는다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평균으로 대책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설비에 같은 대책 — 쪼갠 단위에서 세운다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r 이 0.21 · 0.11 · 0.31 로 나왔다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「습도 → 소결 불량」 반박 근거 두 가지를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평균과 설비별 OEE·불량률·Cpk 비교표가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질문을 적었다 — SF-02 는 언제부터 나빠졌나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추세·파레토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축과 불량 유형으로 쪼개 「언제부터, 무엇이」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 공정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일자별 꺾은선 — 꺾이는 날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차트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합계로 다시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생산일지와 04 불량 기록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