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개념과 YAML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하나로 환경 전체를 — 서비스 이름이 곧 주소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가 푸는 문제와 services·volumes·depends_on 구조를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규칙 — 공백 2칸·탭 금지·목록은 하이픈 — 을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컨테이너끼리는 서비스 이름, 밖에서는 localhost:포트로 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이 시작 순서일 뿐 준비 완료가 아님을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localhost 로 불러 일부러 실패시키며 이 규칙을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Compose 가 푸는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세 번 대신 악보 하나 — 지휘자가 전체를 한 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×3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관리 도구 · 앱을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띄운다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 · 순서 · 정리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기억하고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지운다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악보 하나에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적는다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up ·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한 번에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· 정지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파일로 남는다 — Git 에 올려 두면 다른 사람이 같은 환경을 한 줄로 재현한다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컨테이너가 앱 하나의 환경을 고정했다면, Compose 는 환경 전체를 고정한다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YAML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들여쓰기가 곧 구조 — 어기면 파일이 통째로 안 읽힌다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키: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콜론 뒤에 공백 하나가 필요하다 — name: postgres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들여쓰기로 계층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2칸이 관례, 탭은 금지 — database: 아래 host: db · port: 5432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목록은 하이픈(-)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ports: 아래 - "5432:5432" · - "8081:80"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따옴표가 필요한 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시작하거나 콜론이 든 값 — "8081:80" 은 따옴표 없이는 60진수 숫자로 읽힐 수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 가장 많이 만날 오류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탭 문자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파일 안 읽힘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Compose 파일의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최상위 키 셋 — services 가 본체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띄울 컨테이너들의 목록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여기가 본체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volumes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서비스들이 쓰는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networks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네트워크를 나누고 싶을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적으면 자동으로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서비스 안의 키는 docker run 옵션과 일대일로 대응한다 — 다음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Compose 파일의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안의 키 — docker run 으로 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 안의 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적나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으로 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가져다 쓸 이미지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빌드할 디렉터리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매핑 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· 바인드 마운트 목록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시작할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(없음)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명령 덮어쓰기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뒤에 붙이던 명령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depends_on 만은 docker run 에 짝이 없다 — 지금까지는 순서를 손으로 지켜야 했다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서비스 이름이 곧 주소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어디서 부르느냐에 따라 주소가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컨테이너는 서비스 이름으로 부른다 — 같은 반 친구를 이름으로 부르듯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db:5432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서비스들은 같은 네트워크에 묶인다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호스트 이름이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· 터미널은 localhost:매핑한 포트로 부른다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localhost:8081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안의 localhost 는 자기 자신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pgAdmin 호스트는 localhost 가 아니라 db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depends_on 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시작 순서일 뿐, 준비 완료가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은 순서만 정한다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가 먼저 시작되기는 하지만, 접속을 받을 준비를 마쳤다는 뜻은 아니다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PostgreSQL 은 몇 초 더 걸린다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프로세스가 뜬 뒤에도 초기화가 남아 app 이 먼저 접속을 시도할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 완료까지 기다리려면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에 healthcheck(pg_isready), app 에 condition: service_healthy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실무에서는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쪽 재시도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로직도 함께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개념만 — 심화 과제에서 직접 적용해 봅니다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은 들여쓰기가 구조다 — 공백 2칸, 탭 금지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 아래 컨테이너를 하나씩, image 또는 build 로 무엇을 띄울지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컨테이너끼리는 서비스 이름으로, 밖에서는 localhost:포트로 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은 시작 순서일 뿐 준비 완료가 아니다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옵션과 Compose 키는 일대일로 대응한다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다중 컨테이너 구성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하나짜리 Compose 로 up·down 한 바퀴를 돌고, 둘·셋으로 늘리며 이름으로 통신하는 것을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 하나로 up · ps · logs · 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에서 http://web:80 — localhost 로는 실패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· admin · app 통합 docker-compose.yml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검사 뒤 up -d --build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「실습점검 · 환경재설정」 1~5단계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