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Docker Compose로 Spark 마스터-워커 구축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spark-submit으로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클러스터에 잡 제출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local[*] 이 spark://… 로 바뀌는 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 컨테이너의 spark-submit 으로 pi.py 예제 제출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first_job.py 를 만들어 넣고 master 가 spark:// 인지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--total-executor-cores 2 로 제한해 UI 의 Cores 4 · 2 비교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8g 를 요구해 WAITING 을 만들고, 두 잡을 동시에 돌리기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앱 이름 링크는 컨테이너 안 주소라 안 열린다 — Jobs·Stages(4040)는 5-5 에서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예제 · 내 스크립트 · 자원 · 실패 · 동시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제출은 마스터 컨테이너 안의 spark-submit 으로 — 6단계는 미니 과제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pi.py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예제 제출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 is roughly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first_job.py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히어독 · cp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세 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자원 제한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cores 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Cores 4 vs 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과한 요구(실패)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memory 8g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WAITING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동시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 -d 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핵심 명령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spark-submit 에 붙이는 것들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778508" cy="528638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778508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마스터 주소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1508" y="2781300"/>
            <a:ext cx="14223492" cy="528638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73908" y="2781300"/>
            <a:ext cx="13918692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--master spark://spark-master:7077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386138"/>
            <a:ext cx="1778508" cy="528638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386138"/>
            <a:ext cx="1778508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1508" y="3386138"/>
            <a:ext cx="14223492" cy="528638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73908" y="3386138"/>
            <a:ext cx="13918692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/opt/spark/examples/src/main/python/pi.py 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3990975"/>
            <a:ext cx="1778508" cy="528638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990975"/>
            <a:ext cx="1778508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스크립트 만들기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1508" y="3990975"/>
            <a:ext cx="14223492" cy="528638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73908" y="3990975"/>
            <a:ext cx="13918692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 &gt; first_job.py &lt;&lt; 'EOF' … EOF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595812"/>
            <a:ext cx="1778508" cy="528638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595812"/>
            <a:ext cx="1778508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 넣기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21508" y="4595812"/>
            <a:ext cx="14223492" cy="528638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73908" y="4595812"/>
            <a:ext cx="13918692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cp first_job.py spark-master:/tmp/first_job.py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200650"/>
            <a:ext cx="1778508" cy="528638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200650"/>
            <a:ext cx="1778508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 세 줄만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1508" y="5200650"/>
            <a:ext cx="14223492" cy="528638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73908" y="5200650"/>
            <a:ext cx="13918692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2&gt;&amp;1 | grep -E "^(count|master|executors)"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5805488"/>
            <a:ext cx="1778508" cy="528638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5805488"/>
            <a:ext cx="1778508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자원 제한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1508" y="5805488"/>
            <a:ext cx="14223492" cy="528638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73908" y="5805488"/>
            <a:ext cx="13918692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--total-executor-cores 2 --executor-memory 1g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6410325"/>
            <a:ext cx="1778508" cy="528638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6410325"/>
            <a:ext cx="1778508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일부러 실패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1508" y="6410325"/>
            <a:ext cx="14223492" cy="528638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73908" y="6410325"/>
            <a:ext cx="13918692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exec spark-master timeout 40 … --executor-memory 8g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7015162"/>
            <a:ext cx="1778508" cy="528638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7015162"/>
            <a:ext cx="1778508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동시 제출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21508" y="7015162"/>
            <a:ext cx="14223492" cy="528638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73908" y="7015162"/>
            <a:ext cx="13918692" cy="528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exec -d spark-master 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제출 앞머리는 docker compose exec spark-master /opt/spark/bin/spark-submit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제출하고 로그를 읽는다 — 네 가지 증거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pi.py — Pi is roughly 3.14…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뒷자리는 매번 다름(실측 3.141400 · 3.142680) · UI 에 PythonPi Cores 4 · FINISHED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first_job.py — count = 500000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range(1, 1_000_001) 을 2배 해 1000000 초과만 센 결과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master: spark://spark-master:7077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5-1 에서는 local[*] 이었던 자리 — 진짜 클러스터에서 돈다는 증거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executors: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워커마다 익스큐터 하나씩 2개 + 드라이버 1개(이 함수는 드라이버도 센다)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자원 옵션을 바꿔 Cores 열을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제한 없음 — 2단계 제출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 둘의 코어를 모두 쓴다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Completed 의 first-cluster-job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Cores 4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Duration 실측 14초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--total-executor-cores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--executor-memory 1g 와 함께 제한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결과 세 줄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Cores 2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Duration 실측 17초 — 비슷하다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워커(2g)보다 큰 메모리를 요구한다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이론의 「자원이 모자라면 대기 상태로 멈춘다」를 직접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memory 8g 요구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워커는 2g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배치 불가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WARN 경고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15초 간격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마스터 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WAITING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Cores 0 · 8.0 GiB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timeout 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40초 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Completed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Cores 0 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옮겨 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경고를 만나면 — 오류가 아니라 「기다리는 중」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 UI 에서 워커가 살아 있는지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Workers 표가 비어 있으면 자원을 줄 곳이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남은 코어·메모리가 요청보다 큰지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--executor-memory 가 워커 메모리(2g)보다 크면 배치되지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다른 잡이 자원을 다 쓰고 있지는 않은지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제출된 잡이 전부 차지했으면 끝날 때까지 기다린다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로그만 보면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멈춘 것처럼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보인다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잡을 동시에 — 코어를 2개씩 나눈다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--total-executor-cores 2 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10초 안팎 · 둘 다 Cores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exec -d 제출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pi.py 50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exec -d 제출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pi.py 50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UI 새로고침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RUNNING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옵션을 빼고 제출하면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잡이 Cores 4 로 전부 차지한다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첫 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Cores 4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둘째 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WAITING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첫 잡 끝난 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둘째 RUNNING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pi.py 로그 끝에 Pi is roughly 3.14… · UI 에 Cores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결과 세 줄 count = 500000 · master spark:// · executors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Completed 의 first-cluster-job 두 줄 Cores 4 와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8g 요구는 경고 15초 간격 두 줄 · UI 에 WAITING · Cores 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40초 뒤 timeout 으로 끊기고 Completed 로 옮겨 간다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exec -d 두 개가 동시에 RUNNING · Cores 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클러스터 명령을 한 장으로 정리하고, 5-1 과 5-2 의 차이를 표로 비교한 뒤 5-3 을 위한 상태를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명령 요약 여덟 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5-1(한 대) vs 5-2(클러스터)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5-3 준비 — 셋 Up · 마스터 UI 200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UI 의 Completed 목록과 Cores 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