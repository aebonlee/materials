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파티셔닝과 셔플링 최적화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repartition/coalesce와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관찰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수를 바꿔 가며 시간과 셔플 지표를 직접 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 변화를 getNumPartitions() 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에서 Stage 수와 Shuffle Read/Write 를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를 200·32·8 로 바꿔 시간을 비교한다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스큐를 만들어 한 태스크만 오래 걸리는 것을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잰 값(파티션 수·실행 시간·파일 수)은 다음 1H 산출물 실측표에 그대로 적습니다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PySpark 셸 하나에서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5-4 에서 쓴 옵션 그대로 PySpark 셸을 열고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파티션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repartition(8)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coalesce(2)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분포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셔플 관찰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 Stages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explain()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셔플 파티션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200·32·8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비교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스큐·파일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hot 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coalesce(1)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파티션 수와 분포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1천만 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6633" y="27813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9033" y="27813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 = spark.range(1, 10_000_001)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 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6633" y="34290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9033" y="34290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df.rdd.getNumPartitions()   # 환경에 따라 다름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다시 나누기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76633" y="40767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9033" y="40767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df.repartition(8)   →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합치기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6633" y="47244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9033" y="47244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repartitioned.coalesce(2)   →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63363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63363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파티션별 행 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6633" y="5372100"/>
            <a:ext cx="1436836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9033" y="5372100"/>
            <a:ext cx="1406356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groupBy(F.spark_partition_id()).count()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coalesce(16) 처럼 현재보다 큰 값을 주면 파티션이 늘지 않고 그대로 — 이론에서 말한 그대로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셔플을 Spark UI 와 explain() 에서 관찰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(A) 좁은 변환만 — filter 후 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Stages 탭에 Stage 1개 · explain() 에 Exchange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(B) 넓은 변환 — groupBy(bucket).count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Stage 2개 · 앞 Stage 에 Shuffle Write, 뒤 Stage 에 Shuffle Read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explain() 만으로도 판정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번째에만 Exchange hashpartitioning — UI 를 안 열어도 셔플 여부를 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애플리케이션 UI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Stages 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셔플 파티션 200·32·8 로 재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= 200 (기본)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그룹이 10개뿐인데 200조각 — 빈 태스크 190개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bench(200) 이 가장 느린 경향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Task 수 200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AQE 가 켜져 있으면 차이가 작을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= 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수에 가까운 조각 — 빈 태스크가 거의 없다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bench(8) 이 빠른 경향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재고 나서 200 으로 원복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adaptive.enabled 가 true 면 자동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느리게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 — 90% 가 한 키에 몰리면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hot 키에 90% 를 몰아넣는다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F.when(id % 10 &lt; 9, "hot") — 고른 분포(id % 10)와 짝으로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groupBy(k).count() 시간을 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스큐 있는 쪽이 느리다 — 평균은 괜찮은데 전체가 느린 전형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UI 에서 Task Duration 을 본다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태스크만 유난히 오래 — 전체는 그 태스크를 기다린다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Max ÷ Median 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5배 넘으면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 의심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해결책은 키에 랜덤 접미사를 붙여 흩뿌리는 솔팅(salting) — 이번 과정 범위 밖, 개념만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저장 파일 수를 coalesce 로 조절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집계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23948" y="27813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6348" y="27813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 = df.withColumn("b", F.col("id") % 10).groupBy("b").count()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그냥 저장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23948" y="34290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6348" y="34290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agg.write.mode("overwrite").parquet("s3a://warehouse/test-many/")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정리해서 저장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3948" y="40767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76348" y="40767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agg.coalesce(1).write.mode("overwrite").parquet("…/test-one/")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 세기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23948" y="47244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76348" y="47244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--network week5_default --entrypoint sh pgsty/mc -c 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58094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58094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3948" y="5372100"/>
            <a:ext cx="1442105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76348" y="5372100"/>
            <a:ext cx="1411625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m/warehouse/test-many/ | grep -c parquet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test-many 는 여러 개, test-one 은 1개 — 4주차의 rewrite_data_files 가 이 문제를 뒤늦게 고치던 도구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repartition(8) 후 8, coalesce(2) 후 2, coalesce(16) 후에도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repartition 은 고르게, coalesce 는 치우친 분포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는 Stage 2개 · Shuffle Write/Read 가 기록된다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shuffle.partitions 가 작을수록 빠른 경향(AQE 면 차이 작음)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스큐 쪽이 느리고 Task Max 가 Median 보다 훨씬 크다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test-one 의 parquet 파일은 1개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5-5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5-5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배치 스크립트로 데이터 마트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지금까지의 가공을 mart.py 한 파일로 묶어 spark-submit 만으로 돌게 만듭니다 — 그것이 5주차 산출물입니다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mart.py 작성 · spark-submit 실행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 멱등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날짜 인자·로그·종료 코드 추가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실측표를 채워 산출물 정리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수 · 200 vs 8 시간 · 파일 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