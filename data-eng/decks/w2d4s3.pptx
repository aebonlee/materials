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2-4 · ERD 설계 및 정규화/반정규화 전략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301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정규화·반정규화 적용과 DDL 변환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41629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ERD 를 DDL 로 — FK 가 막는 것을 눈으로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customers·orders·order_items 를 FK 와 함께 부모→자식 순서로 만든다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1452·1451 오류로 FK 가 실제로 막는 것을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정규화한 표에서 LIKE 대신 조인으로 다시 질의한다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unit_price 가 왜 정당한 반정규화인지 실험으로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products 는 2-1 에서 만든 표를 그대로 씁니다 — 세 표만 새로 만듭니다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일곱 단계 — DDL 에서 반정규화 판단까지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FK 가 걸린 표는 참조 대상이 먼저 있어야 합니다 — customers·products → orders → order_items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표 생성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부모부터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데이터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 2·주문 3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항목 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FK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일부러 실패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1452·1451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4·5. 재질의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조인 집계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설계 검증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6·7. 반정규화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가격 인상 실험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bad_orders 삭제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DDL 핵심 줄 — 제약 이름까지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0027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customers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id INT AUTO_INCREMENT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PRIMARY KEY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부모 — 먼저 만든다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customer_id NOT NULL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FK → customers (id)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1719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1719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fk_orders_customer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order_items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PRIMARY KEY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(order_id, product_id)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8958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8958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복합 PK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order_items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fk_items_order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fk_items_product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6197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6197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orders·products 참조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 가 이미 있다면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ERROR 1050 → 이어서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ERROR 3734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704320" y="63436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9570" y="63436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실습점검 4단계로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지우고 다시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SHOW TABLES 에 여섯 표(이름순) — bad_orders·customers·monthly_sales·order_items·orders·products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실습 1.5H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데이터를 넣어 관계를 만든다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customers — 2행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김하나 010-1111-2222 · 이두리 010-3333-4444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 — 3행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 1 이 9/1·9/2 두 건, 고객 2 가 9/2 한 건 (customer_id 로 참조)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order_items — 4행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(1,2,1,28000) (1,3,1,89000) (2,4,1,19000) (3,2,1,28000)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COUNT(*)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→ 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product_id 2·3·4 = 무선 마우스·기계식 키보드·텀블러 · INSERT 묶음은 한 번만(두 번이면 고객·주문이 중복)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실패해야 정상 — FK 가 막는다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없는 고객 99 로 주문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INTO orders … VALUES (99, …)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ERROR 1452 (23000)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 foreign key constraint fails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부모 없는 자식 — 실패해도 번호 하나는 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주문 있는 고객 삭제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DELETE FROM customers WHERE id =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ERROR 1451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Cannot delete or update a parent row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자식이 있는데 부모를 지우려 함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LIKE 대신 정확한 조인으로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 의 LIKE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product_names LIKE '%마우스%'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인덱스를 못 타고 표 전체를 훑는다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글자를 뒤져야 센다 — 이름이 바뀌면 깨진다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정규화 뒤 — JOIN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products 와 조인해 name = '무선 마우스'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cnt = 2 (주문 1 과 주문 3)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고객별 합계: 김하나 136000 · 이두리 28000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COUNT(o.id) 면 김하나 3 — DISTINCT 로 2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설계가 의도대로 들어갔는지 검증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08474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08474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FK 목록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27743" y="2781300"/>
            <a:ext cx="1491725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0143" y="2781300"/>
            <a:ext cx="1461245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information_schema.key_column_usage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08474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08474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27743" y="3429000"/>
            <a:ext cx="1491725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0143" y="3429000"/>
            <a:ext cx="1461245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table_schema = 'shop' AND referenced_table_name IS NOT NULL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08474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08474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27743" y="4076700"/>
            <a:ext cx="1491725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80143" y="4076700"/>
            <a:ext cx="1461245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fk_items_order · fk_items_product · fk_orders_customer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08474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08474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복합 PK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27743" y="4724400"/>
            <a:ext cx="1491725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80143" y="4724400"/>
            <a:ext cx="1461245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information_schema.statistics — index_name = 'PRIMARY'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08474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08474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27743" y="5372100"/>
            <a:ext cx="1491725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80143" y="5372100"/>
            <a:ext cx="1461245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 order_id · 2 product_id — 열 제목은 대문자로 나온다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FK 3건이 참조 테이블과 함께 조회되고, PRIMARY 키가 두 행으로 나오면 의도대로 들어간 것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unit_price — 왜 정당한 반정규화인가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주문 1 의 금액을 조회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oi.unit_price(주문시점가격) 와 p.price(현재가격) 를 나란히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키보드 가격을 95000 으로 올린다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 products SET price = 95000 WHERE id = 3 — 끝나면 89000 으로 원복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다시 조회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주문시점가격 89000 그대로, 현재가격만 95000 — 과거 주문은 소급되지 않는다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설계서에 적을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근거 +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어긋남 방지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1788"/>
            <a:ext cx="16002000" cy="619125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146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384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1788"/>
            <a:ext cx="145732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세 표가 오류 없이 생성돼 SHOW TABLES 에 여섯 표가 보였다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605212"/>
            <a:ext cx="16002000" cy="619125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648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771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605212"/>
            <a:ext cx="145732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order_items 의 COUNT(*) 가 4 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338638"/>
            <a:ext cx="16002000" cy="619125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3815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5053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338638"/>
            <a:ext cx="145732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1452(부모 없음)·1451(자식 있음) 두 오류를 직접 봤다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072062"/>
            <a:ext cx="16002000" cy="619125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072062"/>
            <a:ext cx="145732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마우스 건수 2 · 김하나 136000 · 이두리 28000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805488"/>
            <a:ext cx="16002000" cy="619125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8483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9721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805488"/>
            <a:ext cx="145732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FK 3건과 복합 PK 두 행이 조회됐다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538912"/>
            <a:ext cx="16002000" cy="619125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5817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705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538912"/>
            <a:ext cx="145732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가격 인상 뒤에도 주문시점가격은 89000 그대로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7272338"/>
            <a:ext cx="16002000" cy="619125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73152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74390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7272338"/>
            <a:ext cx="145732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DROP TABLE bad_orders 뒤 다섯 표 — 컨테이너·표는 그대로 둔다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실습 1.5H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2-4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ERD 설계서 초안에 무엇이 들어가야 하는지 확인하고, 소회의실에서 서로의 ERD 를 화면 공유로 읽습니다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설계서 다섯 절 — 엔터티·관계·근거·반정규화·확인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「어긋남 방지」 항목이 있는지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서로의 ERD 를 세 질문으로 읽기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1824·3780·3730·1451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반정규화 결정 한 단락 · 다섯 표 상태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