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DuckDB를 이용한 데이터 분석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연동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로 줄이고 Pandas 로 다듬는 왕복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눈대중 경계가 전원 S 를 만드는 것을 보고 분위수로 고친다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 top — 파이썬 변수를 SQL 이 곧바로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→ Pandas → SQL 을 이어 세그먼트 3종을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줄이기 전 .df() 의 시간·메모리를 실측해 규칙의 근거를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100만 행을 Pandas 로 직접 다루지 않는다 — 오늘 실습의 한 줄 요약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왕복을 한 번, 두 번, 여러 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1~4단계는 roundtrip.py 에 이어 붙이기 · 5단계 df_cost.py · 6단계 funnel.py 는 단독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SQL → 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 100 → .df()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pd.cut 등급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df →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top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등급별 요약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왕복 잇기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users → cvr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segment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파일로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to_parquet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… 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비용·과제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.df() 통째로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퍼널 전환율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등급 경계를 눈대중으로 정하면 — 전원 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 — bins 15000 · 25000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상위 100명 spend 28700 ~ 44700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2817" y="4838700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5217" y="4838700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[0, 15000, 25000, inf]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2817" y="5400675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5217" y="5400675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 100 · B 0 · A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62817" y="5962650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5217" y="5962650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전원 28,700 이상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해결 — 분위수 경계 grade2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quantile([0.33, 0.66]) 로 데이터에서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92467" y="4838700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44867" y="4838700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[30200, 32800]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92467" y="5400675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44867" y="5400675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 34 · A 34 · S 32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92467" y="5962650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44867" y="5962650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2단계부터 grade2 를 쓴다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반대 방향 — DataFrame 을 SQL 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grade2 AS grade, count(*), avg(spend) FROM 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변수 top 을 FROM 에 그대로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grade2 ORDER BY avg_spend DESC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 3행 요약표가 DataFrame 으로 돌아온다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 32명 36343.75 · A 34명 31658.82 · B 34명 29476.47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1단계의 grade 로 묶었다면 S 한 줄만 나왔을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완성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왕복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→ Pandas → SQL 을 이어 세그먼트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100만 행 →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(50000, 5)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cvr · segment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(50000, 7)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users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세그먼트 3행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browser 18499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normal 18015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high_intent 13486 · count(*) FILTER (WHERE 조건) 은 SUM(CASE WHEN 조건 THEN 1 ELSE 0 END) 과 같은 일을 짧게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browser 의 avg_spend 0.0 — 구매가 없어 NaN 인 spend 를 coalesce 가 0 으로 바꾼 결과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세그먼트 규칙과 저장 — 핵심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cvr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buys / views, fillna(0)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전환율 · round(3)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segment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cvr &gt;= 0.1 → high_intent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세밀한 규칙은 Pandas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segment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buys == 0 → browser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구매 없으면 browser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④ Pandas 저장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users.to_parquet(…)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user_segments 약 480 KB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④ DuckDB 저장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(SELECT * FROM seg) 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3436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3436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segment_summary 0.6 KB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어느 쪽으로 저장하든 같은 Parquet — 크기는 행 순서에 따라 조금씩 달라진다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df_cost.py 단독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를 통째로 불러 본다 — 시간과 메모리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예 — SELECT * 전체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1,000,000행이 통째로 DataFrame 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836801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7451" y="4838700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9851" y="4838700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1초 안쪽(0.3~0.9초)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836801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메모리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7451" y="5400675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9851" y="5400675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42 MB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836801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끝나면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27451" y="5962650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9851" y="5962650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 big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좋은 예 — 집계 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event_type 3행 뒤에 .df()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836801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57101" y="4838700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09501" y="4838700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0.01초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836801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메모리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57101" y="5400675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09501" y="5400675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191 bytes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836801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57101" y="5962650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09501" y="5962650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메모리로 20만 배 넘게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 세 가지 — 정답 예시는 퍼널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구매일 → 주차별 사용자 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힌트: min(ts) FILTER, date_trunc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지역×카테고리 교차표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orders_enriched.parquet 를 SQL 로 — PIVOT 또는 조건부 집계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view → cart → buy 퍼널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사용자 수와 다음 단계로 넘어간 비율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정답 예시 — funnel.py 단독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viewed 50000 · carted 47525 · bought 31501 → 95.1 · 66.3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데이터가 무작위라 전환율이 현실적이지는 않다 — 계산 구조를 익히는 것이 목적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눈대중은 전원 S, 분위수 경계는 B 34 · A 34 · S 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 top 이 등급 3행 요약표를 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(50000, 5) → (50000, 7) → 세그먼트 3종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user_segments·segment_summary 두 Parquet 이 생겼다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 변환 42 MB, 집계 후 변환 191 bytes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문법을 표 하나로 정리하고, 3-5 하이브리드 설계에 쓸 재료를 모읍니다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분석 문법 요약표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이 나았던 것·Pandas 가 나았던 것 적기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3-5 준비 — 원본 orders.csv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5단계에서 잰 시간·메모리 두 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