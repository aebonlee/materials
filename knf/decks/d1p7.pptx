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7교시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 만들기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 12개 열의 사양서를 AI 와 함께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 이름과 샘플 몇 행만으로 데이터 사전 초안을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행 = 일자 × 교대 × 설비 한 칸임을 행 수로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재료 열을 골라내고 정답 사전과 대조한다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 설비를 돌리기 전에 사양서를 보듯, 분석 전에 데이터 사전을 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스키마·자료형·허용 값·키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쉬운 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데이터에서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스키마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열이 어떤 순서로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12개 열, A 일자 ~ L 원료로트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들어갈 값의 종류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· 글자 · 정수 · 실수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허용 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들어가도 되는 범위·목록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 주간/야간, 비가동 0~480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열마다 이름·형·허용 값·설명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clean 파일 DATA_DICT 시트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행을 구분하는 열 조합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 + 교대 + 설비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한 행의 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62일 × 2교대 × 12설비 = 1,488행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 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2026-07-01 ~ 08-31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62일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주간 · 야간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2교대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MX·PR·SF·GR·IN·PK 01/02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 × 교대 × 설비 한 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파일은 1,502행 — 차이 14 가 무엇인지는 8교시에 밝힙니다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보안 습관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 무엇을 얼마나 보내나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보내도 되는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이름, 단위, 샘플 3~5행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바꿔서 보낼 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설비·로트·제품 번호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가명으로 바꿔서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보내지 않을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도면·공정 조건·고객사·이름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AI 에 올리지 않음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오늘은 가상 데이터지만 습관은 지금부터 — 현업은 보안정책 확인이 먼저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사본에서 정답 대조까지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원본은 그대로 두고 01_production_log_work.xlsx 사본에서 작업합니다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구조 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 1,502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12개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사전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머리글 +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샘플 5행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한 행·키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기대 1,488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차이 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KPI 재료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계획·비가동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CT·생산·양품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정답 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DATA_DICT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칸 표시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계산의 재료 열 — 단위가 맞물려야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재료 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계획가동_분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교대당 480분 계획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비가동_분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빼면 운전시간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이론CT_초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초/개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이론상 생산 가능 수의 기준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생산수량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 + 불량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양품수량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생산수량을 넘을 수 없음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운전시간 = 계획가동 − 비가동 · 불량수량 = 생산 − 양품 · 나머지 열은 나눠 보는 기준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초안이 주로 갈리는 세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비가동_분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 값 0~480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계획이 480분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양품수량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생산수량 이하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두 열 사이 규칙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원료로트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그날 투입 로트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하루에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초안 → 정본과 대조 → 고침 — 이 과정 내내 반복할 검증 습관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 실습에서 자주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 파일에서 바로 작업한다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이름으로 저장해 사본부터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행 수를 머리글까지 센다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 표시줄 개수 1503 − 머리글 1 = 1,502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샘플 5행으로 본 것을 확정한다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추정은 「(추정)」 표시, 정답 사전과 대조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 하나의 범위만 적는다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 ≤ 생산처럼 열 사이 규칙도 허용 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원본은 그대로, 사본에서 작업했다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에게는 머리글과 샘플 5행만 보냈다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키는 일자 + 교대 + 설비, 기대 행 수 1,488 을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실제 1,502 와의 차이 14 를 메모했다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MY_DICT 를 DATA_DICT 와 대조해 고쳤다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7교시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데이터 정제 — 오류 8종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에게 점검 규칙 표를 받고, Excel 로 찾고 고쳐 1,488행을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점검 규칙 표 받기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표기 통일 · 날짜·숫자 형식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논리 오류·빈 값 — 고치기·보류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제거와 결과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사본 파일과 MY_DICT 시트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