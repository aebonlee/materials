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Docker Compose 이해하고 사용하기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같은 환경에서 시작합니다 — 꼬이면 여기로 돌아옵니다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차시의 흔적이 사람마다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에서 멈춰 둔 pg · web2 — 5432 · 8080 포트를 붙들고 있을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의 app 폴더 — 없으면 오늘 build: ./app 이 실패한다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— pgAdmin 이 약 790MB, 실습 중에 받으면 그동안 손을 놓는다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바뀐 안내 — pgAdmin 이미지를 dpage/pgadmin4:9.18 로 고정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명령을 쳐도 결과가 갈리는 이유를 수업 전에 없앤다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메뉴가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점검과 재설정은 다른 일이다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 — 1~5단계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수업 전에 한 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지우는 것 없이 확인하고 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재설정 — 6단계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실습이 꼬였을 때만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것만 내리고 다시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재설정도 앞 차시 결과물(app 폴더 · 3차시 pgdata)은 건드리지 않는다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 켜짐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version 이 숫자를 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3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73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3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app 폴더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3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복구 명령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4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포트 비우기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3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5432 · 8080 · 8081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4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34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이미지 받기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4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로 네 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650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65000" y="3924300"/>
            <a:ext cx="23495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650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9.18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745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만든 사람만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95500" y="3924300"/>
            <a:ext cx="2349500" cy="3143250"/>
          </a:xfrm>
          <a:prstGeom prst="roundRect">
            <a:avLst>
              <a:gd name="adj" fmla="val 202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95500" y="3924300"/>
            <a:ext cx="23495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95500" y="4171950"/>
            <a:ext cx="234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환경 재설정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05050" y="5143500"/>
            <a:ext cx="193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꼬였을 때만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운영체제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운영체제마다 다른 것은 두 단계뿐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3380" y="2781300"/>
            <a:ext cx="4602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3380" y="2781300"/>
            <a:ext cx="4602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36423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 Docker 켜기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3380" y="34480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8630" y="34480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Desktop · WSL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480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9210" y="34480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04420" y="34480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9670" y="34480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systemctl · docker 그룹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 포트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3380" y="41719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8630" y="41719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PowerShell netstat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1719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9210" y="41719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04420" y="41719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9670" y="41719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· 4 · 5 · 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83380" y="4895850"/>
            <a:ext cx="4602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8630" y="4895850"/>
            <a:ext cx="4411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48958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48958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04420" y="48958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9670" y="48958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모든 명령을 우분투(WSL) 터미널에서 — 3단계 포트 확인 한 줄만 PowerShell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 · 4 ·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포트를 비우고, 이미지를 받고, 오늘 바뀐 것을 반영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 pg web web2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1-3 에서 쓴 이름을 멈춘다 — 없는 이름은 오류만 내고 넘어간다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i in … ; do docker pull $i;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은 이미지 하나씩 — pgadmin4:9.18 · postgres:16 · nginx · curl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sed -i.bak … pgadmin4:9.18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yml 을 만든 사람만 — 여러 번 쳐도 겹치지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이론 시간에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받기를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걸어 두면 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꼬였을 때 — 오늘 만든 것만 내리고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떠 있는 Compose 묶음을 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compose-test · week1 에서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week1 은 down -v — week1_pgdata 볼륨까지 지운다(되돌릴 수 없음)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ls 가 제목 줄만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 끝 — 다중 컨테이너 실습 1단계부터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-v 를 빼는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1단계를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 마쳤다면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pgAdmin 에 등록한 서버도 사라진다 — 로그인 뒤 호스트 db 로 다시 등록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이 29.6.1 처럼 버전 한 줄을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~/data-eng/week1/app 에 Dockerfile · app.py · requirements.txt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에 pg · web · web2 가 없고 세 포트에 LISTEN 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pgadmin4:9.18 · postgres:16 · nginx:1.27 · curl:8.10.1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 만든 yml 이면 grep pgadmin 결과가 dpage/pgadmin4:9.18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Compose 개념과 YAML 구조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파일 하나로 환경 전체를 적는 법을 배웁니다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가 푸는 문제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YAML — 공백 2칸 · 탭 금지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이름이 곧 주소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depends_on 의 함정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