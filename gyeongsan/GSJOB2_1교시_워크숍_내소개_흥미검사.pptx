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F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3EA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1부 · 1교시 ·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나를 소개하고,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나에게 맞는 일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13:30~14:25 · 강사 정동엽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오늘의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강의 · 강의 · 워크숍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124206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1242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0" y="2781300"/>
            <a:ext cx="716280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 · 강사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13:20~13:30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0" y="3448050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8750" y="3448050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등록 · 와이파이 · 학습사이트와 패들릿 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13:30~14:25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044043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044043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044043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044043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워크숍 · 내 소개 · 흥미검사 (정동엽)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14:25~15:20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640036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640036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3500" y="4640036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8750" y="4640036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· 생성형 AI 기초와 직무분석 (성예종)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15:20~15:30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63340" y="5236029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8590" y="5236029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3500" y="5236029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8750" y="5236029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휴식(다과)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15:30~16:25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63340" y="5832021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8590" y="5832021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3500" y="5832021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8750" y="5832021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· 이력서 · 자기소개서 · 면접 (성예종)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16:25~17:20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63340" y="6428014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8590" y="6428014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43500" y="6428014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8750" y="6428014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워크숍 · 총정리 · 맞춤 수정 (정동엽)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17:20~17:30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3340" y="7024007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58590" y="7024007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43500" y="7024007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38750" y="7024007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설문 · 취업상담 연계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학습사이트 gyeongsan.jobability.co.kr · 패들릿 padlet.com/dreamitbiz/gyeongsan2611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이런 걸 배워요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포스터의 다섯 단계, 오늘은 이렇게 걷습니다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 흥미검사로 고른 직종이 모든 단계의 출발점입니다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활용법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생성형 AI 기초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채용공고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이력서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성과 문장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자기소개서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말투로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맞춤형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공고마다 다르게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패들릿에 내 이력과 희망 직종을 소개합니다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페이지를 어떻게 받는지 압니다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직종 이야기와 짧은 상담으로 나를 정리합니다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간이 흥미검사로 나에게 맞는 직종 묶음을 찾습니다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패들릿 내 소개 카드 · 흥미검사 결과지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 ① · 패들릿에 나를 소개하기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이야기가 오늘 하루의 재료입니다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해 온 일 · 잘하는 것 · 하고 싶은 일 — 짧아도 괜찮습니다, 오늘 내내 다듬습니다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패들릿 여는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로그인 없이 네 단계면 올라갑니다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주소 padlet.com/dreamitbiz/gyeongsan2611 — 학습사이트 첫 화면의 QR 코드로도 열립니다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패들릿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QR 코드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또는 주소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 찾기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「1교시 워크숍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 누르기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열 아래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더하기 단추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붙여 넣기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양식을 붙이고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[대괄호] 바꾸기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582650" y="1181100"/>
            <a:ext cx="3562350" cy="590550"/>
          </a:xfrm>
          <a:prstGeom prst="roundRect">
            <a:avLst>
              <a:gd name="adj" fmla="val 50000"/>
            </a:avLst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065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0" y="1295400"/>
            <a:ext cx="2819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소개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058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내 소개 카드 양식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058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여섯 줄이면 충분합니다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별명 또는 이름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공개해도 되는 만큼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324225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324225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438525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희망 직종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물류 관리, 사무 · 경리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324225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4171950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171950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286250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지금까지 해 온 일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일 · 기간 — 아르바이트 · 봉사 · 가족 일도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3500" y="4171950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5019675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019675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133975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자격 · 기술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지게차 운전기능사, 엑셀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0" y="5019675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43000" y="5867400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5867400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5981700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잘하는 것 · 듣는 칭찬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꼼꼼하다, 일정 조율을 잘한다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3500" y="5867400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3000" y="6715125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6715125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6829425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페이지에 넣고 싶은 것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현장 경험, 자격증, 한 줄 다짐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43500" y="6715125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양식은 학습사이트 「1교시 워크숍」 화면과 패들릿 안내 카드 댓글에서 복사합니다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패들릿 · AI 공통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어디에도 올리지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연락은 상담 때 따로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집 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 · 생년월일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받고 싶으면 상담 때 알려 주세요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 내부 자료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다니는 · 다녔던 회사 문서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패들릿은 링크를 아는 누구나 보는 공개 보드입니다 — 이름 대신 별명도 좋습니다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 ② · 개인 맞춤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카드가 나를 소개하는 웹페이지가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지원서에 주소 한 줄로 붙이는 나만의 소개 페이지 — 패들릿 카드를 바탕으로 만들어 드립니다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받는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페이지는 이렇게 받습니다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공개를 원하지 않는 내용은 카드에 쓰지 않으면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카드 올리기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상담으로 다듬기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희망 직종과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페이지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카드 내용으로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제작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 받기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카드의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댓글로 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 ③ · 직종 소개와 짧은 상담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해 온 일과 하고 싶은 일을 이어 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비슷한 길을 가는 사람끼리 직종 이야기를 나누면 내 길이 더 잘 보입니다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직종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일자리는 크게 여섯 갈래로 나눠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현장 · 기술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생산 · 정비 · 설비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 · 시설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분석 · 품질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품질 관리 · 검사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IT ·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디자인 · 손재주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디자인 · 콘텐츠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조리 · 미용 · 공예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돌봄 · 교육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요양 · 사회복지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보건 · 강사 · 상담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ornament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영업 · 운영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판매 · 마케팅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매장 운영 · 창업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사무 · 행정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사무 · 경리 · 회계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행정 · 공공 사무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짧은 상담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옆 사람과 이 다섯 가지를 나눠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해 온 일 가운데 다시 해도 좋은 일은 무엇인가요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다시는 하고 싶지 않은 일은 무엇이고, 왜인가요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희망 직종을 고른 까닭은 무엇인가요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일하고 싶은 지역 · 시간 · 조건은 어떤가요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새로 배우고 싶은 것이 있나요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답한 내용은 내 소개 카드에 댓글로 덧붙여도 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 ④ · 간이 흥미검사 · 직종 매칭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나는 어떤 일에 끌리는 사람일까요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30문항 · 약 10분 — 해 본 일이 아니라 끌리는 쪽으로 고릅니다, 정답은 없습니다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여섯 흥미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홀랜드(Holland)의 여섯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현실형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손과 몸으로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눈에 보이는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탐구형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원인을 따지고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규칙을 찾기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예술형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표현하고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새로 만들기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사회형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돕고 가르치고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함께 일하기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ornament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진취형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이끌고 설득해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목표 이루기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관습형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절차대로 정확하게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정리 ·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검사하는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 「흥미검사」에서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gyeongsan.jobability.co.kr/test — 답은 이 브라우저에만 남고 어디로도 보내지지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메뉴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「흥미검사」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30문항 답하기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그렇다 · 보통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아니다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나의 유형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두 가지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희망 직종 고르기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정도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복사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「흥미검사 결과」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맞춤 정도는 이렇게 읽습니다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 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56260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씁니다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 맞음 (70 이상)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흥미와 직종이 같은 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 · 3교시에 이 직종 공고로 서류를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맞는 편 (45~69)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일부가 겹침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직종 안에서 내 유형을 살릴 업무를 찾습니다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더 알아보기 (45 미만)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흥미와 거리가 있음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상담 때 까닭을 함께 살펴봅니다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간이 자가 점검입니다 — 공식 직업심리검사는 고용24에서 받을 수 있습니다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되었으면 1교시는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패들릿에 내 소개 카드가 올라갔다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개인정보(전화 · 주소 · 주민번호)가 들어가지 않았다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 유형 두 가지와 잘 맞는 직종 묶음을 알았다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희망 직종과의 맞춤 정도를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결과를 패들릿 「흥미검사 결과」 열에 올렸다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나를 꺼내 놓은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이야기와 흥미 유형이 오늘 서류의 재료입니다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소개 카드가 개인 맞춤 페이지의 재료가 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직종은 여섯 갈래로 나눠 보면 길이 보입니다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흥미검사 결과는 2 · 3교시 내내 옆에 띄워 둡니다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개인정보는 어디에도 올리지 않습니다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 · 생성형 AI 기초와 직무분석 (성예종)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