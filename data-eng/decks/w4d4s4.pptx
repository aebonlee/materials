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4-4 · Trino 기반 S3 SQL 엔진 구축 · 정리·회고 0.5H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아무것도 옮기지 않았는데 두 엔진이 같은 표를 봤다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확인한 것 네 가지를 한 문장씩 말할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Up · 두 엔진 count 6 으로 4-5 준비를 확인한다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여섯 가지의 원인과 해결을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4-5 카탈로그 연결·레이크하우스 통합의 준비물을 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엔진의 count 가 같다는 것 하나가 오늘의 성공 기준입니다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4-4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확인한 것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861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6290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7528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4861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 가 쓴 테이블을 Trino 가 그대로 읽었다 — 복사도 이전도 없이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4767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6196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7434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4767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Trino 가 만든 daily_sales 를 Spark 도 읽었다 — 양방향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4673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6102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734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4673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엔진이 같은 스냅샷 이력을 봤다 — 카탈로그가 하나이기 때문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4579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6008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7246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64579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이것이 「저장과 계산의 분리」가 실제로 주는 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4-4 · 정리·회고 0.5H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4-5 를 위한 상태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명령 네 개 — cd ~/lakehouse 에서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38488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290888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024188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 다섯이 Up 인가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481388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105275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310062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462462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195762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Trino 의 count → "6"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652962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trino --execute "SELECT count(*) FROM iceberg.lakehouse.orders;"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276850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481638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634038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367338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 의 count →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5824538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spark-sql -e "SELECT count(*) FROM demo.lakehouse.orders;"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48425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653212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6805612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538912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테이블 목록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6996112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trino --execute "SHOW TABLES FROM iceberg.lakehouse;" → daily_sales · orders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Trino 는 "6" 처럼 따옴표가 붙어 나옵니다 · 수업 뒤엔 docker compose stop 까지만(메모리 2GB+ · trino 1.03GiB · spark-iceberg 1.15GiB)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4-4 · 정리·회고 0.5H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여덟 개를 스스로 확인해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860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8813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051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860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저장과 계산의 분리가 가능하게 하는 것을 두 가지 이상 말할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5242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5194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6433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5242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Spark·Trino 의 역할 차이와 커넥터·카탈로그의 차이를 설명할 수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624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1576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2814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1624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iceberg.properties 각 줄의 뜻과 줄 끝 주석이 안 되는 이유를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006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47958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49196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48006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SHOW CATALOGS · SHOW SCHEMAS 로 카탈로그 연결을 확인했다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4387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54340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55578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54387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 의 count·sum 이 두 엔진에서 정확히 같음을 확인했다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0769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60721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61960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60769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CTAS 로 daily_sales 를 만들고 Spark 에서도 읽히는 것을 확인했다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7151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90650" y="67103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90650" y="68341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0750" y="67151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"orders$snapshots"·FOR VERSION AS OF 와 Spark 문법 차이를 정리했다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3533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90650" y="73485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90650" y="74723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0750" y="73533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EXPLAIN·웹 UI 를 봤고, INSERT·DELETE 결과가 Spark 에도 보였다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4-4 · 정리·회고 0.5H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자주 겪는 오류 ① 카탈로그 파일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iceberg.properties 에서 생기는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52425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5242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224260" y="2781300"/>
            <a:ext cx="59207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24260" y="2781300"/>
            <a:ext cx="5920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기동 직후 죽거나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카탈로그 미로드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properties 키 오타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(connector.name 등)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224260" y="34480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19510" y="34480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logs trino 로 원인 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고치고 restart trino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설정값에 # 뒤까지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붙어 읽힘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줄 끝에 주석을 붙임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(값 = 주석까지)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224260" y="41719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19510" y="41719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주석은 따로 한 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값 뒤엔 붙이지 않기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로그에 has been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replaced 경고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옛 이름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fs.native-s3.enabled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224260" y="48958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319510" y="48958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fs.s3.enabled=true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(483 의 이름)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파일을 고친 뒤에는 docker compose restart trino 로 다시 읽힙니다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4-4 · 정리·회고 0.5H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자주 겪는 오류 ② 포트·주소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연결에서 생기는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52425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5242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224260" y="2781300"/>
            <a:ext cx="59207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24260" y="2781300"/>
            <a:ext cx="5920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8080 포트 충돌로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trino 가 안 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개발 서버가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8080 사용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224260" y="34480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19510" y="34480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"18080:8080" 매핑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UI 는 localhost:18080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SHOW TABLES 는 되고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SELECT 가 136초 멈춤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endpoint 가 localhost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path-style 빠짐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224260" y="41719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19510" y="41719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http://minio:9000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path-style-access=true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엔진 행 수 다름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카탈로그·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warehouse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224260" y="48958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319510" y="48958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rest:8181 과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s3://warehouse/ 대조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136초 뒤 Error processing metadata for table lakehouse.orders — 목록은 rest 카탈로그가 줘서 SHOW TABLES 는 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4-4 · 정리·회고 0.5H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예상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나오는 질문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Trino 로 다 하면 안 되나요?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대량 변환·MERGE 는 Spark — Trino 는 실패하면 처음부터 다시 하므로 몇 시간짜리엔 부적합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여러 소스를 조인한다는 뜻은?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mysql.properties 를 하나 더 두면 iceberg.lakehouse.orders 와 mysql.shop.customers 를 한 SQL 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웹 UI 는 실무에서도 쓰나요?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씁니다 — 느린 쿼리를 찾고 어느 단계가 오래 걸렸는지 보는 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카탈로그 파일을 고치면 재시작?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네 — docker compose restart trino 로 다시 읽힙니다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4-4 · 정리·회고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회차 예고 · 10-22(목)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4-5 · 데이터 카탈로그 연결 및 레이크하우스 통합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이론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카탈로그의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역할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 1.5H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Spark–Trino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상호운용 검증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레이크하우스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통합 산출물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 0.5H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4주차 마무리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준비: 5개 컨테이너(minio·mc·rest·spark-iceberg·trino) 전부 Up · spark-sql 과 Trino CLI 에서 각각 1행씩 조회해 양쪽 연결 확인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4-4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4-4 · 정리·회고 0.5H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회차는 10-22(목) 4-5 레이크하우스 통합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카탈로그를 축으로 Spark·Trino 상호운용을 검증하고, 아키텍처 다이어그램과 Trino 쿼리 스크립트를 주차 산출물로 완성합니다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카탈로그가 단일 진실 원천인 이유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REST 카탈로그·Hive Metastore·AWS Glue 비교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카탈로그로 읽고 쓰는 것을 검증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아키텍처 다이어그램 한 장 + 쿼리 스크립트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 5개 Up · 양쪽 1행 조회 확인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