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P3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상권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생활인구 1만 명당 카페가 촘촘한 동네는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1만 명당 카페 1위 동과 카페 수 1위 동이 왜 다른지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업종 코드를 대 · 중 · 소 세 테이블로 나눈 이유(정규화)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출처의 행정동 코드가 어긋난 곳과, 외래 키가 잡아낸 방법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ERD · 정규화와 3주차 DuckDB 를 실제 공공데이터에 적용합니다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P3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기관도 코드표도 다른 두 자료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상가(상권)정보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생활인구(내국인)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공공데이터포털 15083033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OA-14991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2026-06-30 · 서울 음식 업종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6월분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141,126곳 · 15개 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305,280행 · 4개 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UTF-8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BOM · 행 끝 쉼표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제한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생활인구 = 통신 데이터로 추정한, 그 시각 그 동네에 있던 사람 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P3 · 개별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한 줄보다 바르게 담는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 2개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글자로 읽기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종속 확인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DDL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PK · FK 제약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차원 → 사실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분석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· 윈도 함수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차원(구 · 행정동 · 업종 대 · 중 · 소) + 사실(점포 · 생활인구) — DuckDB 파일 하나에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P3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생활인구 행 끝 쉼표에 속아 본 뒤 index_col=False 로 읽기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3~4. ERD · DDL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종속으로 테이블 나누기, 부모부터 CREATE · 키 제약 일부러 어기기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5. 사실 테이블 적재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외래 키가 막은 행정동 코드 — 안티 조인으로 양쪽 찾기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6~8. 분석 · 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1만 명당 카페 · 구마다 1위 · 낮과 밤 비율, Parquet 내보내기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P3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조용히 틀리는 것을 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 열이 밀림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 4칸 · 데이터 5칸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index_col=False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 INSERT 거절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상가정보에 없는 동 코드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양쪽에 있는 동만 적재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점포 두 번 넣기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키 중복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적재는 한 번 — PK 가 막는다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카페가 0곳으로 나옴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「비알코올 」 뒤 공백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차원 한 곳만 trim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P3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 25 · 행정동 427 · 중분류 10 · 소분류 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 불일치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생활인구에만 9개 · 상가정보에만 12곳 → 298,800행 적재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1만 명당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마포구 연남동 123.0곳(카페 210곳)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카페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마포구 서교동 535곳 · 서울 전체 22,739곳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P3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P3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P3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「많다」와 「촘촘하다」는 다른 질문이라는 것을 숫자로 확인했습니다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빠진 9개 코드 · 12개 동의 대응표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카페 대신 제과점 · 아이스크림으로 같은 분석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로 옮겨 ON DELETE 붙여 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P4 법령 Q&amp;A 챗봇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