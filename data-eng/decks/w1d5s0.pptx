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1-5 · Docker Compose 이해하고 사용하기 · 수업 전 10분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실습점검 · 환경재설정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모두 같은 출발선에서 — 꼬이면 여기로 돌아온다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왜 점검하나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앞 차시의 흔적이 사람마다 다르다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1-3 에서 멈춰 둔 pg · web2 — 5432 · 8080 포트를 붙들고 있을 수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1-4 의 app 폴더 — 없으면 오늘 build: ./app 이 실패한다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이미지 — pgAdmin 이 약 790MB, 실습 중에 받으면 그동안 손을 놓는다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바뀐 안내 — pgAdmin 이미지를 dpage/pgadmin4:9.18 로 고정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같은 명령을 쳐도 결과가 갈리는 이유를 수업 전에 없앤다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수업 전 10분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메뉴가 하는 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점검과 재설정은 다른 일이다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7810500" cy="2476500"/>
          </a:xfrm>
          <a:prstGeom prst="roundRect">
            <a:avLst>
              <a:gd name="adj" fmla="val 1923"/>
            </a:avLst>
          </a:prstGeom>
          <a:solidFill>
            <a:srgbClr val="0D2B5E"/>
          </a:solidFill>
          <a:ln w="9525">
            <a:solidFill>
              <a:srgbClr val="0D2B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78105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71628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점검 — 1~5단계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수업 전에 한 번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지우는 것 없이 확인하고 채운다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34500" y="3429000"/>
            <a:ext cx="78105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334500" y="3429000"/>
            <a:ext cx="78105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8350" y="3752850"/>
            <a:ext cx="71628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재설정 — 6단계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실습이 꼬였을 때만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오늘 만든 것만 내리고 다시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재설정도 앞 차시 결과물(app 폴더 · 3차시 pgdata)은 건드리지 않는다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수업 전 10분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여섯 단계 — 위에서부터 한 번씩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각 단계 끝의 확인 포인트를 통과하면 다음으로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349500" cy="3143250"/>
          </a:xfrm>
          <a:prstGeom prst="roundRect">
            <a:avLst>
              <a:gd name="adj" fmla="val 202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3495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349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 Docker 켜짐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19304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version 이 숫자를 낸다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73500" y="3924300"/>
            <a:ext cx="2349500" cy="3143250"/>
          </a:xfrm>
          <a:prstGeom prst="roundRect">
            <a:avLst>
              <a:gd name="adj" fmla="val 202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873500" y="3924300"/>
            <a:ext cx="23495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73500" y="4171950"/>
            <a:ext cx="2349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 app 폴더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83050" y="5143500"/>
            <a:ext cx="19304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없으면 복구 명령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04000" y="3924300"/>
            <a:ext cx="2349500" cy="3143250"/>
          </a:xfrm>
          <a:prstGeom prst="roundRect">
            <a:avLst>
              <a:gd name="adj" fmla="val 202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04000" y="3924300"/>
            <a:ext cx="23495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4000" y="4171950"/>
            <a:ext cx="2349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 포트 비우기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3550" y="5143500"/>
            <a:ext cx="19304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5432 · 8080 · 8081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34500" y="3924300"/>
            <a:ext cx="2349500" cy="3143250"/>
          </a:xfrm>
          <a:prstGeom prst="roundRect">
            <a:avLst>
              <a:gd name="adj" fmla="val 202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334500" y="3924300"/>
            <a:ext cx="23495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34500" y="4171950"/>
            <a:ext cx="2349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 이미지 받기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44050" y="5143500"/>
            <a:ext cx="19304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for 로 네 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2065000" y="3924300"/>
            <a:ext cx="2349500" cy="3143250"/>
          </a:xfrm>
          <a:prstGeom prst="roundRect">
            <a:avLst>
              <a:gd name="adj" fmla="val 202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2065000" y="3924300"/>
            <a:ext cx="23495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065000" y="4171950"/>
            <a:ext cx="2349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 9.18 반영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274550" y="5143500"/>
            <a:ext cx="19304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이미 만든 사람만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4795500" y="3924300"/>
            <a:ext cx="2349500" cy="3143250"/>
          </a:xfrm>
          <a:prstGeom prst="roundRect">
            <a:avLst>
              <a:gd name="adj" fmla="val 202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4795500" y="3924300"/>
            <a:ext cx="23495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795500" y="4171950"/>
            <a:ext cx="2349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 환경 재설정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005050" y="5143500"/>
            <a:ext cx="19304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꼬였을 때만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수업 전 10분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운영체제 세 갈래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운영체제마다 다른 것은 두 단계뿐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00228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0022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단계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83380" y="2781300"/>
            <a:ext cx="46024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83380" y="2781300"/>
            <a:ext cx="46024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Windows (WSL2)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823960" y="2781300"/>
            <a:ext cx="36423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23960" y="2781300"/>
            <a:ext cx="36423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macOS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504420" y="2781300"/>
            <a:ext cx="46405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504420" y="2781300"/>
            <a:ext cx="4640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리눅스 (Ubuntu)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30022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28117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 Docker 켜기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83380" y="3448050"/>
            <a:ext cx="4602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78630" y="3448050"/>
            <a:ext cx="4411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Desktop · WSL Integration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23960" y="3448050"/>
            <a:ext cx="3642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9210" y="3448050"/>
            <a:ext cx="3451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Desktop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504420" y="3448050"/>
            <a:ext cx="4640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599670" y="3448050"/>
            <a:ext cx="4450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systemctl · docker 그룹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30022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28117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 포트 확인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83380" y="4171950"/>
            <a:ext cx="4602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78630" y="4171950"/>
            <a:ext cx="4411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PowerShell netstat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823960" y="4171950"/>
            <a:ext cx="3642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19210" y="4171950"/>
            <a:ext cx="3451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lsof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504420" y="4171950"/>
            <a:ext cx="4640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599670" y="4171950"/>
            <a:ext cx="4450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sudo ss -ltnp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30022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28117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 · 4 · 5 · 6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83380" y="4895850"/>
            <a:ext cx="4602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78630" y="4895850"/>
            <a:ext cx="4411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명령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823960" y="4895850"/>
            <a:ext cx="3642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19210" y="4895850"/>
            <a:ext cx="3451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명령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2504420" y="4895850"/>
            <a:ext cx="4640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599670" y="4895850"/>
            <a:ext cx="4450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명령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Windows 는 모든 명령을 우분투(WSL) 터미널에서 — 3단계 포트 확인 한 줄만 PowerShell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수업 전 10분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 · 4 · 5단계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포트를 비우고, 이미지를 받고, 오늘 바뀐 것을 반영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stop pg web web2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1-3 에서 쓴 이름을 멈춘다 — 없는 이름은 오류만 내고 넘어간다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for i in … ; do docker pull $i; done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pull 은 이미지 하나씩 — pgadmin4:9.18 · postgres:16 · nginx · curl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sed -i.bak … pgadmin4:9.18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이미 yml 을 만든 사람만 — 여러 번 쳐도 겹치지 않는다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이론 시간에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이미지 받기를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걸어 두면 된다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수업 전 10분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6단계 · 환경 재설정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꼬였을 때 — 오늘 만든 것만 내리고 다시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compose 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지금 떠 있는 Compose 묶음을 본다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compose-test · week1 에서 down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week1 은 down -v — week1_pgdata 볼륨까지 지운다(되돌릴 수 없음)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compose ls 가 제목 줄만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재설정 끝 — 다중 컨테이너 실습 1단계부터 다시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-v 를 빼는 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산출물 1단계를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이미 마쳤다면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pgAdmin 에 등록한 서버도 사라진다 — 로그인 뒤 호스트 db 로 다시 등록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수업 전 10분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출발선에 섰는지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version 이 29.6.1 처럼 버전 한 줄을 낸다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ls ~/data-eng/week1/app 에 Dockerfile · app.py · requirements.txt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ps 에 pg · web · web2 가 없고 세 포트에 LISTEN 이 없다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images 에 pgadmin4:9.18 · postgres:16 · nginx:1.27 · curl:8.10.1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이미 만든 yml 이면 grep pgadmin 결과가 dpage/pgadmin4:9.18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1-5 · 수업 전 10분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1-5 · 수업 전 10분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Compose 개념과 YAML 구조 (1H)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출발선이 맞춰졌으니 파일 하나로 환경 전체를 적는 법을 배웁니다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Compose 가 푸는 문제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YAML — 공백 2칸 · 탭 금지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서비스 이름이 곧 주소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depends_on 의 함정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막혔다면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그 단계 아래 「막혔어요」 · 「질문」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