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1F5FB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EF2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2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E1E9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9E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Spark 마스터-워커 구축 · 수업 전 10분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실습점검 · 환경재설정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멈춰 둘 것 · 8080·7077 · 재설정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수도권ICT 이노베이션스퀘어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3기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왜 점검하나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전에 걸러 둘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 · 7077 을 다른 것이 쓴다 — 4주차 Trino 가 8080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5-1 셸 · 4주차 컨테이너가 떠 있어 메모리가 빠듯하다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새로 받을 이미지는 없다 — 5-1 의 apache/spark:3.5.3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점검(1~2단계)은 확인만 · 재설정(4단계)은 처음부터 다시 할 때만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네 단계 — 위에서부터 한 번씩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테이블은 지우지 않는다 — 4주차 결과물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멈춰 둘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4주차 stop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이미지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2387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387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2387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8080 · 7077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483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ps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 운영체제별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3450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334500" y="3924300"/>
            <a:ext cx="3714750" cy="91440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3450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오늘 만들 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4405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순서만 확인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치지 않음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3430250" y="3924300"/>
            <a:ext cx="3714750" cy="3143250"/>
          </a:xfrm>
          <a:prstGeom prst="roundRect">
            <a:avLst>
              <a:gd name="adj" fmla="val 15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430250" y="3924300"/>
            <a:ext cx="3714750" cy="9144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430250" y="4171950"/>
            <a:ext cx="371475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환경 재설정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639800" y="5143500"/>
            <a:ext cx="329565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실습을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할 때만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1단계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멈춰 둘 것이 멈춰 있는지 확인해 보세요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~/lakehouse 2&gt;/dev/null &amp;&amp; docker compose stop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~/lakehouse 가 없으면 아무것도 하지 않고 넘어간다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 줄만 나오면 실행 중인 컨테이너가 없는 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apache/spark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apache/spark:3.5.3 · 1.56GB — 없으면 docker pull(실측 32초)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5-1 셸(&gt;&gt;&gt;)이 남아 있으면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 창에서 exit() — 4주차는 down 하지 않는다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4주차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멈춤만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지우지 않음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8080 · 7077 포트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도커 밖에서 두 포트를 쓰는 프로그램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Windows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netstat -ano | findstr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LISTENING 없으면 비어 있음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macOS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lsof -nP -iTCP:8080 …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아무것도 없으면 비어 있음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리눅스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sudo ss -ltnp | grep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docker-proxy 면 컨테이너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먼저 docker ps -a … | grep -E 'NAMES|8080|7077' — 멈춘 컨테이너가 적어 둔 8080 은 괜찮다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2단계 · 비울 수 없을 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포트를 비울 수 없으면 8081 로 읽는다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 = 마스터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워커 ALIVE · 애플리케이션 실행 이력을 보는 화면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7077 = 접수 창구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spark-submit · 워커가 마스터에 붙는 주소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실행 중인 것만 문제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멈춘 trino · web2 가 8080 을 적어 둔 것은 괜찮다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마스터 포트 "8081:8080"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그때는 마스터 UI 를 localhost:8081 로 연다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Windows 분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PID 는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작업 관리자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3단계 · 순서만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만드는 것 — 아직 치지 않는다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무엇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04266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어디서 처음 만드나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남는가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docker-compose.yml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~/data-eng/week5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구축 2단계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cat &gt; … &lt;&lt; 'EOF'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 — 5-3 · 5-4 가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이어 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spark-master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+ 워커 1 ·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구축 3단계</a:t>
            </a:r>
          </a:p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docker compose up -d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수업 뒤 stop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first_job.py</a:t>
            </a:r>
          </a:p>
          <a:p>
            <a:pPr algn="l">
              <a:lnSpc>
                <a:spcPct val="115000"/>
              </a:lnSpc>
            </a:pPr>
            <a:r>
              <a:rPr sz="18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 안 /tmp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제출 2단계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지금 ~/data-eng/week5 에서 docker compose ps 를 치면 no configuration file provided — 아직 만들기 전이라는 뜻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4단계 · 환경 재설정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오늘 실습만 처음부터 다시 할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cd ~/data-eng/week5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오늘의 작업 폴더로 들어간다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compose down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spark-master · 워커 · 네트워크가 Removed 로 지워진다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rm -f docker-compose.yml first_job.py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만든 두 파일만 지운다 — 5-1 은 파일을 남기지 않았다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ls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빈 줄이면 처음 상태 — 이미지와 ~/lakehouse 는 그대로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3144500" y="2933700"/>
            <a:ext cx="4000500" cy="4895850"/>
          </a:xfrm>
          <a:prstGeom prst="roundRect">
            <a:avLst>
              <a:gd name="adj" fmla="val 1190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487400" y="4562475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다시 시작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3487400" y="4962525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구축 1단계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부터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A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수업 준비가 끝났는지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8956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0384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1623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8956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ps 가 제목 줄만 낸다 — 4주차는 멈춤, 지우지 않음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8862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0290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1529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8862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docker images 에 apache/spark:3.5.3 · 1.56GB 가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8768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0196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1435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8768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8080 · 7077 을 잡은 실행 중 컨테이너도, 밖의 프로그램도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8674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010275"/>
            <a:ext cx="533400" cy="533400"/>
          </a:xfrm>
          <a:prstGeom prst="ellipse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1341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8674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compose 파일은 아직 만들지 않았다 — 실습 시간에 만든다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DF3FD"/>
          </a:solidFill>
          <a:ln w="9525">
            <a:solidFill>
              <a:srgbClr val="BFD3F5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막히면 그 단계 아래 「막혔어요」 · 「질문」을 눌러 주세요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 엔지니어링 &amp; RAG 파이프라인 160H · 5-2 · 수업 전 10분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3F6FC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D2B5E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5-2 · 수업 전 10분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다음은 Spark 클러스터 배포 구조 이해 (1H)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점검을 마쳤으니 마스터 · 워커 · 드라이버 · 익스큐터가 각각 무엇인지부터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마스터와 워커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워커와 익스큐터는 다르다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잡을 제출하면 벌어지는 순서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1E5BC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1E5BC6"/>
                </a:solidFill>
                <a:latin typeface="Pretendard"/>
                <a:ea typeface="Pretendard"/>
                <a:cs typeface="Pretendard"/>
              </a:rPr>
              <a:t>막혔다면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D2B5E"/>
                </a:solidFill>
                <a:latin typeface="Pretendard"/>
                <a:ea typeface="Pretendard"/>
                <a:cs typeface="Pretendard"/>
              </a:rPr>
              <a:t>그 단계 아래 「막혔어요」 · 「질문」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