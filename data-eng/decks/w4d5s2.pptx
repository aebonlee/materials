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데이터 카탈로그 연결 및 레이크하우스 통합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Spark–Trino 상호운용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양방향으로 쓰고 읽고, 일부러 다르게 보게도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5개 Up 과 두 엔진의 count 6 을 확인하고 시작한다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에서 넣고 Spark 에서, Spark 에서 바꾸고 Trino 에서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커밋 이력과 스냅샷 개수가 두 엔진에서 같은지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임시 카탈로그와 실패한 쓰기로 「같은 카탈로그」의 뜻을 실감한다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6단계의 확인 포인트를 다 지나면 두 엔진이 완전히 같은 메타데이터를 보고 있다는 뜻입니다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spark-sql 과 Trino CLI 를 번갈아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~/lakehouse 에서 docker compose exec 로 두 엔진에 번갈아 들어갑니다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시작 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6 ·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Trino → Spark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8행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Spark → Trino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ADD COLUMN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memo = vip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커밋 이력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$snapshots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 대조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실험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임시 카탈로그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실패한 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시작 상태 확인 — 5개 Up · count 6 과 6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70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70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13014" y="2781300"/>
            <a:ext cx="15031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65414" y="2781300"/>
            <a:ext cx="14727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~/lakehouse &amp;&amp; docker compose up -d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70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70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13014" y="3429000"/>
            <a:ext cx="15031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65414" y="3429000"/>
            <a:ext cx="14727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— 5개 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70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70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13014" y="4076700"/>
            <a:ext cx="15031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65414" y="4076700"/>
            <a:ext cx="14727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spark-sql -e "SELECT count(*) FROM demo.lakehouse.orders;"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70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70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Trino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13014" y="4724400"/>
            <a:ext cx="15031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65414" y="4724400"/>
            <a:ext cx="14727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--execute "SELECT count(*) FROM iceberg.lakehouse.orders;"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70014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70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13014" y="5372100"/>
            <a:ext cx="150319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65414" y="5372100"/>
            <a:ext cx="14727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count 가 6 으로 같아야 시작 — 다르면 4-4 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count 가 다르면 4-4 의 카탈로그 설정 대조부터 — 여기가 안 맞으면 오늘 실습이 전부 의미를 잃는다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양방향으로 쓰고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에서 쓰고 Spark 에서 읽기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한 행이 Spark 조회에 즉시 보인다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… VALUES (8, 'jung', 27000, …)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count 가 7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ORDER BY order_id 에 8(jung) 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에서 바꾸고 Trino 에서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스키마 진화도 카탈로그를 통해 공유된다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ALTER TABLE … ADD COLUMN memo STRING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… SET memo = 'vip' WHERE order_id = 4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DESCRIBE 에 memo · 4 행의 memo 가 vip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커밋 이력이 한 줄로 쌓이는가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"orders$snapshots" 를 committed_at 순으로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INSERT/UPDATE · 4-3 MERGE · 4-4 INSERT/DELETE · 오늘 것까지 한 이력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어느 엔진이 만든 커밋인지 구분이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INSERT 와 Spark UPDATE 가 같은 이력에 시간순으로 이어진다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 개수를 양쪽에서 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orders.snapshots 의 count 와 Trino "orders$snapshots" 의 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두 숫자가 같으면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완전히 같은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메타데이터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다르게 보게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임시 카탈로그 — 이름은 별명일 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uri·warehouse 가 같은 카탈로그를 iceberg2 라는 이름으로 하나 더 만들어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iceberg2.properties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catalog/ 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uri·warehouse 같게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restart trino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sleep 45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CATALOGS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count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iceberg2 같음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rm 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restart trino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실패한 쓰기는 어디에도 흔적이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— 타입이 안 맞는 INSERT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자리에 '없는아이디' 를 넣는다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INSERT 시도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 오류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커밋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포인터 그대로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— count 그대로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 전 데이터는 어디서도 보이지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count(*)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 그대로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37262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$snapshots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407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9742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스냅샷 없음</a:t>
            </a:r>
          </a:p>
        </p:txBody>
      </p:sp>
      <p:sp>
        <p:nvSpPr>
          <p:cNvPr id="32" name="Oval 3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컨테이너 5개가 Up · 두 엔진 count 가 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count 7 · Spark 조회에 order_id 8(jung) 행이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DESCRIBE 에 memo · order_id 4 의 memo 가 vip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$snapshots 이력이 시간순 한 줄 · 스냅샷 개수가 양쪽 같다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와 iceberg2 의 count 가 같다 — 지운 뒤 restart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실패한 INSERT 뒤에도 Trino count 는 7 그대로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레이크하우스 통합 산출물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검증에 쓴 쿼리를 한 파일로 정리하고, 아키텍처 다이어그램을 그려 제출합니다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scripts/lakehouse_queries.sql 정리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구성 요소 5개·포트 4개 다이어그램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「없으면」열이 있는 설명 문서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→ up 재현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 7 · 임시 카탈로그는 지운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