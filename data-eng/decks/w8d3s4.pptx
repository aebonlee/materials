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8-3 · 수집→Lake→Spark→VectorDB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결과를 점검하고, 8-4 챗봇 화면을 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쓴 방법 여덟 가지를 「하려는 일 ↔ 방법」으로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lecture_docs 의 points_count 가 0 보다 큰지 확인해 8-4 를 준비한다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체크리스트로 오늘 한 일을 스스로 점검한다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비어 있으면 rag_pipeline 을 한 번 더 돌리세요 — 8-4 챗봇은 여기에 든 문서로 답합니다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하려는 일 ↔ 방법 — 여덟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서비스 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448050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8970" y="3448050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services: 아래에 블록 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69544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69544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안에서 부르기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969544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8970" y="3969544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host="qdrant" (서비스 이름)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491038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491038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호스트에서 부르기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491038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491038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host="localhost"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12531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12531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패키지 추가(학습용)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5012531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8970" y="5012531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.env 의 _PIP_ADDITIONAL_REQUIREMENTS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34025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34025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환경변수 전달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5534025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8970" y="5534025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x-airflow-common environment 에 한 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055519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055519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변경 반영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6055519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6055519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-d (restart 는 안 됨)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577012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577012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무거운 import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3720" y="6577012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8970" y="6577012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 함수 안에 둔다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7098506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7098506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 이력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03720" y="7098506"/>
            <a:ext cx="102412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8970" y="7098506"/>
            <a:ext cx="100507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dags list-runs -d &lt;dag&gt;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환경변수·패키지를 바꾼 뒤에는 up -d 로 컨테이너가 재생성되어야 적용된다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8-4 챗봇이 답하려면 Qdrant 에 문서가 있어야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points_count 를 센다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-s http://localhost:6333/collections/lecture_docs | grep -o '"points_count":[0-9]*'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 보다 크면 준비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비어 있으면 rag_pipeline 을 한 번 더 트리거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챗봇은 호스트에서 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 -m venv ~/rag-chatbot/.venv — 주소는 localhost:6333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8-4 에서 부를 주소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localhost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:6333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 경계를 정하는 기준과 XCom 에 큰 데이터를 넣지 않는 이유를 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를 Airflow 와 같은 compose 에 추가해 서비스 이름으로 접근했다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_PIP_ADDITIONAL_REQUIREMENTS 와 OPENAI_API_KEY 를 전달했다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.env 가 git 에 올라가지 않도록 조치했다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collect·transform 을 같은 경로에 덮어쓰게 만들고 validate 를 따로 두었다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나쁜 데이터를 넣어 검증이 실제로 막는 것을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돌려 points_count 가 늘지 않는 것과 @daily 의 Next Run 을 봤다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SparkSubmitOperator 제출 방식과 오늘 방식의 공통점을 설명할 수 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호스트를 찾을 수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없음 · 연결 거부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별도 docker run 으로 띄워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와 네트워크가 다름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에 qdrant 추가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docker network connect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ModuleNotFoundError: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qdrant_client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재생성 전이라 반영 안 됨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변수 이름 오타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.env 철자 → up -d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 -c "import …"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 호출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인증 오류(API key)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.env 에만 있고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environment: 전달 줄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yaml 한 줄 → up -d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env | grep OPENAI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FileNotFoundError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워커마다 다른 컨테이너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로컬 경로에 저장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dags/ 마운트(공유 경로)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실무는 MinIO·S3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컨테이너 이름은 같은 네트워크 안에서만 주소가 된다 · 실습은 dags/ 마운트, 실무는 MinIO·S3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실무에서도 dags/ 폴더에 데이터를 두나요?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두지 않는다 — 실습 편의일 뿐, 실무는 MinIO·S3(7-4 에서 만든 방식)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태스크가 오래 걸리면 타임아웃이 있나요?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execution_timeout — 없으면 무한정 붙잡아 다른 태스크가 밀린다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실패하면 알림을 받으려면?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on_failure_callback 이나 Slack·이메일 프로바이더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하루에 여러 번 돌리려면?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schedule 을 "0 */6 * * *" 처럼 크론으로 — 6시간마다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8-4 · Streamlit 기반의 챗봇 인터페이스 개발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Streamlit 재실행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원리와 챗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챗봇 화면 구현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session_state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Qdrant 검색·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LLM 연동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챗봇 구조 요약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최종일 예고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Qdrant 기동 상태 · lecture_docs 에 문서 적재(points_count 확인) · OpenAI API 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8-3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8-4 Streamlit 챗봇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지금까지는 전부 터미널 안이었습니다 — 질문하면 지식베이스를 뒤져 근거와 함께 답하는 화면을 붙입니다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상호작용마다 스크립트가 다시 실행되는 원리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session_state 로 대화 이력 유지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st.chat_input · st.chat_message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질문 임베딩 → Qdrant 검색 → LLM 답변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기동 · 문서 적재 · OpenAI 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