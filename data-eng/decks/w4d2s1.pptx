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Apache Iceberg 레이크하우스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레이크하우스와 테이블 포맷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무더기를 테이블처럼 — 메타데이터 한 겹의 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쌓았을 때 무엇이 안 되는지 세 가지 이상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→ 스냅샷 → 매니페스트 → 데이터 파일 사슬을 그린다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커밋이 「카탈로그 포인터를 바꾸는 한 순간」임을 설명한다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스키마를 바꿔도 데이터 파일을 다시 쓰지 않는 이유를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실습에서 이 사슬이 MinIO 안에 실제 파일로 생기는 것을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파일만 쌓으면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쌓으면 안 되는 것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파일만 쌓았을 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문제인가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쓰는 중에 읽음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반쯤 쓰인 파일이 목록에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집계가 틀린 값을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 행 수정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전체를 다시 써야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433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433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의 「부분 수정 불가」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삭제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읽던 쿼리가 없는 파일을 찾는다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3870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3870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쿼리가 실패한다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추가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파일과 새 파일 모양이 다르다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53402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53402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읽는 쪽이 깨진다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어제 상태 보기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방법이 없다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2293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2293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잘못 덮어쓰면 복구 불가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동시에 쓰기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서로 덮어쓴다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9246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9246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사라진다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오브젝트 스토리지는 파일 목록만 줄 뿐, 그중 무엇이 유효한지는 모른다 — 「지금 이 테이블의 최신 상태」를 아무도 보장하지 않는다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파일만 쌓으면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데이터레이크와 레이크하우스 — 한 겹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데이터레이크 — 파일만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 위에 파일을 쌓기만 한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목록만 있고 무엇이 유효한지 모른다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반쯤 쓰인 파일이 그대로 보인다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상태로 돌아갈 방법이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레이크하우스 — 메타데이터 층을 얹음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데이터레이크에 DB 의 관리 능력을 더한 구조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· 스키마 관리 · 시점 조회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포맷이 그 층을 맡는다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· Delta Lake · Hudi 가 대표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메타데이터 사슬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의 네 층 — 카탈로그에서 데이터 파일까지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이름 →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최신 메타데이터 위치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스냅샷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 시점마다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전체 상태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매니페스트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스냅샷을 이루는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매니페스트들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매니페스트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파일 목록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행 수·min/max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파일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값이 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스냅샷은 사진첩 — 수정할 때마다 새 사진을 한 장 찍어 두니 「지난달 사진 속 모습」을 언제든 다시 본다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각 층이 하는 일이 다르다 — 카탈로그 포인터 교체 = 커밋 · 매니페스트 min/max = 안 읽어도 될 파일 건너뛰기 · 옛 스냅샷 = 타임 트래블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원자적 커밋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커밋은 포인터를 바꾸는 한 순간 — 반쯤 쓰인 상태가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데이터 파일들을 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아무에게도 안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매니페스트를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안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스냅샷 메타데이터를 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안 보인다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카탈로그의 포인터를 바꾼다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순간 전부 한꺼번에 보인다 — 이것이 커밋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중간에 실패하면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4단계가 없으니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없던 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스키마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스키마를 바꿔도 데이터 파일을 다시 쓰지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가능한가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파일을 다시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씀 — 옛 파일은 NULL 로 읽힘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삭제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43375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43375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씀 — 읽을 때 무시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이름 변경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38700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38700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씀 — ID 로 추적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순서 변경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534025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534025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 확장 int → bigint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6229350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6229350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 축소 bigint → 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6924675"/>
            <a:ext cx="73609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9330" y="6924675"/>
            <a:ext cx="71704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잘릴 수 있어 막음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컬럼을 이름이 아니라 내부 ID 로 추적하기 때문 — Hive 는 이름·위치로 찾아 순서를 바꾸면 값이 뒤섞이는 사고가 났다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카탈로그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카탈로그의 종류 — 오늘은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서비스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 · 엔진 독립적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Hive Metastore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RDB (MySQL 등)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Hive 자산이 있을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 / 파일 기반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스토리지 자체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단순하지만 동시성이 약함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AWS Glue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관리형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를 쓸 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JDBC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가볍게 시작할 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REST 는 Spark 와 Trino 가 같은 카탈로그를 보게 한다(4-5 상호운용 검증) — 오늘은 테이블 목록을 볼륨 안 파일에 보관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쌓으면 「무엇이 현재 상태인가」를 아무도 보장하지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는 카탈로그 → 스냅샷 → 매니페스트 → 데이터 파일 사슬로 보장한다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커밋은 카탈로그 포인터를 바꾸는 한 순간 — 반쯤 쓰인 상태가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스냅샷을 남겨 두므로 과거 시점을 그대로 본다 (타임 트래블)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컬럼을 ID 로 추적해 스키마를 바꿔도 데이터 파일을 다시 쓰지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 + Iceberg 환경 구성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의 Compose 를 통째로 바꿔 REST 카탈로그와 Spark 를 더하고, 방금 본 사슬이 돌아갈 자리를 만들어 보세요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 통째로 교체 · 컨테이너 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로 minio · REST 카탈로그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spark-defaults.conf 의 demo 카탈로그 설정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 · 카탈로그 멈춰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 의 ~/lakehouse · 미리 받은 이미지 2개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