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Apache Iceberg 레이크하우스 구축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테이블 생성과 타임 트래블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스냅샷을 쌓고, 과거로 갔다 오고, 스키마를 바꾼다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demo.lakehouse.orders 를 만들고 MinIO 에 생긴 파일을 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로 스냅샷을 쌓고 VERSION·TIMESTAMP AS OF 로 과거를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롤백 뒤 snapshots 는 그대로, history 가 느는 것을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ADD COLUMN 뒤 parquet 이 그대로(3)인 것을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마지막 4행 상태가 4-3 의 출발점입니다 — 테이블을 지우지 마세요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spark-sql 은 켜 둔 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은 spark-sql ()&gt; 에서, 파일 세기는 새 터미널에서 — 새 터미널은 cd ~/lakehouse 부터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· INSERT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파일 세기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· grep -c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·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3·4. 스냅샷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VERSION AS 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롤백·스키마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rollback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ADD COLUMN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메타테이블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snapshots · history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files · manifests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테이블을 만들고 2행을 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2826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2826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데이터베이스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1262" y="2781300"/>
            <a:ext cx="1447373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3662" y="2781300"/>
            <a:ext cx="1416893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DATABASE IF NOT EXISTS demo.lakehouse;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52826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52826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1262" y="3429000"/>
            <a:ext cx="1447373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3662" y="3429000"/>
            <a:ext cx="1416893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demo.lakehouse.orders (…) USING iceberg;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52826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52826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컬럼 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1262" y="4076700"/>
            <a:ext cx="1447373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23662" y="4076700"/>
            <a:ext cx="1416893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BIGINT · customer STRING · amount DOUBLE · order_date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52826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52826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넣기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1262" y="4724400"/>
            <a:ext cx="1447373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3662" y="4724400"/>
            <a:ext cx="1416893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… (1, 'kim', 15000, …), (2, 'lee', 32000, …)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52826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52826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1262" y="5372100"/>
            <a:ext cx="1447373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23662" y="5372100"/>
            <a:ext cx="1416893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demo.lakehouse.orders ORDER BY order_id;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1 kim 15000.0 · 2 lee 32000.0 두 행 · warehouse 버킷 lakehouse/orders/ 아래 data/ · metadata/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저장소에 생긴 파일 — 이론의 네 층이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….metadata.json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metadata/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매니페스트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snap-….avro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metadata/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매니페스트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…-m0.avro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metadata/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파일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….parquet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parquet 2 — VALUES 두 행을 Task 둘이 각자 한 파일씩 썼다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cd ~/lakehouse → mc ls --recursive local/warehouse · grep -c 로 세면 metadata.json 2 · parquet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로 스냅샷을 쌓고, 두 시점을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… SET amount = 20000 WHERE order_id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snapshots 두 행 — operation 이 append · overwrite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줄(append)의 snapshot_id · committed_at 복사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committed_at 은 UTC — 한국 시각보다 9시간 이르다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 AS OF &lt;id&gt; · TIMESTAMP AS OF '&lt;committed_at&gt;'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15000.0 · 일반 SELECT 는 20000.0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UNION ALL 로 「이전」·「현재」 한 쿼리에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줄 — order_id 1 만 15000.0 과 20000.0 으로 다르다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예시 숫자 그대로면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Cannot find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시각을 잘못 넣어 보기 — 기준은 UTC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테이블을 만들기 전 날짜로 넣기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'2026-09-06 09:00:00' — 그때는 테이블이 없었다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Cannot find a snapshot older than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…2026-09-06T09:00:00+00:00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끝의 +00:00 = UTC 로 읽었다는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한국 시각(+9시간)으로 넣기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오류가 없어서 더 위험하다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amount 20000.0(현재 값)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UTC 로 읽어 9시간 뒤 = UPDATE 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committed_at 값을 그대로 복사한다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롤백은 포인터 이동, 컬럼 추가는 메타데이터만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CALL demo.system.rollback_to_snapshot(…, 첫 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반환 · amount 가 15000.0 으로 돌아온다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snapshots 는 두 행 그대로 · history 는 세 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셋째 줄이 첫 id · overwrite 줄 is_current_ancestor 는 false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ALTER TABLE … ADD COLUMN channel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 다섯 컬럼 · 기존 2행은 NULL · parquet 3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3·4행 (web · app) → 총 4행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은 INSERT 만큼만 늘어 3 →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parquet 개수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→ 3 → 5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ALTER 는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메타테이블 넷 — 문제를 진단할 때 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메타테이블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89230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89230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보여 주는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904720" y="2781300"/>
            <a:ext cx="2240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0" y="2781300"/>
            <a:ext cx="2240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orders.snapshots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— append · overwrite · append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904720" y="3448050"/>
            <a:ext cx="2240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99970" y="3448050"/>
            <a:ext cx="2049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「현재」가 가리킨 스냅샷의 이력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904720" y="4171950"/>
            <a:ext cx="2240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99970" y="4171950"/>
            <a:ext cx="2049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유효한 데이터 파일과 통계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904720" y="4895850"/>
            <a:ext cx="2240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999970" y="4895850"/>
            <a:ext cx="2049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orders.manifests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매니페스트 목록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904720" y="5619750"/>
            <a:ext cx="2240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999970" y="5619750"/>
            <a:ext cx="2049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저장소의 parquet 은 5 인데 files 는 4 — UPDATE 가 쓴 파일은 롤백으로 현재 상태에서 빠졌다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뒤 metadata.json 2 · parquet 2 를 셌다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snapshots 에 append · overwrite, committed_at 은 UTC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VERSION·TIMESTAMP AS OF 는 15000.0, 일반 SELECT 는 20000.0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롤백 뒤 snapshots 두 행 그대로 · history 세 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이 ALTER 뒤 3 그대로, INSERT 뒤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메타테이블 snapshots 3 · history 4 · files 4 · manifests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Iceberg 명령을 한 장으로 정리하고, 4-3 파이프라인이 출발할 상태를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SQL 열 개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4개 · orders 4행 · raw CSV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→ up 뒤에도 count 4 인지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오류와 4-3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4행 상태 · spark-sql 터미널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