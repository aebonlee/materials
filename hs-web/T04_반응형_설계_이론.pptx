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4장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 설계 이론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유동 레이아웃, 브레이크포인트 정하기, 이미지·타이포·여백의 반응형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 웹의 세 축(유동 그리드·유동 이미지·미디어쿼리)을 설명할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브레이크포인트를 기기가 아니라 콘텐츠 기준으로 정할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모바일 우선 설계의 이점을 설명하고 적용할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여백과 컨테이너 폭을 변수 하나로 일관되게 관리할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반응형이 깨지는 것을 검증하는 방법을 실행할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80999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0999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반응형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8241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48241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유동 그리드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3971" y="2781300"/>
            <a:ext cx="114546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3971" y="2781300"/>
            <a:ext cx="114546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viewport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4689" y="2781300"/>
            <a:ext cx="1534379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4689" y="2781300"/>
            <a:ext cx="153437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브레이크포인트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4318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4318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모바일 우선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50048" y="2781300"/>
            <a:ext cx="867126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0048" y="2781300"/>
            <a:ext cx="867126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clamp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2424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2424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컨테이너 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8154" y="2781300"/>
            <a:ext cx="62889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8154" y="2781300"/>
            <a:ext cx="62889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 웹의 세 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2010년 이선 마콧(Ethan Marcotte)이 "Responsive Web Design"이라는 글에서 제시한 세 가지 원칙이 지금도 그대로 통합니다.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 웹의 세 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유동 그리드(fluid grid)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폭을 px이 아니라 비율(%·fr)로 잡는다.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유동 이미지(flexible image)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이미지가 부모보다 커지지 않게 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미디어쿼리(media query)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특정 폭에서 배치 자체를 바꾼다.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 웹의 세 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세 번째만 알고 앞의 둘을 빠뜨리면 브레이크포인트 사이 구간에서 계속 깨집니다.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미디어쿼리는 "몇 지점에서 크게 바꾸는" 도구일 뿐, 그 사이를 메우는 것은 유동 레이아웃입니다.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반드시 있어야 하는 한 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viewport 메타 태그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"viewport"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"width=device-width, initial-scale=1"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반드시 있어야 하는 한 줄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줄이 없으면 휴대폰 브라우저는 "이건 980px짜리 데스크톱 페이지겠지" 하고 통째로 축소해 보여 줍니다.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그러면 CSS가 보는 뷰포트 폭이 980px이 되어 미디어쿼리가 아예 발동하지 않습니다.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 CSS를 아무리 잘 써도 소용이 없어집니다.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반드시 있어야 하는 한 줄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user-scalable=no 나 maximum-scale=1 은 쓰지 마세요.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확대해서 봐야 하는 사람의 확대를 막는 것이라 접근성 위반입니다.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요즘 iOS는 이 설정을 무시하기도 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브레이크포인트를 정하는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흔히 "모바일 768px, 태블릿 1024px"처럼 외워 쓰지만, 이것은 기기 목록이 계속 바뀌기 때문에 좋은 기준이 아닙니다.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브레이크포인트를 정하는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좋은 기준은 하나뿐입니다 — 내 디자인이 깨지는 지점.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브레이크포인트를 찾는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창을 천천히 줄여 봅니다.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어색해지는 순간이 있습니다 — 글줄이 너무 길어지거나, 카드가 찌그러지거나, 여백이 사라지는 지점.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 지점에 브레이크포인트를 넣습니다.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값이 733px 같은 어중간한 숫자여도 상관없습니다.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개수는 적을수록 좋습니다.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브레이크포인트가 많을수록 유지보수가 기하급수로 어려워집니다. 보통 2~3개면 충분합니다.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유동 레이아웃을 먼저 잘 만들면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브레이크포인트가 덜 필요해집니다.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브레이크포인트를 정하는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6957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695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참고용 관례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800" y="2781300"/>
            <a:ext cx="52959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6800" y="2781300"/>
            <a:ext cx="5295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10800" y="2781300"/>
            <a:ext cx="69342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10800" y="2781300"/>
            <a:ext cx="6934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보통 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695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505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~480px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76800" y="34480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2050" y="34480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휴대폰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10800" y="3448050"/>
            <a:ext cx="6934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6050" y="3448050"/>
            <a:ext cx="6743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1열, 햄버거 메뉴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695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505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~768px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76800" y="41719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72050" y="41719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휴대폰·작은 태블릿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10800" y="4171950"/>
            <a:ext cx="6934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06050" y="4171950"/>
            <a:ext cx="6743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1~2열, 사이드바 접기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695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505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~1024px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76800" y="48958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72050" y="48958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태블릿·작은 노트북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10800" y="4895850"/>
            <a:ext cx="6934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6050" y="4895850"/>
            <a:ext cx="6743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2~3열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695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505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1025px~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76800" y="5619750"/>
            <a:ext cx="5295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72050" y="5619750"/>
            <a:ext cx="5105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데스크톱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10800" y="5619750"/>
            <a:ext cx="6934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06050" y="5619750"/>
            <a:ext cx="6743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전체 배치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모바일 우선(Mobile First)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두 방향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① 데스크톱 우선 — max-width로 좁혀 감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repeat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@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1024px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repeat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}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@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768px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{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② 모바일 우선 — min-width로 넓혀 감 (권장)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@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769px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{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repeat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}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@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media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1025px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grid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template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columns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repeat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minmax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1fr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 }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모바일 우선을 권하는 이유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방문자 대부분이 휴대폰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입니다. 기본 스타일이 모바일이면 휴대폰은 미디어쿼리를 읽을 필요조차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좁은 화면에서 무엇이 정말 필요한지 먼저 생각하게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됩니다. 넓은 화면부터 만들면 "모바일에서 뭘 빼지?"가 되어 결과가 나빠집니다.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CSS가 단순해집니다.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덮어쓰기가 아니라 더하기가 되기 때문입니다.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모바일 우선(Mobile First)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미디어쿼리는 좁은 것부터 넓은 것 순서로 씁니다.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순서가 뒤바뀌면 뒤에 온 규칙이 앞을 덮어 예상과 다르게 동작합니다.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여백과 컨테이너 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섹션마다 좌우 여백을 하드코딩하면 새 섹션을 추가할 때 조용히 빠뜨립니다.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여백과 컨테이너 폭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실제로 한 사이트에서 영역별 여백이 12/16/20/28px로 제각각인 채 오래 방치된 사례가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데스크톱만 맞아서 눈에 안 띄었던 것입니다.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변수 하나로 모으기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root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container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1280px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값은 "내용 폭" — 패딩 제외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container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1100px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항목이 긴 목록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container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prose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860px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산문 페이지 */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@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media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640px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{ :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root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28px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@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media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1024px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 :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root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40px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 }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inner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calc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container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+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padding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var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(--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pad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margin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auto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방식이 지키는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여백을 한 곳에서 바꾼다.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섹션을 추가해도 자동으로 같은 여백이 적용됩니다.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max-width 에 패딩을 포함시키지 않는다.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border-box에서 패딩이 바뀌면 내용 폭까지 흔들리기 때문입니다.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장식 요소도 같은 변수에 묶는다.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right: 14px 로 고정하면 본문 여백이 40px일 때 혼자 어긋납니다 → right: calc(var(--pad) + 4px).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전면 배경이 필요하면 2겹으로.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섹션(배경 전면) &gt; inner(폭 제한) 구조를 쓰되, 모든 inner가 같은 변수를 쓰게 합니다.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여백과 컨테이너 폭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패딩을 특정 폭에서 되레 줄이면 안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"화면이 넓어졌는데 여백이 줄어드는 역전"이 생깁니다.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실제로 1359px→1360px 경계에서 여백이 79.5px→64px로 줄어든 사례가 있었습니다 — 스크린샷으로는 절대 못 잡습니다.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이미지와 미디어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기본형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img, video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max-width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%;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부모보다 커지지 않는다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auto;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비율 유지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block;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아래 생기는 4px 틈 제거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레이아웃이 덜컹거리지 않게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 ① width/height 속성을 HTML에 지정 — 브라우저가 자리를 미리 잡는다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"photo.jpg"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"설명"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"800"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"600"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/* ② 또는 CSS에서 비율 고정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.thumb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aspect-ratio: 16 / 9;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object-fit: cover;   /* 비율이 안 맞으면 잘라서 채운다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이미지와 미디어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이미지가 로드되기 전에 높이가 0이었다가 갑자기 늘어나면 읽던 글이 아래로 밀립니다.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이것을 레이아웃 이동(layout shift)이라고 하며, 사용자 경험 지표에서 큰 감점 요인입니다.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 크기에 따라 다른 이미지 주기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&lt;img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"photo-800.jpg"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srcset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"photo-400.jpg 400w, photo-800.jpg 800w, photo-1600.jpg 1600w"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sizes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"(max-width: 768px) 100vw, 50vw"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alt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"설명"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&lt;!-- 브라우저가 화면 폭과 픽셀 밀도를 보고 알아서 고릅니다.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  휴대폰에 1600px 이미지를 내려보내지 않게 되어 로딩이 크게 빨라집니다. --&gt;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타이포그래피의 반응형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clamp — 최소·유동·최대를 한 줄에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h1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font-size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clamp(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1.75rem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4vw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1rem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3rem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             최소값     유동값      최대값 */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/* 화면이 좁으면 1.75rem, 넓으면 3rem, 그 사이는 부드럽게 변합니다.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   미디어쿼리를 여러 개 쓰지 않아도 됩니다. */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읽기 좋은 글의 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본문은 16px 아래로 내리지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글씨는 젊은 눈에도 피로합니다.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 줄에 45~75자.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너무 길면 다음 줄 시작점을 찾기 어렵습니다. 산문 페이지의 컨테이너를 860px 정도로 좁히는 이유입니다.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줄 간격은 1.6~1.8.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한국어는 글자가 조밀해 영문보다 조금 넉넉한 편이 읽기 좋습니다.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한국어 줄바꿈은 word-break: keep-all + overflow-wrap: break-word 한 세트.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좁은 화면일수록 이 차이가 크게 드러납니다.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반응형은 반드시 검증합니다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반응형은 눈으로 확인하지 않으면 깨진 줄도 모릅니다.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반응형은 반드시 검증합니다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빌드는 통과하고 콘솔도 조용하기 때문입니다.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검증 절차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개발자도구의 기기 도구 모음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(F12 → 휴대폰 아이콘)으로 360·390·430·768·1024·1280px를 차례로 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가로 스크롤이 생기는지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반드시 확인합니다. 생겼다면 어떤 요소가 넘치는지 Elements에서 하나씩 눌러 찾습니다.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브라우저 창 크기를 직접 조절하는 것은 정확하지 않습니다.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OS 창을 바꿀 뿐이라 브라우저 크롬과 스케일 때문에 CSS 뷰포트와 어긋납니다(요청 500px에 실제 606px이 나오는 식). 기기 도구 모음을 쓰세요.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여러 폭을 한 화면에 동시에 보려면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페이지를 폭이 다른 iframe 여러 개에 띄웁니다. iframe 안의 미디어쿼리는 iframe 폭 기준으로 평가되므로 정확합니다.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반응형은 반드시 검증합니다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고쳤다는 판정은 되돌려서 확인합니다.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고친 뒤만 재면 원래 안 깨져 있었어도 통과합니다.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고치고 잰다 ② 고치기 전 상태로 되돌려 다시 잰다 — 여기서 깨져야 판정이 사실이 됩니다 ③ 원복하고 전수 검증.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절차 없이 "고쳤다"고 말하면 안 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8.1 측정할 때 반복해 틀리는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잘못된 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5701748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570174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 틀리는가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3348" y="2781300"/>
            <a:ext cx="626165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3348" y="2781300"/>
            <a:ext cx="626165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올바른 방법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window.innerWidth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570174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551124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스크롤바를 포함해 11~15px 커 보임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83348" y="3448050"/>
            <a:ext cx="626165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8598" y="3448050"/>
            <a:ext cx="60711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document.documentElement.clientWidth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숨김 요소를 계산에 포함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171950"/>
            <a:ext cx="570174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171950"/>
            <a:ext cx="551124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display: none 인 0×0 요소가 대칭 판정을 망침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83348" y="4171950"/>
            <a:ext cx="626165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8598" y="4171950"/>
            <a:ext cx="60711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크기 0인 요소를 제외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블록 요소의 바운딩 박스로 글자 위치 판단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895850"/>
            <a:ext cx="5701748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895850"/>
            <a:ext cx="551124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h1 의 박스는 콘텐츠 폭 전체 — 글자는 훨씬 짧음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83348" y="4895850"/>
            <a:ext cx="626165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8598" y="4895850"/>
            <a:ext cx="607115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Range.getClientRects() 로 실제 글자 영역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이론 4장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8.1 측정할 때 반복해 틀리는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한계도 알아 두세요.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iOS Safari의 주소창 높이 변화, safe-area(노치), 터치 관성 스크롤은 데스크톱 브라우저로 재현할 수 없습니다.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그건 실제 기기로 확인해야 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웹 기술 이론 4장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웹 기술 이론 4장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반응형 설계 이론 — 본문과 도해는 학습사이트에서 다시 읽습니다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장 페이지 끝의 「이해했어요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함께 볼 주차: 6주차 · 7주차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질문은 반 전체가 같은 자리에서 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