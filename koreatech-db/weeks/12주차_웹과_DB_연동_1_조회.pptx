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웹과 DB 연동 1 (조회)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Node.js·Express·mysql2로 상품 목록 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브라우저–웹 서버–DBMS 3계층 구조와 각 계층의 역할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Node.js 프로젝트에 Express·mysql2를 설치해 daon DB에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결과를 HTML 표로 출력하는 조회 페이지 만들기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쿼리스트링으로 검색 조건을 받아 WHERE 절에 반영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인젝션의 원리와 파라미터 바인딩(?)의 필요성 설명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상품 목록을 웹 페이지에 띄웁니다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웹과 데이터베이스가 만나는 구조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환경 준비 — Node.js · Express · mysql2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첫 조회 페이지 — 상품 목록을 웹 표로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검색 조건 추가 — 쿼리스트링과 WHERE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파라미터 바인딩 — ? 하나가 회사를 지킨다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웹과 데이터베이스가 만나는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3계층(3-Tier) 아키텍처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프레젠테이션 계층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 (크롬 등)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 표시, 사용자 입력을 웹 서버로 전송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애플리케이션 계층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서버 (Node.js + Express)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요청을 받아 SQL 실행, 결과를 HTML로 조립해 응답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데이터 계층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DBMS (MySQL)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저장·조회, 무결성·권한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사내 재고 조회·쇼핑몰 관리자·회원 관리 — 거의 모든 업무 화면이 이 구조 위에서 돌아간다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고객은 SQL을 모른다 — 웹 서버가 고객 대신 SELECT를 실행하고 결과를 화면으로 바꿔 보여 준다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웹과 데이터베이스가 만나는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주소 하나를 열면 일어나는 다섯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193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예: 브라우저에서 http://localhost:3000/products 를 연다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5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브라우저가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주소를 요청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8241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305175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19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라우트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724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서버의 라우트가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준비된 SQL 실행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7425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8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8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003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 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908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MySQL이 결과 행을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서버에 돌려줌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66609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01852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18520" y="3305175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187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HTML 조립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092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서버가 결과를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표로 조립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395793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431036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31036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31036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371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6276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브라우저가 받은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HTML을 그림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수업의 웹 서버 = 자바스크립트 기반 Node.js + Express (Java Spring·Python Django 등도 같은 구조)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웹과 데이터베이스가 만나는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브라우저가 DB에 직접 접속하지 않는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접속 정보 노출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비밀번호가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방문자에게 그대로 드러난다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권한 통제 불가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어떤 SQL을 실행할지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막을 방법이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연결 폭증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이용자 수만큼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연결이 늘어난다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10주차 GRANT가 여기서 빛을 발한다 — 웹 서버용 DB 계정에 필요한 권한만 주면 피해 범위가 제한된다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설치 확인과 프로젝트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터미널 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참고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669925"/>
          </a:xfrm>
          <a:prstGeom prst="roundRect">
            <a:avLst>
              <a:gd name="adj" fmla="val 853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669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Node.js 설치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914650"/>
            <a:ext cx="7543800" cy="517525"/>
          </a:xfrm>
          <a:prstGeom prst="roundRect">
            <a:avLst>
              <a:gd name="adj" fmla="val 1472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2976245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node -v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버전 번호가 나오면 설치됨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622675"/>
            <a:ext cx="4000500" cy="669925"/>
          </a:xfrm>
          <a:prstGeom prst="roundRect">
            <a:avLst>
              <a:gd name="adj" fmla="val 853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622675"/>
            <a:ext cx="57150" cy="669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622675"/>
            <a:ext cx="34671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npm 설치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698875"/>
            <a:ext cx="7543800" cy="517525"/>
          </a:xfrm>
          <a:prstGeom prst="roundRect">
            <a:avLst>
              <a:gd name="adj" fmla="val 1472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3760470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npm -v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622675"/>
            <a:ext cx="38100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Node.js와 함께 설치된다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406900"/>
            <a:ext cx="4000500" cy="669925"/>
          </a:xfrm>
          <a:prstGeom prst="roundRect">
            <a:avLst>
              <a:gd name="adj" fmla="val 853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406900"/>
            <a:ext cx="57150" cy="669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406900"/>
            <a:ext cx="34671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폴더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483100"/>
            <a:ext cx="7543800" cy="517525"/>
          </a:xfrm>
          <a:prstGeom prst="roundRect">
            <a:avLst>
              <a:gd name="adj" fmla="val 1472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4544695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mkdir daon-web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191125"/>
            <a:ext cx="4000500" cy="669925"/>
          </a:xfrm>
          <a:prstGeom prst="roundRect">
            <a:avLst>
              <a:gd name="adj" fmla="val 853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5191125"/>
            <a:ext cx="57150" cy="669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09700" y="5191125"/>
            <a:ext cx="34671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폴더로 이동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72100" y="5267325"/>
            <a:ext cx="7543800" cy="517525"/>
          </a:xfrm>
          <a:prstGeom prst="roundRect">
            <a:avLst>
              <a:gd name="adj" fmla="val 1472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deckgen:code"/>
          <p:cNvSpPr txBox="1"/>
          <p:nvPr/>
        </p:nvSpPr>
        <p:spPr>
          <a:xfrm>
            <a:off x="5524500" y="5328920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cd daon-web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5975350"/>
            <a:ext cx="4000500" cy="669925"/>
          </a:xfrm>
          <a:prstGeom prst="roundRect">
            <a:avLst>
              <a:gd name="adj" fmla="val 853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5975350"/>
            <a:ext cx="57150" cy="669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09700" y="5975350"/>
            <a:ext cx="34671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시작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72100" y="6051550"/>
            <a:ext cx="7543800" cy="517525"/>
          </a:xfrm>
          <a:prstGeom prst="roundRect">
            <a:avLst>
              <a:gd name="adj" fmla="val 1472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deckgen:code"/>
          <p:cNvSpPr txBox="1"/>
          <p:nvPr/>
        </p:nvSpPr>
        <p:spPr>
          <a:xfrm>
            <a:off x="5524500" y="6113145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npm init -y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39750" y="5975350"/>
            <a:ext cx="38100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package.json 생성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" y="6759575"/>
            <a:ext cx="4000500" cy="669925"/>
          </a:xfrm>
          <a:prstGeom prst="roundRect">
            <a:avLst>
              <a:gd name="adj" fmla="val 853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" y="6759575"/>
            <a:ext cx="57150" cy="669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09700" y="6759575"/>
            <a:ext cx="34671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패키지 설치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72100" y="6835775"/>
            <a:ext cx="7543800" cy="517525"/>
          </a:xfrm>
          <a:prstGeom prst="roundRect">
            <a:avLst>
              <a:gd name="adj" fmla="val 14723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deckgen:code"/>
          <p:cNvSpPr txBox="1"/>
          <p:nvPr/>
        </p:nvSpPr>
        <p:spPr>
          <a:xfrm>
            <a:off x="5524500" y="6897370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npm install express mysql2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39750" y="6759575"/>
            <a:ext cx="3810000" cy="669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node_modules 생성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버전이 안 나오면 nodejs.org에서 LTS 설치 후 터미널을 새로 연다 — 윈도우는 명령 프롬프트 또는 PowerShell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설치한 두 패키지의 역할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express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서버 프레임워크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주소(라우트)별로 실행할 코드를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mysql2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Node.js에서 MySQL에 접속해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SQL을 실행하는 드라이버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설치 후 생기는 node_modules(설치된 패키지)·package.json(프로젝트 설정)은 지우거나 고치지 않고 그대로 둔다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db-test.js — daon 데이터베이스 연결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096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342704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342704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618738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618738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894772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894772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170807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170807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446842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446842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4722876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4722876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5274945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5274945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14500" y="5550980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14500" y="5550980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14500" y="6103048"/>
            <a:ext cx="95250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6103048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31" name="deckgen:code"/>
          <p:cNvSpPr txBox="1"/>
          <p:nvPr/>
        </p:nvSpPr>
        <p:spPr>
          <a:xfrm>
            <a:off x="1885950" y="2514600"/>
            <a:ext cx="9182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mysql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require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'mysql2/promise'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mysql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createConnection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({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host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'localhost'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 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MySQL 서버 위치 — 내 컴퓨터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'root'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      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접속 계정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password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'본인 비밀번호'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← 이 줄만 본인 환경에 맞게 수정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database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'daon'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  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사용할 데이터베이스 이름 (USE daon; 과 같은 역할)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});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'SELECT COUNT(*) AS cnt FROM products'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'상품 수:'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상품 수: 10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39500" y="263356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87150" y="246211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87150" y="246211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001500" y="2343150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2301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2301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0" y="2457450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mysql2 불러오기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/promise = async/await 문법으로 쓴다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2395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4871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871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001500" y="3648075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0015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2301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2301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0" y="3762375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4–9행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DB에 연결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 정보는 Workbench와 같다 — 비밀번호 줄만 수정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239500" y="553193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487150" y="536048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87150" y="536048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001500" y="4953000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015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2301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2301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0" y="5067300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11–12행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실행과 결과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[rows] = 결과의 첫 칸(행들) · rows[0].cnt = AS 별칭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239500" y="622201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487150" y="605056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87150" y="605056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001500" y="6257925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0015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22301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2301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0" y="6372225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연결 닫기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닫지 않으면 프로그램이 끝나지 않는다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daon-web 폴더에 db-test.js로 저장 → 터미널에서 node db-test.js → 「상품 수: 10」이면 성공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첫 조회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app.js ① 패키지와 커넥션 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096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03779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03779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382137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382137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960495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960495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249674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249674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538853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538853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4828032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4828032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5117211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5117211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14500" y="5406390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14500" y="5406390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14500" y="5695569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5695569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14500" y="5984748"/>
            <a:ext cx="9525000" cy="289179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14500" y="5984748"/>
            <a:ext cx="47625" cy="289179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ts val="2276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33" name="deckgen:code"/>
          <p:cNvSpPr txBox="1"/>
          <p:nvPr/>
        </p:nvSpPr>
        <p:spPr>
          <a:xfrm>
            <a:off x="1885950" y="2514600"/>
            <a:ext cx="9182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76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express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require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'express'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웹 서버 프레임워크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mysql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require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'mysql2/promise'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MySQL 드라이버 (async/await 버전)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express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pool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mysql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createPool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({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host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'localhost'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'root'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password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'본인 비밀번호'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← 이 줄만 본인 환경에 맞게 수정 (실무는 환경 변수로)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database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'daon'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connectionLimit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동시에 유지할 연결 수 최대 10개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'utf8mb4'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한글·이모지가 깨지지 않도록 문자 집합 지정</a:t>
            </a:r>
          </a:p>
          <a:p>
            <a:pPr algn="l">
              <a:lnSpc>
                <a:spcPts val="2276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239500" y="278472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87150" y="261327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87150" y="261327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001500" y="2343150"/>
            <a:ext cx="5143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2301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2301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0" y="2457450"/>
            <a:ext cx="4133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1–2행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패키지 두 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서버 프레임워크와 MySQL 드라이버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39500" y="350767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487150" y="333622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87150" y="333622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001500" y="4083050"/>
            <a:ext cx="5143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2301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2301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0" y="4197350"/>
            <a:ext cx="4133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Express 앱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서버 본체 — 여기에 라우트를 붙인다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39500" y="509816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487150" y="492671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87150" y="492671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001500" y="5822950"/>
            <a:ext cx="5143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0015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2301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2301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0" y="5937250"/>
            <a:ext cx="4133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6–13행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커넥션 풀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연결을 미리 만들어 두고 돌려쓴다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요청마다 새로 접속·해제하면 느리고, 접속자가 많으면 DB가 버티지 못한다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첫 조회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app.js ② /products 라우트 — SQL 결과를 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096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014091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014091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263836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263836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513582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513582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013073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013073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262818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262818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4512564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4512564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4762310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4762310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14500" y="5012055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14500" y="5012055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14500" y="5261800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5261800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14500" y="5511546"/>
            <a:ext cx="9525000" cy="24974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14500" y="5511546"/>
            <a:ext cx="47625" cy="24974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ts val="1966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33" name="deckgen:code"/>
          <p:cNvSpPr txBox="1"/>
          <p:nvPr/>
        </p:nvSpPr>
        <p:spPr>
          <a:xfrm>
            <a:off x="1885950" y="2514600"/>
            <a:ext cx="9182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'/products'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pool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'SELECT prod_id, name, category, price, stock FROM products ORDER BY prod_id'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'&lt;meta charset="utf-8"&gt;&lt;h1&gt;다온유통 상품 목록&lt;/h1&gt;'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+=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'&lt;table border="1" cellpadding="6"&gt;'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  </a:t>
            </a: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표 시작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+=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'&lt;tr&gt;&lt;th&gt;상품번호&lt;/th&gt;&lt;th&gt;상품명&lt;/th&gt;&lt;th&gt;카테고리&lt;/th&gt;&lt;th&gt;판매가&lt;/th&gt;&lt;th&gt;재고&lt;/th&gt;&lt;/tr&gt;'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of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+=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'&lt;tr&gt;&lt;td&gt;'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prod_id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'&lt;/td&gt;&lt;td&gt;'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'&lt;/td&gt;&lt;td&gt;'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+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category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'&lt;/td&gt;&lt;td&gt;'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'&lt;/td&gt;&lt;td&gt;'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'&lt;/td&gt;&lt;/tr&gt;'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}</a:t>
            </a:r>
          </a:p>
          <a:p>
            <a:pPr algn="l">
              <a:lnSpc>
                <a:spcPts val="1966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+=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'&lt;/table&gt;'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                             </a:t>
            </a: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표 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239500" y="262042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87150" y="244897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87150" y="244897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001500" y="2343150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2301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2301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0" y="2457450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라우트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주소로 GET 요청이 올 때만 실행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39500" y="336965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487150" y="319820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87150" y="319820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001500" y="3648075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2301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2301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0" y="3762375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17–19행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pool.query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격자의 한 줄 = rows 배열의 원소 하나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39500" y="436864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487150" y="419719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87150" y="419719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001500" y="4953000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0015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2301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2301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0" y="5067300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21–23행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HTML 조립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meta charset은 한글 깨짐 방지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39500" y="524275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487150" y="507130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87150" y="5071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001500" y="6257925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0015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2301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2301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01600" y="6372225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24–27행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행마다 &lt;tr&gt;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p.name처럼 SELECT 컬럼명 그대로 꺼낸다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await를 빠뜨리면 rows에 결과가 아니라 「약속(Promise)」 객체가 들어가 화면이 깨진다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첫 조회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app.js ③ 응답과 서버 시작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'조회 실패: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message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listen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'서버 실행 중: http://localhost:3000/products'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res.send로 HTML 응답 · 실패하면 500(서버 쪽 오류) · 3000번 포트에서 대기 — 실행: node app.js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첫 조회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실행과 접속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명령 · 주소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참고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서버 켜기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9146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30984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node app.js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「서버 실행 중」 메시지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8671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8671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8671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브라우저로 접속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9433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41271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http://localhost:3000/products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8671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상품 10종이 표로 나온다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8958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8958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8958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서버 끄기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9720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51558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Ctrl+C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0" y="48958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터미널에서 누른다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59245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59245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9700" y="59245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고친 코드 반영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2100" y="60007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deckgen:code"/>
          <p:cNvSpPr txBox="1"/>
          <p:nvPr/>
        </p:nvSpPr>
        <p:spPr>
          <a:xfrm>
            <a:off x="5524500" y="61845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node app.js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39750" y="59245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끄고 다시 켜야 반영된다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화면이 안 바뀌면 서버 재시작부터 확인한다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첫 조회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막혔을 때 먼저 보는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1033462"/>
          </a:xfrm>
          <a:prstGeom prst="roundRect">
            <a:avLst>
              <a:gd name="adj" fmla="val 5529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1033462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221831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218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node -v에 버전이 안 나온다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317081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1033462"/>
          </a:xfrm>
          <a:prstGeom prst="roundRect">
            <a:avLst>
              <a:gd name="adj" fmla="val 5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Node.js가 설치되지 않았다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317081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1033462"/>
          </a:xfrm>
          <a:prstGeom prst="roundRect">
            <a:avLst>
              <a:gd name="adj" fmla="val 5529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1033462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221831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2218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nodejs.org에서 LTS 설치 후 터미널을 새로 연다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062412"/>
            <a:ext cx="5334000" cy="1033462"/>
          </a:xfrm>
          <a:prstGeom prst="roundRect">
            <a:avLst>
              <a:gd name="adj" fmla="val 5529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4062412"/>
            <a:ext cx="57150" cy="1033462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388644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38864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4062412"/>
            <a:ext cx="432435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db-test.js 실행 시 에러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483894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4062412"/>
            <a:ext cx="4495800" cy="1033462"/>
          </a:xfrm>
          <a:prstGeom prst="roundRect">
            <a:avLst>
              <a:gd name="adj" fmla="val 5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4062412"/>
            <a:ext cx="396240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비밀번호·DB 이름 오타, MySQL 서버 미실행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483894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4062412"/>
            <a:ext cx="5334000" cy="1033462"/>
          </a:xfrm>
          <a:prstGeom prst="roundRect">
            <a:avLst>
              <a:gd name="adj" fmla="val 5529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4062412"/>
            <a:ext cx="57150" cy="1033462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388644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38864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4062412"/>
            <a:ext cx="432435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에러 메시지 전체를 생성형 AI에 붙여 원인을 물어본다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5229225"/>
            <a:ext cx="5334000" cy="1033462"/>
          </a:xfrm>
          <a:prstGeom prst="roundRect">
            <a:avLst>
              <a:gd name="adj" fmla="val 5529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5229225"/>
            <a:ext cx="57150" cy="1033462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5555456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55545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5229225"/>
            <a:ext cx="432435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화면이 깨지거나 표가 안 나온다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650706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5229225"/>
            <a:ext cx="4495800" cy="1033462"/>
          </a:xfrm>
          <a:prstGeom prst="roundRect">
            <a:avLst>
              <a:gd name="adj" fmla="val 5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5229225"/>
            <a:ext cx="396240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pool.query 앞의 await를 빠뜨렸다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650706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5229225"/>
            <a:ext cx="5334000" cy="1033462"/>
          </a:xfrm>
          <a:prstGeom prst="roundRect">
            <a:avLst>
              <a:gd name="adj" fmla="val 5529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5229225"/>
            <a:ext cx="57150" cy="1033462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5555456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555545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5229225"/>
            <a:ext cx="432435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await pool.query(...)로 결과를 기다린다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396038"/>
            <a:ext cx="5334000" cy="1033462"/>
          </a:xfrm>
          <a:prstGeom prst="roundRect">
            <a:avLst>
              <a:gd name="adj" fmla="val 5529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6396038"/>
            <a:ext cx="57150" cy="1033462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6722269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67222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6396038"/>
            <a:ext cx="432435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코드를 고쳤는데 화면이 그대로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6817519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6396038"/>
            <a:ext cx="4495800" cy="1033462"/>
          </a:xfrm>
          <a:prstGeom prst="roundRect">
            <a:avLst>
              <a:gd name="adj" fmla="val 5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6396038"/>
            <a:ext cx="396240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서버가 고치기 전 코드로 실행 중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6817519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6396038"/>
            <a:ext cx="5334000" cy="1033462"/>
          </a:xfrm>
          <a:prstGeom prst="roundRect">
            <a:avLst>
              <a:gd name="adj" fmla="val 5529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6396038"/>
            <a:ext cx="57150" cy="1033462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6722269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67222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6396038"/>
            <a:ext cx="4324350" cy="1033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Ctrl+C로 끄고 node app.js로 다시 켠다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실무에서는 err.message를 화면에 그대로 노출하지 않는다 — SQL 구조가 드러날 수 있다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검색 조건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쿼리스트링 — 주소 뒤 ?이름=값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193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/search?category=식품 으로 접속하면 Express가 그 값을 req.query.category로 꺼내 준다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305175"/>
            <a:ext cx="36576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/search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?category=식품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0537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578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3305175"/>
            <a:ext cx="36576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11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req.query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02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category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'식품'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2017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3305175"/>
            <a:ext cx="36576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59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WHERE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category = ?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 바인딩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313497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4874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487400" y="3305175"/>
            <a:ext cx="36576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207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398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식품 상품을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목록으로 응답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새 라우트는 app.js의 app.listen(...) 윗줄에 이어 붙인다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검색 조건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카테고리 검색 라우트 (app.js에 추가)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987802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987802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461004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461004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697605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697605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934206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934206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170807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170807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644009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644009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4880610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4880610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5117211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5117211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14500" y="5353812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14500" y="5353812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14500" y="5590413"/>
            <a:ext cx="8953500" cy="236601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5590413"/>
            <a:ext cx="47625" cy="236601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ts val="1863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3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'/search'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category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category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쿼리스트링에서 값 읽기 (예: '식품')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pool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'SELECT prod_id, name, price, stock FROM products WHERE category = ? ORDER BY prod_id'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[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category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? 자리에 값이 안전하게 들어간다 (파라미터 바인딩)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'&lt;meta charset="utf-8"&gt;&lt;h1&gt;'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category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 상품&lt;/h1&gt;&lt;ul&gt;'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of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+=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'&lt;li&gt;'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 — 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'원 (재고 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')&lt;/li&gt;'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}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+=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'&lt;/ul&gt;'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   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브라우저로 응답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500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'조회 실패: '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message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실패 시 500 오류로 응답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ts val="1863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8000" y="308705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15650" y="291560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15650" y="291560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값 읽기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req.query.category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68000" y="39151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15650" y="37437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15650" y="37437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5–8행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? 플레이스홀더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값은 두 번째 인자 배열로 따로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68000" y="521646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15650" y="504501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15650" y="50450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10–14행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&lt;ul&gt; 목록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하나 = &lt;li&gt; 한 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SQL 안의 ?는 「값이 들어올 자리」만 표시한다 — 문자열 이어 붙이기 금지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검색 조건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주소만 바꾸면 결과가 바뀐다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접속 주소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7226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실행되는 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/search?category=식품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category = '식품'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3건 (P003·P004·P005)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/search?category=가전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category = '가전'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2건 (P001·P002)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/search?category=생활용품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category = '생활용품'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3건 (P006·P007·P008)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/search?category=문구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category = '문구'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2건 (P009·P010)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상품 목록에 &lt;a href="/search?category=식품"&gt;식품&lt;/a&gt; 같은 링크 네 개 = 쇼핑몰의 카테고리 메뉴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파라미터 바인딩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취약한 코드 vs 안전한 코드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✗ 위험: 사용자 입력을 문자열로 직접 이어 붙임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input 은 사용자가 화면에 입력한 값. 무엇이 들어올지 서버는 알 수 없다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sql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"SELECT * FROM customers WHERE cust_id = '"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"'"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입력값이  ' OR '1'='1  이면 완성되는 SQL은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  SELECT * FROM customers WHERE cust_id = '' OR '1'='1'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→ 조건이 항상 참이 되어 전체 고객 명단(이메일·포인트 포함)이 통째로 유출된다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입력값 속의 따옴표(')가 SQL 문법의 일부로 해석되는 것이 문제의 핵심이다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✓ 안전: 파라미터 바인딩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SQL 문장은 ? 로 고정해 두고, 값은 배열로 따로 넘긴다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pool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'SELECT * FROM customers WHERE cust_id = ?'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[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입력값은 항상 "데이터"로만 취급되어 SQL의 구조를 바꿀 수 없다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같은  ' OR '1'='1  을 넣어도 "그런 글자의 고객번호"를 찾을 뿐이라 0건이 나온다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입력값으로 SQL 구조를 조작하는 공격 = SQL 인젝션(SQL Injection)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파라미터 바인딩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입력 ' OR '1'='1 의 두 결말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✗ 문자열 이어 붙이기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따옴표가 SQL 문법으로 해석된다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248311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2483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완성된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8961" y="4838700"/>
            <a:ext cx="562873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1361" y="4838700"/>
            <a:ext cx="53239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cust_id = '' OR '1'='1'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248311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2483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8961" y="5400675"/>
            <a:ext cx="562873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91361" y="5400675"/>
            <a:ext cx="53239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항상 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248311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2483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8961" y="5962650"/>
            <a:ext cx="562873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91361" y="5962650"/>
            <a:ext cx="53239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고객 명단 유출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✓ ? 바인딩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입력값은 항상 「데이터」로만 취급된다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입력값 취급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30273" y="483870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82673" y="483870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그런 글자의 고객번호(데이터)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 구조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30273" y="5400675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82673" y="5400675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바뀌지 않는다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30273" y="596265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82673" y="596265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0건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파라미터 바인딩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인젝션을 막는 네 가지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6384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9718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7336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파라미터 바인딩을 항상 사용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 입력이 SQL에 들어가는 자리는 예외 없이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8576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41910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9528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최소 권한 원칙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서버용 DB 계정에 DROP·GRANT 권한을 주지 않는다 (10주차 DCL)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0768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4102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51720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오류 메시지 숨기기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문이나 테이블 구조를 그대로 노출하지 않는다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62960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6294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63912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비밀번호는 환경 변수로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 비밀번호를 코드에 남기지 않는 것이 실무 표준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SQL 인젝션은 기술 문제가 아니라 회사 존폐 문제 — 개인정보 유출은 손해배상·과징금·신뢰 상실로 이어진다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802130"/>
          </a:xfrm>
          <a:prstGeom prst="roundRect">
            <a:avLst>
              <a:gd name="adj" fmla="val 3171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1230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사용자 입력값을 문자열 연결로 SQL에 그대로 붙였을 때, 공격자가 ' OR '1'='1 같은 입력으로 쿼리의 의미를 바꿔 버리는 공격은?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XSS(크로스 사이트 스크립팅)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CSRF(요청 위조)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인젝션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스니핑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SQL 인젝션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인젝션은 입력값이 SQL 문법으로 해석되면서 발생합니다. 고객 조회 화면 하나가 뚫리면 고객 명단 전체가 유출될 수 있으므로, 입력값은 반드시 파라미터 바인딩으로 전달해야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12주차 핵심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브라우저–웹 서버–DBMS 3계층, 브라우저는 DB에 직접 접속하지 않는다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Express 라우트 app.get('/주소', 함수)가 주소와 SQL 실행을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pool.query() 결과 rows를 HTML로 조립해 res.send()로 응답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 조건은 쿼리스트링(req.query)으로 받아 WHERE의 ?에 바인딩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 입력은 예외 없이 파라미터 바인딩 — SQL 인젝션 방어의 기본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다음 주는 조회에 등록·수정·삭제를 더해 CRUD를 완성합니다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13주차 · 웹과 DB 연동 2 (CRUD)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CRUD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 화면의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가지 기본 동작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폼에서 받은 값을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INSERT로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수정과 삭제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UPDATE·DELETE와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affectedRows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등록을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묶음으로 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12주차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12주차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app.js에 라우트를 더해 가며 다온유통 업무 화면을 만들어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3계층 구조와 요청 흐름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Node.js·Express·mysql2 설치와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/products 조회 페이지와 /search 검색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? 바인딩으로 SQL 인젝션 방어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문제 w12-1~9 · 퀴즈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