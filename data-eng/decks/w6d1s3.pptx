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실시간 데이터와 Kafka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 여덟 개를 우체국으로, 6-2 준비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용어 여덟 개를 우체국 비유로 한 장에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 명령 일곱 개를 「하려는 일」로 떠올린다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kafka 뒤 이미지·메모리로 6-2 준비를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kafka-get-offsets.sh 가 찍어 준 파티션별 오프셋 값을 옆 사람과 비교해 보세요 — 키를 어떻게 줬느냐로 달라집니다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용어 여덟 개 — 우체국 비유와 한 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우체국 비유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정의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우체국 건물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메시지를 저장하고 전달하는 서버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969544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3969544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사서함 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3969544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3969544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종류별 통로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491038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491038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사서함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491038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491038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토픽을 나눈 칸 · 병렬과 순서의 단위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오프셋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012531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012531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편지 일련번호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012531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012531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안의 위치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5534025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5534025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편지 부치는 사람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5534025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5534025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메시지를 보내는 쪽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055519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055519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편지 찾으러 오는 사람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6055519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9250" y="6055519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메시지를 읽는 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 그룹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6577012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8650" y="6577012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6577012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39250" y="6577012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그룹 나눠 읽기 · 다른 그룹 각자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KRaft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7098506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7098506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0" y="7098506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39250" y="7098506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ZooKeeper 없이 도는 최신 구조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Kafka 의 편지는 꺼내 읽어도 사라지지 않는다 — 여러 부서가 각자 자기 속도로 같은 편지를 읽는다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 명령 일곱 개 — 하려는 일로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만들기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--create --topic T --partitions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목록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044043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044043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--list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상세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640036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640036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--describe --topic 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보내기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236029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236029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kafka-console-producer.sh --topic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5832021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5832021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kafka-console-consumer.sh --topic T [--from-beginning]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 함께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6428014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6428014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parse.key=true --property key.separator=: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오프셋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63440" y="7024007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8690" y="7024007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kafka-get-offsets.sh --topic 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앞에 docker exec kafka /opt/kafka/bin/ 과 --bootstrap-server localhost:9092 를 붙인다 · 단일 브로커는 --replication-factor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배치와 스트리밍의 차이를 처리 단위·지연 관점에서 설명했다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「늦게 알면 가치가 없어지는가」로 스트리밍 필요 여부를 판단한다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이벤트 시간과 처리 시간의 차이를 설명할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토픽·파티션·오프셋을 우체국 비유로, 순서는 파티션 안에서만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로 단일 브로커를 기동하고 토픽을 만들어 송수신했다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를 재시작해도 이전 메시지가 남아 있음을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--from-beginning 유무로 읽는 시작점이 달라지는 것을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키 → 같은 파티션, kafka-get-offsets.sh 로 오프셋이 느는 것을 봤다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직후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Exited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이름 컨테이너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9092 포트 점유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rm -f kafka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-i :9092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kafka-topics.sh 에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refused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브로커가 아직 기동 중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이거나 죽어 있음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kafka 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Server started 까지 대기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호스트 CLI·GUI 접속은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되는데 송수신 끊김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advertised.listeners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알려 준 주소로 재접속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오늘은 docker exec 로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리스너는 6-2 에서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replication-factor 2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토픽이 안 만들어짐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 1대 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복제본 둘 곳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 브로커에서는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 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docker exec 로 컨테이너 안에서 실습하면 리스너 문제가 없다 — 리스너 설정은 6-2 에서 정식으로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는 데이터베이스인가요?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아니다 — 조회·수정이 아니라 「흘려보내고 보관하는」 것이 목적. 보존 기간 동안 되감아 읽을 수는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메시지는 얼마나 보관되나요?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7일 — 토픽마다 설정할 수 있고, 용량 기준으로도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RabbitMQ 같은 큐와 뭐가 다른가요?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큐는 읽으면 사라지고, Kafka 는 남는다 — 그래서 여러 소비자가 각자 읽을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파티션은 몇 개가 적당한가요?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동시에 읽을 컨슈머 수만큼이 출발점 — 늘릴 수는 있지만 줄일 수는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차시(6-2)를 위한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컨테이너는 지우고, 이미지와 메모리는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6-2 에서 compose 로 다시 만든다 — 지워도 된다(9092 포트 충돌 방지)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| grep kafka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apache/kafka:3.7.0 이미지는 남겨 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info | grep -i "total memory"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8GB 이상 — 6-2 에서는 컨테이너가 늘어난다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4·5주차 컨테이너가 떠 있으면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 으로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내려 두기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6-2 · Docker 기반 Kafka 클러스터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KRaft 필수 설정과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리스너 2계층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2.5H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토픽 관리 + 메시지 흐름·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컨슈머 그룹 검증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파일 리뷰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체크리스트·질의응답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rm -f kafka 로 9092 비우기 · 작업 폴더 week6/ · 이번 주 내내 쓸 docker-compose.yml 하나로 관리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6-2 Docker 기반 Kafka 클러스터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로 KRaft 단일 브로커를 정식 구성하고, 리스너 2계층과 컨슈머 그룹·랙을 다룹니다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로 KRaft 단일 브로커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listeners 와 advertised.listeners 의 차이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생성·조회·설정 변경 CLI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kafka-consumer-groups.sh 로 랙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kafka · week6/ 폴더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