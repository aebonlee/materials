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경영 실습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실습 DB 따라하기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Workbench 에서 실습 데이터베이스를 만들고 첫 질문을 던지기까지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 안내를 마치면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할 수 있게 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Workbench 로 서버에 접속하고 쿼리 창에서 SQL 을 실행한다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DB daon 을 만들고 테이블 5개와 데이터를 넣는다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 확인으로 구축이 맞는지 스스로 검증한다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질문 세 개를 SQL 로 바꿔 답을 얻는다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엉켰을 때 1분 만에 처음 상태로 되돌린다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 주차 예제·퀴즈·시험이 공유하는 정본 DB — 한 번 만들면 학기 내내 쓴다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다온유통 — 온라인 쇼핑몰 + 오프라인 영업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가상의 중소 유통회사, 표 5개로 담았다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상품 4 카테고리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가전·식품·생활용품·문구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 3 등급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VIP·GOLD·SILVER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10명, 적립 포인트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직원 4 부서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영업·마케팅·물류·경영지원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8명, 자기참조 조직도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15건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오프라인은 담당 직원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온라인 7건은 담당 없음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DB 하나로 고객 관리·상품 재고·주문 매출·인사까지 경영 현장의 기본 질문에 SQL 로 답한다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테이블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표 5개가 어떻게 이어지는가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10명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등급·포인트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15건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고객·담당·상태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상세 25행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수량·주문 시점 단가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 10종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카테고리·가격·재고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employees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직원 8명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orders.emp_id 가 참조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주문(M) : 상품(N) 을 풀어 주는 연결 표가 order_items — 복합 기본키(order_id, prod_id)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customers(1) — (N)orders(1) — (N)order_items(N) — (1)products · orders 는 담당 employees 를, employees.manager_id 는 자기 표를 참조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교육 장치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데이터에 숨겨 둔 연습 포인트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C010 서지안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주문이 없는 고객 — LEFT JOIN·NOT EXISTS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P010 A5 스프링 노트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번도 주문되지 않은 상품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P004 제주 감귤 3kg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0(품절)이지만 과거 주문은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591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65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6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E008 조하늘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연봉 협상 중 salary NULL — AVG 에서 빠진다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4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04000" y="5591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26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7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1005·1013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상태 — 매출 집계에서 빼야 하는 이유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65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65000" y="5591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8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온라인 주문 7건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 직원 emp_id NULL — IS NULL·IFNULL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따라하기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아홉 단계 한눈에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준비 → 접속 → DB 만들기 → 표 만들기 → 데이터 넣기 → 확인 → 첫 질문 → 시나리오 → 초기화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준비·접속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8.0 + Workbench, root 비밀번호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만들기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daon 생성 → 표 5개(DDL) → 데이터(DML)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 8·10·10·15·25 와 한글 표시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VIP·품절·총매출 세 문장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되돌리기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DROP DATABASE daon; 뒤 재실행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STEP 1·2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준비물 확인, 서버 접속, 쿼리 탭 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준비물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8.0 서버 + Workbench(또는 DBeaver) — 설치는 1주차 6절, root 비밀번호 준비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접속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화면의 「Local instance MySQL80」 더블클릭 → 비밀번호 입력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쿼리 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File → New Query Tab (Ctrl+T, 맥 ⌘T) — SQL 은 전부 이 창에서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실행 버튼 두 가지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⚡ 전체 실행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Ctrl+Enter 한 문장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「Local instance」 상자가 없으면 서버가 꺼져 있거나 설치가 안 된 것 — 1주차 6절 오류 표의 「서비스 시작」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DB daon 만들고 선택하기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두 줄 — 만들기(IF NOT EXISTS · utf8mb4) + 선택하기(USE)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CREATE DATABASE IF NOT EXISTS daon DEFAULT CHARACTER SET utf8mb4;   USE daon;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Output 창 초록 체크 2개 · SCHEMAS 새로고침(↻)하면 daon 이 보인다 · 「No database selected」는 USE 누락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STEP 4·5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표 5개 만들기(DDL) → 데이터 넣기(DML)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스키마 스크립트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사이트 「구축 스크립트 ①」 복사 버튼 → 쿼리 창 붙여넣기 → ⚡ 전체 실행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순서는 그대로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부모(직원·고객·상품) 먼저, 자식(주문 → 주문 상세) 나중 — 이미 잡혀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시드 스크립트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「구축 스크립트 ②」 같은 방법으로 — INSERT 5개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Output 창 읽기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① 초록 체크 7개 · ② 「8 · 10 · 10 · 15 · 25 row(s) affected」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SCHEMAS 에서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daon → Tables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표 5개가 보이면 성공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STEP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제대로 들어갔는지 확인하기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25222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기대 건수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다르면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employees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4480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9010" y="34480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② 시드가 중간에 끊김 — 초기화 뒤 재실행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1719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9010" y="41719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이름이 ??? 로 보이면 utf8mb4 누락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products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48958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9010" y="48958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P004 stock 0 · P010 주문 없음이 보여야 정상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56197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9010" y="56197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2건(1005·1013) 포함한 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63436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9010" y="63436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15건에 상품 25행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이어서 SELECT * FROM customers; 로 표 하나를 열어 한글이 제대로 보이는지 본다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SELECT (SELECT COUNT(*) FROM employees) AS employees, … 처럼 다섯 건수를 한 줄로 — 사이트의 확인 SQL 을 복사해 실행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STEP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첫 질문 세 개 — 경영 질문을 SQL 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162300"/>
            <a:ext cx="50800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1623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486150"/>
            <a:ext cx="44323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VIP 고객은 누구?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grade = 'VIP'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6850" y="5219700"/>
            <a:ext cx="44323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76400" y="5429250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6400" y="542925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8567" y="5429250"/>
            <a:ext cx="334103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00967" y="5429250"/>
            <a:ext cx="303623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76400" y="5991225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76400" y="5991225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48567" y="5991225"/>
            <a:ext cx="334103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00967" y="5991225"/>
            <a:ext cx="303623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grade = 'VIP'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6400" y="6553200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76400" y="655320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48567" y="6553200"/>
            <a:ext cx="334103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00967" y="6553200"/>
            <a:ext cx="303623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2명 — 한가람·임수빈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04000" y="3162300"/>
            <a:ext cx="50800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04000" y="31623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267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7850" y="3486150"/>
            <a:ext cx="44323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품절 상품은?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stock =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27850" y="5219700"/>
            <a:ext cx="44323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7400" y="5429250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7400" y="542925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9567" y="5429250"/>
            <a:ext cx="334103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61967" y="5429250"/>
            <a:ext cx="303623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7400" y="5991225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7400" y="5991225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9567" y="5991225"/>
            <a:ext cx="334103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61967" y="5991225"/>
            <a:ext cx="303623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stock = 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7400" y="6553200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7400" y="655320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09567" y="6553200"/>
            <a:ext cx="334103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61967" y="6553200"/>
            <a:ext cx="303623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1개 — 제주 감귤 3kg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65000" y="3162300"/>
            <a:ext cx="50800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65000" y="31623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2877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388850" y="3486150"/>
            <a:ext cx="44323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뺀 총매출은?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SUM(qty × unit_price) · JOIN · status &lt;&gt; '취소'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88850" y="5219700"/>
            <a:ext cx="44323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2598400" y="5429250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598400" y="542925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270567" y="5429250"/>
            <a:ext cx="334103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422967" y="5429250"/>
            <a:ext cx="303623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⋈ order_items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598400" y="5991225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598400" y="5991225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270567" y="5991225"/>
            <a:ext cx="334103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422967" y="5991225"/>
            <a:ext cx="303623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status &lt;&gt; '취소'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598400" y="6553200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598400" y="655320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270567" y="6553200"/>
            <a:ext cx="334103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422967" y="6553200"/>
            <a:ext cx="303623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965,100원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STEP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 번째 질문이 가르치는 것 — 취소를 왜 빼는가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162300"/>
            <a:ext cx="78105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1623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486150"/>
            <a:ext cx="7162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를 빼면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2건이 매출에 섞인다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6850" y="5219700"/>
            <a:ext cx="71628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6400" y="5467350"/>
            <a:ext cx="6743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총매출(원)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5936932"/>
            <a:ext cx="886983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포함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39583" y="5993606"/>
            <a:ext cx="4889930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862" y="5936932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103.2만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6212205"/>
            <a:ext cx="886983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제외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9583" y="6268879"/>
            <a:ext cx="4574710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7643" y="6212205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96.5만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3162300"/>
            <a:ext cx="78105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31623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3486150"/>
            <a:ext cx="7162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차이 66,500원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1005(48,000) + 1013(18,500)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58350" y="5219700"/>
            <a:ext cx="71628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25050" y="5607367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10788" y="5429250"/>
            <a:ext cx="65008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status 는 orders 에, 금액은 order_items 에 있다</a:t>
            </a:r>
          </a:p>
        </p:txBody>
      </p:sp>
      <p:sp>
        <p:nvSpPr>
          <p:cNvPr id="27" name="Oval 26"/>
          <p:cNvSpPr/>
          <p:nvPr/>
        </p:nvSpPr>
        <p:spPr>
          <a:xfrm>
            <a:off x="9925050" y="611790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10788" y="5939790"/>
            <a:ext cx="65008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그래서 두 표를 JOIN 해야 한다</a:t>
            </a:r>
          </a:p>
        </p:txBody>
      </p:sp>
      <p:sp>
        <p:nvSpPr>
          <p:cNvPr id="29" name="Oval 28"/>
          <p:cNvSpPr/>
          <p:nvPr/>
        </p:nvSpPr>
        <p:spPr>
          <a:xfrm>
            <a:off x="9925050" y="662844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10788" y="6450330"/>
            <a:ext cx="65008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3장 지표 — 매출은 「취소 제외」가 정의의 일부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STEP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실무 시나리오 12선 — 기본 → 응용 → 심화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2575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2575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3813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4575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34290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VIP 고객 명단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34480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3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품절 상품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3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5월 주문 현황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93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온라인 주문 비중 파악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9300" y="63246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카테고리별 상품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1500" y="63436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응용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8770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3000" y="68770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71600" y="70008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70770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9300" y="70485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고객별 주문 건수 (미주문 포함)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1500" y="70675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응용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34500" y="32575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34500" y="32575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63100" y="33813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63100" y="34575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0800" y="34290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주문별 결제 금액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383000" y="34480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응용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08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월별 매출 집계 (취소 제외)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3830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응용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108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팔리지 않는 상품 찾기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3830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심화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108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평균 이상 대형 주문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3830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심화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3345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3345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631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5631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10800" y="63246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직원별 영업 실적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383000" y="63436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심화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334500" y="68770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34500" y="68770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63100" y="70008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63100" y="70770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10800" y="70485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등급별 매출 기여도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383000" y="70675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심화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STEP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브라우저와 Workbench 양쪽에서 푼다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학습사이트 — [▶ 실행·확인]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브라우저에서 바로 실행, 작성 내용 자동 저장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필수 키워드 검사 + 결과표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Workbench — 같은 문장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MySQL 에서 같은 결과가 나오는지 견준다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환경에 모두 익숙해진다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막히면 힌트 → 모범답안 순서로 — 모범답안을 보고 나서도 빈 창에 다시 써 본다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STEP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자주 만나는 오류와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1045 Access denied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 틀림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 때 정한 root 비밀번호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703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703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1046 No database selected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0703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0703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 daon; 없이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070350"/>
            <a:ext cx="6400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070350"/>
            <a:ext cx="6210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 daon; 먼저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926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926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1050 Table already exists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6926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6926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스키마 두 번 실행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692650"/>
            <a:ext cx="6400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692650"/>
            <a:ext cx="6210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단계로, 또는 초기화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3149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3149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1062 Duplicate entry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3149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3149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시드 두 번 실행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314950"/>
            <a:ext cx="6400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314950"/>
            <a:ext cx="6210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초기화 뒤 ①·② 재실행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9372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9372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1064 syntax 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59372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59372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따옴표·세미콜론 누락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5937250"/>
            <a:ext cx="6400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5937250"/>
            <a:ext cx="6210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복사 버튼으로 다시 붙여넣기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5595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5595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1452 foreign key fails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6559550"/>
            <a:ext cx="47625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8850" y="6559550"/>
            <a:ext cx="457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 없는 자식 삽입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6559550"/>
            <a:ext cx="6400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6559550"/>
            <a:ext cx="6210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스크립트 순서대로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한글이 ??? 로 보이면 DB 를 utf8mb4 로 만들지 않은 것 — DROP 뒤 CREATE DATABASE 부터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오류 메시지의 숫자 코드를 보면 원인이 정해져 있다 — 대부분 순서·중복·USE 누락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STEP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엉켰을 때 — 처음 상태로 되돌리기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한 줄 — 실습 DB 통째로 지우기, 그다음 ①·② 재실행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DROP DATABASE daon;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그리고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「구축 스크립트 ①」 → 「②」 순서로 다시 실행 — 1분이면 원래 상태. 망가뜨리는 것을 두려워하지 말 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쿼리 창 하나 — ⚡ 는 전체, Ctrl+Enter 는 커서 문장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DATABASE … utf8mb4 → USE daon → ① DDL → ② DML 순서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 8·10·10·15·25 가 맞으면 완성 — 숫자로 검증한다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매출은 취소 제외 965,100원 — status 는 orders, 금액은 order_items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코드가 곧 원인 — 1046 USE · 1050/1062 중복 · 1452 순서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엉키면 DROP DATABASE daon; 뒤 재실행 — 1분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DB 가 전 주차 예제·퀴즈·중간·기말의 정본 — 언제든 같은 상태로 만들 수 있어야 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실습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실습 DB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DB 준비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이제 주차별 강의의 모든 SQL 이 이 DB 위에서 돌아갑니다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daon 생성 · 표 5개 · 데이터 적재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건수 8·10·10·15·25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첫 질문 세 개 — VIP·품절·총매출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시나리오 12선은 사이트와 Workbench 양쪽에서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실습 DB 페이지의 시나리오 12선 · 5주차 SELECT 기본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