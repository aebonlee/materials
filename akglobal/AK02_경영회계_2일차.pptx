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4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C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1462653" cy="571500"/>
          </a:xfrm>
          <a:prstGeom prst="rect">
            <a:avLst/>
          </a:prstGeom>
        </p:spPr>
      </p:pic>
      <p:pic>
        <p:nvPicPr>
          <p:cNvPr id="12" name="Picture 11" descr="reb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3540" y="1028700"/>
            <a:ext cx="3941460" cy="4191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경영·회계 과정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활용 경영지원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DX 실무 전문가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2일차 · 10/24(토) · 모듈 3·4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동양에이케이코리아 × 한국표준협회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2026 산업·일자리 전환 교육 · ReBuild 아카데미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시작하기 전에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에 입력하지 않는 다섯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 줄로 기억하기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기술·공정 비밀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34480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8770" y="34480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도면·배합비·공정 조건·설비 파라미터·원가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고객·거래 정보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41719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8770" y="41719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고객사 이름·단가·계약 조건·클레임 원문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개인·인사 정보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8958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8958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이름·연락처·사번·평가·급여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공시·재무 정보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56197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8770" y="56197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공시 전 실적·미확정 재무 수치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IT 보안 정보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63436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8770" y="63436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비밀번호·서버 주소·계정·내부 URL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오늘 화면의 제품명·수치·이름은 전부 가상의 값이거나 [빈칸]입니다 — 회사가 허용한 AI 서비스만 씁니다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진행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모든 실습은 다섯 단계로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화면을 보며 따라 하고, 잘된 프롬프트는 빈칸째 저장합니다 — 첫 답은 초안, 두 번째 요청에서 쓸 만해집니다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학습사이트의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 복사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채우기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[빈칸]에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가상의 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 표로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 점검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고치기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이어서 던질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저장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빈칸째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팀 폴더에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2일차 · 모듈 3 · 4시간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경영 문서 자동화 및 프롬프트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기안문·회의록·보고서를 템플릿 프롬프트로 만들고, 생성에서 결재까지 흐름을 설계합니다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같은 요청, 다른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「써줘」 한 줄과 템플릿 프롬프트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한 줄 요청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가 빈칸을 추측으로 채운다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기안문 써줘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양식·결재선·근거 규정을 모른다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매번 처음부터 고친다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템플릿 프롬프트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[빈칸]만 바꾸면 같은 품질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역할·양식·조건이 고정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[제목]·[금액]·[기한]만 채움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팀 폴더에 저장해 함께 쓴다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문서 자동화 워크플로우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생성 → 검토 → 결재, 어디까지 자동화하나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요청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양식에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[빈칸] 입력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초안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템플릿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담당자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 표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결재 시스템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상신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표준 파일명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공유 폴더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자동화하는 것은 초안과 보관입니다 — 검토와 결재는 사람이 남습니다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기안문 자동 생성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회사 양식의 항목 그대로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제조사 경영지원팀 담당자로서 [기안 제목] 기안문 초안을 써줘. 항목은 제목·목적·배경·내용·소요 예산·기대 효과·첨부 순서로, 각 항목 세 문장 이내 공문체. 금액·일자·결재선은 [빈칸]으로 두고, 근거 규정이 필요한 자리는 [규정명]으로 표시해줘.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지어낸 규정·금액이 없는지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7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기안문 자동 생성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양식 항목을 그대로 주기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회사 기안 양식의 항목명을 순서대로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공문체 예시 한 문단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지난 기안문의 숫자를 지운 문단 하나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근거는 빈칸으로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규정·금액은 문서에서 사람이 채운다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항목명은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회사 양식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그대로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회의 메모를 회의록으로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언급 안 된 것은 '미정'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비식별 처리한 회의 메모를 회의록으로 정리해줘. 개요 두 줄, 안건별 논의, 결정 사항, 할 일 표(할 일·담당·기한). '하기로 함'만 결정으로, '검토'는 논의로 분류하고, 메모에 없는 담당·기한은 지어내지 말고 '미정'으로 적어줘.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지어낸 담당·기한이 없는지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8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회의 메모를 회의록으로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이름부터 역할로 바꾸기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찾아 바꾸기(Ctrl+H)로 한 번에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결정과 논의의 기준 주기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「'하기로 함'만 결정」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열 이름은 회사 양식대로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그대로 복사해 사내 양식에 붙인다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받아쓰기는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허용 도구인지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먼저 확인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보고서 — 개요부터 한 장씩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본문은 아직 쓰지 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팀장에게 올리는 [보고서 주제] 보고서의 개요만 먼저 제안해줘. 본문은 아직 쓰지 마. 다섯 장 이내, 장마다 들어갈 내용 한 줄, 내가 채울 자료는 [대괄호]로 표시해줘. 개요를 확정하면 한 장씩 차례로 써 달라고 할게.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순서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개요 → 고치기 → 한 장씩 채우기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9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보고서 — 개요부터 한 장씩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완성본을 한 번에 받지 않기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 번에 나눠야 우리 보고서가 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장마다 자료 출처 표시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[대괄호]가 곧 자료 수집 목록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마지막에 예상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「임원이 물을 질문 세 가지」를 받는다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한 번에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한 장씩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채운다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프롬프트 템플릿 라이브러리 만들기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빈칸 목록과 사용 예를 함께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프롬프트 설계 전문가로서 답해줘. 오늘 만든 기안문·회의록·보고서 프롬프트 세 개를 팀이 함께 쓰는 템플릿으로 정리해줘. 각 템플릿에 이름, 쓰는 상황, 빈칸 목록과 채우는 예, 결과 확인 항목 세 가지를 붙이고, 전체를 표 하나로 만들어줘.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템플릿 파일명·폴더 규칙 제안 받기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10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프롬프트 템플릿 라이브러리 만들기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빈칸 목록이 핵심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누가 써도 같은 자리를 채우게 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확인 항목까지 템플릿에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 점검이 프롬프트의 일부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한 달 뒤 다시 손보기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잘 안 쓰인 템플릿은 상황 설명이 부족한 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라이브러리는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팀 폴더에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표 하나로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3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회사 양식 항목을 그대로 쓴 기안문 템플릿 프롬프트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결정·논의·미정을 가르는 회의록 프롬프트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개요 → 장별 작성 순서의 보고서 프롬프트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팀 공용 프롬프트 템플릿 라이브러리 표(빈칸·확인 항목 포함)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문서 자동화의 산출물은 문서가 아니라 「다음에도 쓰는 템플릿」입니다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2일차 · 모듈 4 · 4시간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SCM·구매·재고 데이터 AI 활용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공급망 데이터에서 리스크 신호를 읽고, 원자재 가격 변동과 재고를 AI 로 분석해 구매 체계를 설계합니다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SCM 프로세스와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수요 예측에서 실적 피드백까지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수요 예측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수주·판매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계획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구매 계획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소요량·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발주 시점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발주·입고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공급사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납기·품질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재고·투입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재고 수준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생산 투입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실적 피드백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차이 분석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다음 계획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44140" y="5086350"/>
            <a:ext cx="38100" cy="209550"/>
          </a:xfrm>
          <a:prstGeom prst="rect">
            <a:avLst/>
          </a:prstGeom>
          <a:solidFill>
            <a:srgbClr val="BBD5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5605760" y="5086350"/>
            <a:ext cx="38100" cy="209550"/>
          </a:xfrm>
          <a:prstGeom prst="rect">
            <a:avLst/>
          </a:prstGeom>
          <a:solidFill>
            <a:srgbClr val="BBD5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644140" y="5295900"/>
            <a:ext cx="13037820" cy="38100"/>
          </a:xfrm>
          <a:prstGeom prst="rect">
            <a:avLst/>
          </a:prstGeom>
          <a:solidFill>
            <a:srgbClr val="BBD5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2453640" y="5162550"/>
            <a:ext cx="381000" cy="26670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고리가 닫혀야 데이터가 쌓입니다 — 피드백이 끊기면 예측도 끊깁니다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공급망 리스크 세 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리스크와 데이터 신호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리스크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668274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데이터 신호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가 돕는 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공급업체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납기 지연률·불량률·단가 추이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64240" y="34480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9490" y="34480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평가표 집계·등급 초안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원자재 가격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알루미늄 시세·환율·운임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64240" y="41719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9490" y="41719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변동 시나리오·영향 분석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재고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과잉·결품·회전일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64240" y="48958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9490" y="48958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품목별 이상 탐지·발주점 계산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시세·환율 같은 외부 값은 공개 자료에서, 내부 수치는 가상 데이터로 실습합니다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공급업체 평가표 분석과 리스크 등급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등급 기준을 먼저 정하기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구매 데이터 분석가로서 아래 가상 공급업체 평가 데이터(납기 준수율·불량률·단가 변동률·거래 기간)를 분석해줘. 기준을 세 등급(안정·주의·위험)으로 정하고 업체별 등급과 근거를 표로 만든 뒤, 주의·위험 업체에 대한 대응 행동을 두 가지씩 제안해줘.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등급 기준이 표 위에 적혀 있는지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11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공급업체 평가표 분석과 리스크 등급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업체명은 A·B·C 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업체명은 넣지 않는다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등급 기준을 받아 두기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다음 분기에도 같은 기준으로 비교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행동은 구매팀 언어로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「대체 업체 견적」「분할 발주」처럼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업체명은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전부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A·B·C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원자재 가격 변동 시나리오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외부 시세는 출처 표시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원자재 구매 전략 담당자로서 답해줘. 알루미늄 시세가 다음 분기 [변동률]% 오르는 가상 시나리오와 [변동률]% 내리는 시나리오에서 월 구매액 [빈칸]원 기준의 영향을 표로 계산하고, 구매 시점 조정·장기 계약·대체 소재 검토 세 가지 대응의 장단점과 적용 조건을 비교해줘.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경영진 보고용 세 줄 요약으로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12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원자재 가격 변동 시나리오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시세는 공개 자료로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LME 같은 공개 시세를 참고하되 출처를 적게 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상승·하락 둘 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한쪽 시나리오만 보면 결정이 치우친다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적용 조건까지 받기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「언제 이 대응이 맞는가」가 전략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계약 조건은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절대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입력 금지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재고 이상 탐지와 발주점 계산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계산식을 함께 보여 주기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재고 관리 분석가로서 아래 가상 품목별 재고 데이터(월 사용량·현재고·리드타임·단가)를 분석해줘. 안전재고와 발주점을 계산식과 함께 표로 만들고, 과잉 재고와 결품 위험 품목을 각각 골라 이유를 한 줄씩 적어줘. 가정한 서비스 수준은 표 위에 적어줘.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계산식을 엑셀 수식으로 옮겨 검산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13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재고 이상 탐지와 발주점 계산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계산식을 받아 두기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식이 있어야 엑셀에 수식으로 심는다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가정은 바꿔 가며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리드타임·서비스 수준을 바꿔 세 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품목 코드는 가상으로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품번·단가는 넣지 않는다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검산은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엑셀 수식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으로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전략적 구매 체계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품목 분류 매트릭스로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구매 전략 컨설턴트로서 답해줘. 아래 가상 품목 목록(연간 구매액·공급 위험도)을 구매 영향도와 공급 위험도 두 축의 2×2 매트릭스(전략·병목·레버리지·일반)로 나누고, 분류별 구매 전략(계약 방식·공급사 수·점검 주기)을 표로 정리한 뒤 첫 분기에 할 일 세 가지를 제안해줘.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분류별 공급사 평가 항목 제안 받기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14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전략적 구매 체계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두 축의 기준 주기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구매액 상위 20%·공급사 2곳 미만 같은 수치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전략은 표로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계약·공급사 수·점검 주기 열을 고정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첫 분기 할 일까지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체계는 「다음 행동」이 있어야 돌아간다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매트릭스는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두 축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기준 먼저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4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등급 기준이 적힌 공급업체 리스크 평가표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상승·하락 두 시나리오의 원자재 가격 영향·대응 비교표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계산식이 함께 있는 안전재고·발주점 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품목 분류 매트릭스와 분류별 구매 전략 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공급망 분석은 「기준을 먼저 적고」 데이터를 넣어야 분기마다 비교됩니다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오늘 배운 것 한 문제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416368"/>
          </a:xfrm>
          <a:prstGeom prst="roundRect">
            <a:avLst>
              <a:gd name="adj" fmla="val 4034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844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공급업체 평가 데이터를 AI 에게 분석시킬 때 올바른 방법은?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505491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실제 업체명과 단가를 그대로 넣는다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505491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업체명을 A·B·C 로 바꾸고 등급 기준을 먼저 정한다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48366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가 정한 등급을 그대로 통보한다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48366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불량률 하나만 보고 등급을 매긴다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정답과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BD5F3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업체명을 A·B·C 로 바꾸고 등급 기준을 먼저 정한다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거래 정보는 입력하지 않는 다섯 가지에 해당하므로 비식별 처리하고, 등급 기준을 먼저 정해야 다음 분기에도 같은 잣대로 비교할 수 있습니다. 등급은 사람이 확인한 뒤 씁니다.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