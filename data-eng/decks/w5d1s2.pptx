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5-1 · 분산 처리와 Spark 아키텍처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단일 노드 Spark 기동과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PySpark 첫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PySpark 를 띄우고 지연 평가를 눈으로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apache/spark:3.5.3 컨테이너로 PySpark 셸을 띄운다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transformation 만 걸었을 때 Jobs 탭이 비어 있는 것을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count() · show(5) 로 action 하나가 Job 하나임을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explain() 으로 실행 계획을 읽고 파티션 수를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여기서 본 파티션 수가 다음 1H 실습에서 Task 수로 다시 나타납니다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셸 하나에서 계획·실행·계획서까지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~/data-eng/week5 폴더를 만들고 시작합니다 — Spark UI 포트 4040 을 함께 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셸 기동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 4040:4040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환경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version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master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3·4. 계획→실행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transformation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실행 계획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explain()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6·7. 파티션·과제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getNumPartitions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미니 과제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기동과 환경 확인 — 명령 다섯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78581" y="27813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30981" y="27813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-it --rm -p 4040:4040 apache/spark:3.5.3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78581" y="34290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30981" y="34290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/opt/spark/bin/pyspark  (run 명령 끝에 이어서)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버전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8581" y="40767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30981" y="40767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spark.version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병렬도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78581" y="47244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30981" y="47244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spark.sparkContext.defaultParallelism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마스터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78581" y="53721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30981" y="53721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spark.sparkContext.master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확인: 로고 아스키 아트 뒤 &gt;&gt;&gt; 프롬프트 · 버전 3.5.x · master local[*] = 코어 수만큼 나눈다(5-2 에서 spark://… 로) · 이미지 약 1GB 라 첫 실행은 몇 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transformation 은 즉시 반환, action 은 실행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3단계 — transformation 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 반환 · Jobs 탭에 Job 이 하나도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spark.range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 ~ 100만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withColumn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double = id × 2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filter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double &gt; 100만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4단계 —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count() 결과 500000 · Jobs 탭에 Job 이 나타난다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count()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Job 하나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500000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337262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356407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56407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show(5)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564076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697426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Job 하나 더</a:t>
            </a:r>
          </a:p>
        </p:txBody>
      </p:sp>
      <p:sp>
        <p:nvSpPr>
          <p:cNvPr id="37" name="Oval 36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explain() 으로 계획서를 읽는다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보이는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filtered.explain()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Range → Project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Filter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할 일 목록이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하나의 계획으로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explain(True)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논리 계획부터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물리 계획까지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전부 보기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q.explain()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쓰는 컬럼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계산이 빠짐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Catalyst 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계획을 다시 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Filter 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앞으로 당겨짐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「쓴 대로 실행되지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않는다」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q = range → withColumn(x, 쓰지 않을 컬럼) → select("id") → filter("id &gt; 999990") — 결국 id 만 쓰는 쿼리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action 없이 결과를 기다려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「안 되는 것 같다」를 직접 겪어 봅니다 — 오류가 아니라 지연 평가입니다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transformation 5개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withColumn·filter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이어 붙이기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결과를 기다린다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나온다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UI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Jobs 탭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여전히 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action 을 붙인다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show() 또는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Job 이 생긴다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그제야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수를 본다 — 이 수가 곧 Task 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63363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63363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기본 파티션 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6633" y="2781300"/>
            <a:ext cx="1436836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9033" y="2781300"/>
            <a:ext cx="1406356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df.rdd.getNumPartitions()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63363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63363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필터 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6633" y="3429000"/>
            <a:ext cx="1436836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9033" y="3429000"/>
            <a:ext cx="1406356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filtered.rdd.getNumPartitions()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63363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63363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import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6633" y="4076700"/>
            <a:ext cx="1436836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9033" y="4076700"/>
            <a:ext cx="1406356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pyspark.sql.functions import spark_partition_id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63363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63363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파티션별 행 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76633" y="4724400"/>
            <a:ext cx="1436836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9033" y="4724400"/>
            <a:ext cx="1406356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df.groupBy(spark_partition_id()).count().show()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확인: 파티션 수 ≈ CPU 코어 수 · 각 파티션에 행이 고르게 분포 · 이 숫자가 곧 Task 수 — 다음 1H 에서 UI 로 확인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1.5H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미니 과제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861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7338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8004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5814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1,000만 행에서 짝수 세기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spark.range(1, 10_000_001) 로 만들고 짝수만 count — 시간이 얼마나 걸리는지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5339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5339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7815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8482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6291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filter 두 번 이어 걸기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explain() 으로 두 조건이 하나로 합쳐졌는지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5816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5816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8293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8959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6769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transformation 5개, action 없이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UI 의 Job 이 여전히 0 인지 — 앞 장에서 겪은 그것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count() 와 show(5) 가 각각 Job 을 만든다 = action 마다 처음부터 다시 계산 — 여러 번 쓸 결과는 cache() (심화 과제)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1.5H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&gt;&gt;&gt; 프롬프트와 「SparkSession available as spark」가 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spark.version 이 3.5.x · master 가 local[*]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transformation 뒤 Jobs 탭에 Job 이 0 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count() 가 500000 · Job 하나 · show(5) 로 하나 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explain() 에 Range → Project → Filter 가 보인다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수 ≈ 코어 수 · 각 파티션의 행이 고르다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5-1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Spark UI 로 잡 구조 읽기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띄운 셸을 그대로 두고 localhost:4040 에서 Job → Stage → Task 와 DAG 를 읽습니다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Jobs 탭 — count() 와 show(5) 두 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 로 Stage 를 2개로 — 셔플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Stages 탭의 Task 수 = 파티션 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cache 전후 시간 재기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셸을 끄지 말 것 · 파티션 수 메모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