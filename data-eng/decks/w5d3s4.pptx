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5-3 · Iceberg · MinIO 연결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설정을 한 장으로, 5-4 를 위한 상태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설정 아홉 줄을 「없으면 무슨 오류」로 정리한다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체크리스트로 스스로 점검한다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5-4 를 위해 컨테이너 3종 Up · warehouse/db/orders/ 를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셸을 나가지 않았다면 그대로 — 5-4 는 이 연결 위에서 바로 시작합니다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설정 요약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라이브러리와 스토리지 — 없으면 무슨 오류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없으면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--packages hadoop-aws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S3AFileSystem 못 찾음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hadoop-aws:3.3.4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--packages iceberg-…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USING iceberg 모름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runtime-3.5_2.12:1.5.2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fs.s3a.endpoint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어디로 붙을지 모름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http://minio:9000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fs.s3a.access/secret.key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403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admin / password123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fs.s3a.path.style.access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03720" y="63436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98970" y="63436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UnknownHost · 403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3436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3436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앞의 둘은 --packages, 나머지는 --conf spark.hadoop.fs.s3a.* — 4-3 에서 쓴 것과 같다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설정 요약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확장과 카탈로그 — 없으면 무슨 오류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없으면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sql.extensions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MERGE·타임트래블 문법 오류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IcebergSparkSession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Extensions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sql.catalog.lake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SparkCatalog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sql.catalog.lake.type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기본값으로 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hadoop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sql.catalog.lake.warehouse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어디에 쓸지 모름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s3a://warehouse/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--conf spark.sql.* 네 줄 — lake 라는 이름은 내가 정한 것, 이후 SQL 에서 lake.db.table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 커넥터가 무엇을 해 주는지 설명할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hadoop-aws 와 iceberg-spark-runtime 이 각각 왜 필요한지 구분한다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· 워커 · MinIO 가 한 compose 네트워크에서 동작한다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 경로로 Parquet 을 쓰고 읽는 왕복을 확인했다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잘못된 버킷·자격증명·주소가 각각 다른 오류를 낸다는 것을 봤다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hadoop 타입 카탈로그에서 폴더 구조가 곧 테이블 목록임을 이해했다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콘솔에서 metadata/ 와 data/ 폴더 구조를 눈으로 확인했다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snapshots·files 메타테이블과 타임 트래블이 그대로 되는 것을 확인했다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5-4 를 위한 상태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차시 준비 — 세 가지가 남아 있는가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~/data-eng/week5 — 컨테이너 3종이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PySpark 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나가지 않았다면 그대로 · 나갔다면 3챕터 3단계 명령으로 다시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콘솔(9001)의 warehouse/db/orders/ 폴더가 남아 있는지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5-4 에서는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SparkSQL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5-4 는 이 연결 위에서 DataFrame API 와 SparkSQL 로 본격적인 가공을 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242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ClassNotFound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S3AFileSystem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hadoop-aws 미로드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(--packages 누락·실패)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--packages 확인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 종료 후 재실행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403 Forbidden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Access Denied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 값 불일치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path.style 빠짐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ROOT_USER/PASSWORD 대조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path.style.access=true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UnknownHost minio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Connection refused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네트워크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endpoint 가 localhost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하나로 합치기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endpoint 는 서비스 이름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USING iceberg 오류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catalog plugin 못 찾음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런타임 없음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 세 줄 빠짐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--packages 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catalog.lake 세 줄 확인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컨테이너 안에서 localhost 는 자기 자신 — endpoint 는 http://minio:9000 처럼 서비스 이름으로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4주차 테이블에 붙을 수는 없나요?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됩니다 — type 을 rest 로, uri 를 4주차 카탈로그(rest:8181)로. 두 compose 가 같은 네트워크여야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--packages 를 매번 받아야 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실행 후에는 캐시에 남는다 — 컨테이너를 지우면 다시 받으니 운영에서는 이미지에 미리 넣는다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hadoop 카탈로그가 동시 쓰기에 약하다는 뜻은?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커밋을 파일 이름으로 관리해 두 프로세스가 동시에 쓰면 한쪽이 덮어쓸 수 있다 — 여럿이면 rest·hive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4주차와 계정이 다른가요?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실습을 독립적으로 만들기 위해 — 실무에서는 하나로 통일하고 키를 시크릿으로 관리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5-4 · Spark DataFrame 과 SparkSQL 데이터 가공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DataFrame 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SparkSQL 동작 원리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DataFrame API 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데이터 가공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SparkSQL 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집계와 뷰 만들기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저장 확인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5-3 compose 기동 + lake.db.orders · PySpark 는 같은 --packages · --conf 로(셸 스크립트로 저장해 두면 편하다)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5-3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5-4 DataFrame 과 SparkSQL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· filter · groupBy · join 으로 가공하고, 같은 일을 SQL 로도 해 두 방식이 한 엔진에서 만나는 것을 explain() 으로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API — 선택 · 필터 · 파생 · 집계 · 조인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임시 뷰로 같은 가공을 SparkSQL 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explain() 으로 같은 실행 계획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가공 결과를 Iceberg 테이블로 저장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기동 · lake.db.orders · 옵션 스크립트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