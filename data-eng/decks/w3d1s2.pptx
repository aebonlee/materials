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Pandas를 활용한 데이터 처리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불러오기와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공용 데이터를 만들고, 첫인상 5종 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~/data-eng/week3 에 venv 를 만들고 pandas·pyarrow 를 설치한다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make_orders.py 로 orders.csv(1015행)를 생성한다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shape·dtypes·head·info·describe 로 첫인상을 파악한다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로 저장해 크기를 비교하고 필요한 열만 읽어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make_orders.py 는 지우지 마세요 — 3-5 에서 원본이 필요할 때 다시 실행합니다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~/data-eng/week3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실습점검에서 만든 (.venv) 를 켜고 시작 — 3~6단계는 explore.py 한 파일에 이어 붙인다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pandas·pyarrow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make_orders.py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1015행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첫인상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shape·dtypes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head·info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dtype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결측이 타입을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바꾼다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Parquet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크기 비교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열만 읽기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 · 가상환경 · 설치 ·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8581" y="27813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0981" y="27813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 (실습점검에서 만들었으면 켜기만)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활성화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8581" y="34290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0981" y="34290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 — OS 셋 같다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8581" y="40767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0981" y="40767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"import sys, pandas as pd; print(pd.__version__, sys.prefix)"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8581" y="47244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0981" y="47244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3.x · …/week3/.venv — 경로가 다르면 별칭 함정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8581" y="53721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0981" y="53721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블록 첫 줄 주석이 파일 이름 · python3 파일이름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pandas 3.x 와 …/week3/.venv 가 함께 찍히면 준비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make_orders.py — 시드를 고정한 공용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rng = np.random.default_rng(42), n = 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몇 번을 실행해도 같은 데이터 — 6개 열, 6/1 부터 60일치 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문제를 일부러 심는다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결측 30건 · category ' 식품 ' 공백 오염 20건 · 중복 15건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날짜를 문자열로 바꿔 CSV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orders.to_csv('orders.csv', index=False, encoding='utf-8')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실행하고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make_orders.py → ls -lh orders.csv · head -n 3 orders.csv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기대 출력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1015 행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 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첫인상 5종 세트 — 받자마자 하는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보여 주는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df.shape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(행, 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df.dtypes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열마다 타입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df.head(3)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3줄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df.info()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수까지 한눈에 — print 로 감싸면 None 이 한 줄 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df.describe()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열의 기초 통계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df = pd.read_csv('orders.csv') — 어떤 데이터를 받아도 shape·dtypes·head 부터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shape (1015, 6) · order_date 가 str(pandas 2: object) — CSV 는 타입을 저장하지 않아 날짜가 문자열로 읽힌 것 · price non-null 985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정수만 넣었는데 float64 — 결측이 타입을 바꾼다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price — float64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30건 — NaN 을 담을 수 있는 타입이 float 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df['price'].dtype → float64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df['price'].isna().sum() → 30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head(3).tolist() 에 1000.0 으로 보인다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quantity — int64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0건 — 정수 그대로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df['quantity'].dtype → int64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df['quantity'].isna().sum() → 0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버그가 아니라 NaN 을 위한 정상 동작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3~6단계 · 한 파일에 이어 붙인다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explore.py — 단계마다 끝에 더하고 다시 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3단계 첫인상 5종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shape · dtypes · head · info · describe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 결측이 dtype 을 바꾼다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price float64(결측 30) · quantity int64 · 1000 이 1000.0 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5단계 Parquet 로 저장·크기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36,244 · Parquet 15,092 bytes (42%)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6단계 필요한 열만 읽기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columns=['category','price'] → (1015, 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앞 단계 출력이 매번 함께 나오는 것이 정상 — python3 대화형에서 한 줄씩 쳐도 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저장 · 크기 비교 · 열만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df.to_parquet('orders_raw.parquet', index=False)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읽어 둔 df 를 그대로 Parquet 로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os.path.getsize 로 두 파일 크기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가 CSV 의 절반 이하 — 지금은 1,015행이라 차이가 크지 않다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pd.read_parquet(…, columns=['category', 'price'])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디스크에서 그 두 열만 읽는다 → (1015, 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pd.read_csv(…, usecols=['category', 'price'])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결과는 같은 (1015, 2) 지만 파일 전체를 읽은 뒤 버린다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에서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100만 행으로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잰다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3.x 와 …/week3/.venv 가 함께 찍힌다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「1015 행 저장 완료」 · orders.csv 가 36KB 안팎이다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shape 가 (1015, 6) 이고 order_date 가 str(pandas 2: object) 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price 는 float64(결측 30건), quantity 는 int64 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orders_raw.parquet 가 CSV 의 절반 이하다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columns=['category', 'price'] 로 읽어 (1015, 2) 가 나온다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선택·필터·변환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행과 열을 골라내고, 잘못된 타입을 바로잡고, 파생 컬럼을 만들어 3-2 가 쓸 orders_step1.parquet 를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loc·iloc·불리언 인덱싱으로 고르기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str.strip() 을 빼면 20건이 새는 것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to_datetime·assign·.dt 로 변환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처리 세 방법과 Parquet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orders.csv · venv 가 켜진 터미널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