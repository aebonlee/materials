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 직군과 개발 생태계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누가 무엇을 만드는가, 어떤 도구를 쓰는가, 1학년이 지금 할 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웹을 만드는 직군과 각각의 역할을 설명할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프론트엔드 생태계의 주요 도구와 그 존재 이유를 설명할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프레임워크가 무엇을 해결하려고 나왔는지 설명할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순서를 스스로 계획할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1학년 2학기에 지금 무엇을 하면 좋은지 판단할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117218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7218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프론트엔드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0435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10435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백엔드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5676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5676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풀스택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0917" y="2781300"/>
            <a:ext cx="83887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0917" y="2781300"/>
            <a:ext cx="83887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UI/UX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55037" y="2781300"/>
            <a:ext cx="1047012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5037" y="2781300"/>
            <a:ext cx="1047012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DevOps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7299" y="2781300"/>
            <a:ext cx="83009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7299" y="2781300"/>
            <a:ext cx="83009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React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2644" y="2781300"/>
            <a:ext cx="66248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2644" y="2781300"/>
            <a:ext cx="66248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Vue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80381" y="2781300"/>
            <a:ext cx="134499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0381" y="2781300"/>
            <a:ext cx="134499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TypeScript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20630" y="2781300"/>
            <a:ext cx="55856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20630" y="2781300"/>
            <a:ext cx="55856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Git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74444" y="2781300"/>
            <a:ext cx="122048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74444" y="2781300"/>
            <a:ext cx="122048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학습 로드맵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웹을 만드는 사람들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웹을 만드는 사람들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981145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98114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직군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2245" y="2781300"/>
            <a:ext cx="6000391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2245" y="2781300"/>
            <a:ext cx="600039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00736" y="2781300"/>
            <a:ext cx="6944264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00736" y="2781300"/>
            <a:ext cx="694426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주로 쓰는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98114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7906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프론트엔드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2245" y="3448050"/>
            <a:ext cx="600039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7495" y="3448050"/>
            <a:ext cx="580989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사용자가 보고 만지는 화면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00736" y="3448050"/>
            <a:ext cx="694426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95986" y="3448050"/>
            <a:ext cx="675376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HTML·CSS·JS, React·Vue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98114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7906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백엔드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2245" y="4171950"/>
            <a:ext cx="600039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7495" y="4171950"/>
            <a:ext cx="580989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자료 저장·조회, 인증, 권한, 계산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00736" y="4171950"/>
            <a:ext cx="694426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95986" y="4171950"/>
            <a:ext cx="675376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Node.js·Python·Java, DB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98114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7906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풀스택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2245" y="4895850"/>
            <a:ext cx="600039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7495" y="4895850"/>
            <a:ext cx="580989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 모두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00736" y="4895850"/>
            <a:ext cx="694426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95986" y="4895850"/>
            <a:ext cx="675376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 전부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98114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7906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UI/UX 디자이너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62245" y="5619750"/>
            <a:ext cx="600039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57495" y="5619750"/>
            <a:ext cx="580989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 설계와 사용 흐름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00736" y="5619750"/>
            <a:ext cx="694426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95986" y="5619750"/>
            <a:ext cx="675376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Figma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웹을 만드는 사람들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29565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2956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직군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6750" y="2781300"/>
            <a:ext cx="66294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6750" y="2781300"/>
            <a:ext cx="6629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144250" y="2781300"/>
            <a:ext cx="600075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44250" y="2781300"/>
            <a:ext cx="60007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주로 쓰는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2956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1051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기획자(PM/PO)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76750" y="3448050"/>
            <a:ext cx="6629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448050"/>
            <a:ext cx="6438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만들지 정하고 우선순위를 조율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144250" y="3448050"/>
            <a:ext cx="60007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39500" y="3448050"/>
            <a:ext cx="58102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문서, 데이터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2956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1051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QA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76750" y="4171950"/>
            <a:ext cx="6629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171950"/>
            <a:ext cx="6438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 검증, 버그 발견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44250" y="4171950"/>
            <a:ext cx="60007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39500" y="4171950"/>
            <a:ext cx="58102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테스트 도구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2956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1051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DevOps/SRE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76750" y="4895850"/>
            <a:ext cx="6629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895850"/>
            <a:ext cx="6438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배포 자동화, 서버 운영, 모니터링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144250" y="4895850"/>
            <a:ext cx="60007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39500" y="4895850"/>
            <a:ext cx="58102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Docker, AWS, CI/CD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2956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1051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데이터 엔지니어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76750" y="5619750"/>
            <a:ext cx="6629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5619750"/>
            <a:ext cx="6438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수집·가공 파이프라인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44250" y="5619750"/>
            <a:ext cx="60007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239500" y="5619750"/>
            <a:ext cx="58102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Python, SQL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웹을 만드는 사람들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혼자 만드는 서비스는 거의 없습니다.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 개발은 협업이고, 그래서 코드를 남이 읽을 수 있게 쓰는 것과 소통이 실력의 일부입니다.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팀 프로젝트(14~15주차)를 하는 이유이기도 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프론트엔드가 실제로 하는 일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"화면 만드는 사람"이라고 하면 단순해 보이지만, 실제 업무는 훨씬 넓습니다.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 구현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디자이너의 시안을 실제 동작하는 화면으로.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상태 관리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로그인 여부, 장바구니, 필터 조건 같은 것을 일관되게 다루기.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서버 연동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API를 호출하고 로딩·오류·빈 상태를 모두 처리.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프론트엔드가 실제로 하는 일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성능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느린 페이지를 빠르게. 이미지·번들 크기·렌더링 최적화.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접근성·호환성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사용자, 모든 브라우저에서 동작하게.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협업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디자이너와 시안을 조율하고, 백엔드와 API 형식을 합의.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프론트엔드가 실제로 하는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"디자인 감각이 없어서 프론트는 못 하겠다"고 생각할 필요는 없습니다.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디자인은 디자이너가 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프론트엔드는 그것을 정확하게, 빠르게, 모든 환경에서 동작하게 구현하는 일이고, 그것은 논리와 꼼꼼함의 영역입니다.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도구 생태계 — 왜 이렇게 많은가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프론트엔드는 도구가 많기로 악명이 높습니다.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도구 생태계 — 왜 이렇게 많은가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320344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32034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도구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1444" y="2781300"/>
            <a:ext cx="7469011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1444" y="2781300"/>
            <a:ext cx="746901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없을 때의 문제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8556" y="2781300"/>
            <a:ext cx="5136444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08556" y="2781300"/>
            <a:ext cx="513644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320344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129844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1444" y="3448050"/>
            <a:ext cx="7469011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6694" y="3448050"/>
            <a:ext cx="7278511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"과제_최종_진짜최종.html"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08556" y="3448050"/>
            <a:ext cx="5136444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03806" y="3448050"/>
            <a:ext cx="4945944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버전 관리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3320344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3129844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npm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01444" y="4044043"/>
            <a:ext cx="7469011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6694" y="4044043"/>
            <a:ext cx="7278511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라이브러리를 손으로 내려받아 관리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08556" y="4044043"/>
            <a:ext cx="5136444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03806" y="4044043"/>
            <a:ext cx="4945944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패키지 관리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3320344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3129844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Vite / webpack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01444" y="4640036"/>
            <a:ext cx="7469011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6694" y="4640036"/>
            <a:ext cx="7278511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파일이 수백 개, 로딩이 느림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08556" y="4640036"/>
            <a:ext cx="5136444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03806" y="4640036"/>
            <a:ext cx="4945944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번들링·최적화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3320344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3129844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Sass / PostCSS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01444" y="5236029"/>
            <a:ext cx="7469011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6694" y="5236029"/>
            <a:ext cx="7278511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CSS에 변수·중첩이 없던 시절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08556" y="5236029"/>
            <a:ext cx="5136444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03806" y="5236029"/>
            <a:ext cx="4945944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 확장 (지금은 CSS 자체가 많이 발전)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3320344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3129844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TypeScript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01444" y="5832021"/>
            <a:ext cx="7469011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96694" y="5832021"/>
            <a:ext cx="7278511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undefined is not a function 을 실행해 봐야 앎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08556" y="5832021"/>
            <a:ext cx="5136444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03806" y="5832021"/>
            <a:ext cx="4945944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타입 검사 — 실행 전에 잡음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3320344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3129844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ESLint / Prettier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01444" y="6428014"/>
            <a:ext cx="7469011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96694" y="6428014"/>
            <a:ext cx="7278511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팀원마다 코드 스타일이 다름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008556" y="6428014"/>
            <a:ext cx="5136444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103806" y="6428014"/>
            <a:ext cx="4945944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자동 검사·정렬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3320344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3129844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React / Vue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01444" y="7024007"/>
            <a:ext cx="7469011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96694" y="7024007"/>
            <a:ext cx="7278511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DOM을 손으로 고치다 관리 불능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008556" y="7024007"/>
            <a:ext cx="5136444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103806" y="7024007"/>
            <a:ext cx="4945944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상태 기반 자동 렌더링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하지만 각각이 해결하려던 문제를 알면 훨씬 덜 무섭습니다.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지금 다 알 필요는 없습니다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모든 도구는 문제가 생긴 뒤에 배우는 것이 빠릅니다.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문제를 겪어 보지 않고 배우면 왜 쓰는지 모른 채 외우게 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과목에서는 Git과 GitHub Pages만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씁니다(15주차). 그것으로 충분합니다.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도구는 바뀌지만 HTML·CSS·JS는 안 바뀝니다.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바닥에 시간을 쓰세요.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프레임워크 — 무엇을 해결하는가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11주차에 손으로 만든 "상태를 바꾸고 render()를 부른다" 구조를 기억하시나요?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프레임워크 — 무엇을 해결하는가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707573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70757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2888673" y="2781300"/>
            <a:ext cx="5198918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8673" y="2781300"/>
            <a:ext cx="519891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5691" y="2781300"/>
            <a:ext cx="3744191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5691" y="2781300"/>
            <a:ext cx="374419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907982" y="2781300"/>
            <a:ext cx="5237018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07982" y="2781300"/>
            <a:ext cx="523701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Svelte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170757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151707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만든 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8673" y="3448050"/>
            <a:ext cx="519891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83923" y="3448050"/>
            <a:ext cx="50084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Meta(페이스북)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5691" y="3448050"/>
            <a:ext cx="374419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0941" y="3448050"/>
            <a:ext cx="355369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개인(에반 유)에서 시작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907982" y="3448050"/>
            <a:ext cx="523701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03232" y="3448050"/>
            <a:ext cx="50465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개인에서 시작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170757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151707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특징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8673" y="4171950"/>
            <a:ext cx="519891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83923" y="4171950"/>
            <a:ext cx="50084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큰 생태계, 채용 수요 1위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5691" y="4171950"/>
            <a:ext cx="374419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0941" y="4171950"/>
            <a:ext cx="355369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배우기 쉽고 문서가 친절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907982" y="4171950"/>
            <a:ext cx="523701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03232" y="4171950"/>
            <a:ext cx="50465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빌드 시점에 최적화, 가장 가벼움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170757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151707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한국 실무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673" y="4895850"/>
            <a:ext cx="519891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83923" y="4895850"/>
            <a:ext cx="50084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많이 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25691" y="4895850"/>
            <a:ext cx="374419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0941" y="4895850"/>
            <a:ext cx="355369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번째로 많이 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907982" y="4895850"/>
            <a:ext cx="523701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003232" y="4895850"/>
            <a:ext cx="50465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점점 늘어나는 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170757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151707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난이도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88673" y="5619750"/>
            <a:ext cx="519891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83923" y="5619750"/>
            <a:ext cx="50084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25691" y="5619750"/>
            <a:ext cx="374419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0941" y="5619750"/>
            <a:ext cx="355369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쉬움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907982" y="5619750"/>
            <a:ext cx="523701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003232" y="5619750"/>
            <a:ext cx="504651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쉬움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프레임워크는 그 render() 호출을 자동으로 해 줍니다.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프레임워크 — 무엇을 해결하는가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어느 것을 배워도 괜찮습니다.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하나를 제대로 익히면 다른 것으로 옮기는 데 며칠이면 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개념(컴포넌트·상태·props)이 같기 때문입니다.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다만 HTML·CSS·JS를 모른 채 프레임워크부터 배우면 반드시 막힙니다.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3.1 프레임워크가 필요 없는 경우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정적인 소개 사이트·포트폴리오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HTML·CSS로 충분하고, 오히려 더 빠릅니다.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간단한 랜딩 페이지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프레임워크를 얹으면 파일 크기만 커집니다.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과목의 팀 프로젝트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순수 HTML·CSS·JS로 만드는 것이 목표입니다.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3.1 프레임워크가 필요 없는 경우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"React를 쓰는 것이 무조건 좋다"는 것은 오해입니다.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문제 크기에 맞는 도구를 고르는 것이 실력입니다.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로드맵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순서를 건너뛰면 반드시 되돌아오게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 지금 여기 ]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·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CSS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·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JavaScript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↓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·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GitHub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· 배포           ← 15주차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↓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직접 만들어 보기 (아주 중요)     ← 방학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↓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React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또는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Vue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하나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↓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TypeScript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↓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┌───┴───┐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프론트 심화   백엔드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(성능·테스트) 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Node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·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DB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4.2 단계마다 무엇을 해야 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7719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771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0" y="2781300"/>
            <a:ext cx="121920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3000" y="2781300"/>
            <a:ext cx="12192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"됐다"의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3771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581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HTML·CSS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3000" y="3448050"/>
            <a:ext cx="12192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8250" y="3448050"/>
            <a:ext cx="12001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디자인 시안을 보고 비슷하게 만들 수 있다. 반응형이 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3771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581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JavaScript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53000" y="4171950"/>
            <a:ext cx="12192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8250" y="4171950"/>
            <a:ext cx="12001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값을 다루고, 화면을 바꾸고, API를 불러올 수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3771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581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Git·배포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53000" y="4895850"/>
            <a:ext cx="12192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8250" y="4895850"/>
            <a:ext cx="12001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사이트를 인터넷에 공개하고 계속 갱신할 수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3771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581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프레임워크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53000" y="5619750"/>
            <a:ext cx="12192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48250" y="5619750"/>
            <a:ext cx="12001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컴포넌트로 나누고 상태를 관리할 수 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3771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581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TypeScript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53000" y="6343650"/>
            <a:ext cx="12192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48250" y="6343650"/>
            <a:ext cx="12001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타입 오류의 의미를 읽고 고칠 수 있다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가장 중요한 조언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강의를 듣는 것보다 만드는 것이 빠릅니다.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강의 열 개보다 완성한 프로젝트 하나가 훨씬 많이 남습니다.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작게, 끝까지.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거창한 계획은 대부분 중간에 멈춥니다. 페이지 3개짜리를 끝내는 것이 낫습니다.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남의 코드를 읽으세요.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마음에 드는 사이트를 F12로 뜯어보는 것이 가장 좋은 공부입니다.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30분 안에 물어보세요.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혼자 오래 붙드는 것은 인내가 아니라 낭비입니다.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1학년 2학기에 지금 할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이번 학기 안에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GitHub 계정을 만들고 커밋을 쌓기 시작하세요.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사용자 이름은 사용자.github.io 라는 평생 주소가 되니 신중히 정하세요.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과목의 프로젝트를 끝까지 완성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하세요. 실제 주소가 있는 결과물 하나가 생깁니다.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개발자도구를 매일 열어 보세요.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이것이 습관이 되면 나중이 훨씬 편합니다.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방학에 하면 좋은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이번 학기 프로젝트를 확장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하세요. 기능을 하나씩 붙여 보는 것이 새것을 시작하는 것보다 훨씬 많이 배웁니다.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만들고 싶은 것을 하나 정해 끝까지 만드세요.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남의 튜토리얼을 따라 하는 것과 내 것을 만드는 것은 다릅니다.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React나 Vue 중 하나를 맛보세요.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다만 HTML·CSS·JS가 편해진 뒤에.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5.1 조급해하지 않아도 되는 이유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2학년, 3학년에 배울 것이 많이 남아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1학년 2학기에 웹을 만들어 인터넷에 공개해 본 것만으로도 충분히 앞서 있는 것입니다.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지금 필요한 것은 진도가 아니라 "만드는 것이 재미있다"는 경험입니다.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5.1 조급해하지 않아도 되는 이유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이력서에 쓸 것은 "React를 안다"가 아니라 "무엇을 만들어 봤다" 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채용에서 가장 먼저 보는 것도 GitHub와 만든 것입니다.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그러니 학기 프로젝트를 진짜로 완성하세요 — 그것이 첫 칸입니다.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참고할 만한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참고할 만한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24452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2445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5552" y="2781300"/>
            <a:ext cx="6307521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5552" y="2781300"/>
            <a:ext cx="630752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51172" y="2781300"/>
            <a:ext cx="5793828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51172" y="2781300"/>
            <a:ext cx="579382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2445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3395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MDN Web Docs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5552" y="3448050"/>
            <a:ext cx="630752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0802" y="3448050"/>
            <a:ext cx="611702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기술 공식 문서 (한국어 상당수 번역)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51172" y="3448050"/>
            <a:ext cx="579382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46422" y="3448050"/>
            <a:ext cx="560332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문법·API가 헷갈릴 때 — 가장 정확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2445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3395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caniuse.com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05552" y="4171950"/>
            <a:ext cx="630752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00802" y="4171950"/>
            <a:ext cx="611702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 지원 현황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51172" y="4171950"/>
            <a:ext cx="579382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46422" y="4171950"/>
            <a:ext cx="560332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기능을 써도 되나 확인할 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2445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3395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MDN Learn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05552" y="4895850"/>
            <a:ext cx="630752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00802" y="4895850"/>
            <a:ext cx="611702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단계별 학습 자료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51172" y="4895850"/>
            <a:ext cx="579382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46422" y="4895850"/>
            <a:ext cx="560332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체계적으로 복습하고 싶을 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82445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63395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web.dev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05552" y="5619750"/>
            <a:ext cx="630752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00802" y="5619750"/>
            <a:ext cx="611702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구글의 웹 품질 가이드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51172" y="5619750"/>
            <a:ext cx="579382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46422" y="5619750"/>
            <a:ext cx="560332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성능·접근성을 깊이 볼 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82445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63395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Stack Overflow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05552" y="6343650"/>
            <a:ext cx="630752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00802" y="6343650"/>
            <a:ext cx="611702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질문·답변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351172" y="6343650"/>
            <a:ext cx="579382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46422" y="6343650"/>
            <a:ext cx="560332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구체적인 오류를 검색할 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참고할 만한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블로그 글은 낡았을 수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2015년 글의 방법이 지금은 권장되지 않는 경우가 흔합니다.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헷갈리면 MDN을 기준으로 삼으세요.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AI에게 물을 때도 "MDN 기준으로 알려 줘"라고 덧붙이면 답이 정확해집니다.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5장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5장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직군과 개발 생태계 — 본문과 도해는 학습사이트에서 다시 읽습니다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장 페이지 끝의 「이해했어요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장 끝의 확인 퀴즈로 스스로 점검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함께 볼 주차: 13주차 · 14주차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— 질문은 반 전체가 같은 자리에서 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