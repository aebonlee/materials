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5-5 · 파티셔닝과 셔플링 최적화 · 수업 전 10분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실습점검 · 환경재설정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5-4 끝 상태 · 4040 열기 · 켜기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왜 점검하나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수업 전에 걸러 둘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5-4 파일 셋 · 컨테이너 넷이 그대로인지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4주차 MinIO 가 9000 · 9001 을 잡으면 오늘 MinIO 가 못 뜬다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compose 는 8080 · 7077 만 연다 — 4040 은 아직 막혀 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점검(1~2단계)은 확인 · 멈추기만 · 3~4단계는 4040 열고 켜기 · 재설정(6단계)은 처음부터 할 때만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5-5 · 수업 전 10분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여섯 단계 — 위에서부터 한 번씩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4040 을 여는 덧붙임 파일은 오늘 한 번만 만든다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349500" cy="3143250"/>
          </a:xfrm>
          <a:prstGeom prst="roundRect">
            <a:avLst>
              <a:gd name="adj" fmla="val 202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3495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349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5-4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193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ls 세 파일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ps -a 넷 Exited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73500" y="3924300"/>
            <a:ext cx="2349500" cy="3143250"/>
          </a:xfrm>
          <a:prstGeom prst="roundRect">
            <a:avLst>
              <a:gd name="adj" fmla="val 202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73500" y="3924300"/>
            <a:ext cx="23495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73500" y="4171950"/>
            <a:ext cx="2349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4주차 멈춤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83050" y="5143500"/>
            <a:ext cx="193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stop 만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다섯 포트 비었나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04000" y="3924300"/>
            <a:ext cx="2349500" cy="3143250"/>
          </a:xfrm>
          <a:prstGeom prst="roundRect">
            <a:avLst>
              <a:gd name="adj" fmla="val 202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04000" y="3924300"/>
            <a:ext cx="23495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0" y="4171950"/>
            <a:ext cx="2349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4040 열기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3550" y="5143500"/>
            <a:ext cx="193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override 파일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up -d 로 켜기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34500" y="3924300"/>
            <a:ext cx="2349500" cy="3143250"/>
          </a:xfrm>
          <a:prstGeom prst="roundRect">
            <a:avLst>
              <a:gd name="adj" fmla="val 202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34500" y="3924300"/>
            <a:ext cx="23495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34500" y="4171950"/>
            <a:ext cx="2349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테이블 확인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44050" y="5143500"/>
            <a:ext cx="193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mc ls 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세 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065000" y="3924300"/>
            <a:ext cx="2349500" cy="3143250"/>
          </a:xfrm>
          <a:prstGeom prst="roundRect">
            <a:avLst>
              <a:gd name="adj" fmla="val 202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065000" y="3924300"/>
            <a:ext cx="23495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065000" y="4171950"/>
            <a:ext cx="2349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오늘 만들 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274550" y="5143500"/>
            <a:ext cx="193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순서만 확인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아직 치지 않음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795500" y="3924300"/>
            <a:ext cx="2349500" cy="3143250"/>
          </a:xfrm>
          <a:prstGeom prst="roundRect">
            <a:avLst>
              <a:gd name="adj" fmla="val 202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4795500" y="3924300"/>
            <a:ext cx="23495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795500" y="4171950"/>
            <a:ext cx="2349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6. 환경 재설정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05050" y="5143500"/>
            <a:ext cx="193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처음부터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다시 할 때만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5-5 · 수업 전 10분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5-4 끝 상태를 확인해 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cd ~/data-eng/week5 &amp;&amp; 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docker-compose.yml · first_job.py · lake-pyspark.sh 세 파일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ps -a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spark-master · spark-minio · worker-1 · 2 넷이 Exited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왜 Exited 인가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5-4 끝에 docker compose stop 으로 멈춰 두었다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단계로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넷이 Exited 로 남아 있으면 2단계로 넘어간다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5-4 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stop 으로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멈춘 상태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5-5 · 수업 전 10분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 · 도커 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4주차 컨테이너를 멈춰 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cd ~/lakehouse 2&gt;/dev/null &amp;&amp; docker compose stop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다섯이 Stopped — ~/lakehouse 가 없으면 그냥 넘어간다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ps … | grep -E 'NAMES|9000|…|4040'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제목 줄만 나오면 도커 쪽은 비어 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쓰는 포트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9000 · 9001(MinIO) · 8080 · 7077(마스터) · 4040(앱 UI)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왜 멈추나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4주차 MinIO 와 오늘 MinIO 가 같은 9000 · 9001 을 쓴다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4주차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멈춤만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지우지 않음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5-5 · 수업 전 10분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 · 도커 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다섯 포트를 쓰는 다른 프로그램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Windows (WSL2)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netstat -ano | findstr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LISTENING 없으면 비어 있음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macOS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lsof -nP -iTCP:9000 …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아무것도 없으면 비어 있음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리눅스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sudo ss -ltnp | grep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docker-proxy 면 컨테이너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Windows 는 이 한 줄만 PowerShell 에서 · 4040 은 주피터 안 PySpark 등 다른 Spark 가 자주 쓴다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5-5 · 수업 전 10분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 · 핵심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4040 을 여는 덧붙임 파일을 만들어 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cat &gt; docker-compose.override.yml &lt;&lt; 'EOF'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spark-master 의 ports 에 "4040:4040" 한 줄 — yml 은 그대로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up -d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넷이 Started — compose 가 override 를 자동으로 함께 읽는다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spark-master 만 방금 새로 만들어짐 · PORTS 에 4040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왜 필요한가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셸(드라이버)이 spark-master 안이라 4040 을 열어야 보인다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한 번만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다음부터는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start 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5-5 · 수업 전 10분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 · 대가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spark-master 를 새로 만들면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얻는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브라우저 localhost:4040 에서 Stage · Task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90650" y="4838700"/>
            <a:ext cx="880705" cy="4857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0650" y="4838700"/>
            <a:ext cx="88070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4040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71355" y="4838700"/>
            <a:ext cx="5996345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23755" y="4838700"/>
            <a:ext cx="569154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애플리케이션 UI 가 열린다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90650" y="5400675"/>
            <a:ext cx="880705" cy="4857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90650" y="5400675"/>
            <a:ext cx="88070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워커 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71355" y="5400675"/>
            <a:ext cx="5996345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23755" y="5400675"/>
            <a:ext cx="569154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새 마스터에 다시 붙는다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90650" y="5962650"/>
            <a:ext cx="880705" cy="4857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90650" y="5962650"/>
            <a:ext cx="88070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8080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71355" y="5962650"/>
            <a:ext cx="5996345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23755" y="5962650"/>
            <a:ext cx="569154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Alive Workers: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잃는 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컨테이너 안 jar 캐시(/tmp/.ivy2)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20300" y="4838700"/>
            <a:ext cx="880705" cy="4857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20300" y="4838700"/>
            <a:ext cx="88070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jar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901005" y="4838700"/>
            <a:ext cx="5996345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53405" y="4838700"/>
            <a:ext cx="569154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5-3 에 받은 것이 사라진다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20300" y="5400675"/>
            <a:ext cx="880705" cy="4857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20300" y="5400675"/>
            <a:ext cx="88070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첫 실행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901005" y="5400675"/>
            <a:ext cx="5996345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053405" y="5400675"/>
            <a:ext cx="569154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lake-pyspark.sh 가 다시 받음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20300" y="5962650"/>
            <a:ext cx="880705" cy="4857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20300" y="5962650"/>
            <a:ext cx="88070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실측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901005" y="5962650"/>
            <a:ext cx="5996345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053405" y="5962650"/>
            <a:ext cx="569154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jar 4개 316MB · 65초</a:t>
            </a:r>
          </a:p>
        </p:txBody>
      </p:sp>
      <p:sp>
        <p:nvSpPr>
          <p:cNvPr id="38" name="Oval 37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5-5 · 수업 전 10분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 · 6단계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테이블 확인과 환경 재설정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run … pgsty/mc … mc ls m/warehouse/lake/db/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daily_revenue/ · orders/ · product_sales/ 세 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connection refused 가 나오면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up -d 바로 뒤 MinIO 가 뜨는 몇 초 — 잠시 뒤 다시 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6) rm -f mart.py mart.log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실습을 처음부터 다시 할 때만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6) mc rm -r --force … test-narrow test-one daily_sales_mart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없으면 아무 줄 없이 지나간다 — 5-4 테이블 · override 는 남음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5-5 · 수업 전 10분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5단계 · 순서만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만드는 것 — 아직 치지 않는다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무엇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3800" y="2781300"/>
            <a:ext cx="50825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어디서 처음 만드나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664440" y="2781300"/>
            <a:ext cx="44805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64440" y="2781300"/>
            <a:ext cx="44805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남는가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docker-compose.override.yml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(4040)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905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실습점검 3단계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664440" y="34480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759690" y="34480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 — 6주차 이후도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warehouse/test-narrow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· test-one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905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셔플 관찰 3 · 6단계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664440" y="41719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759690" y="41719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 (볼륨 안)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mart.py · mart.log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3905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배치 스크립트 1 · 3단계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664440" y="48958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759690" y="48958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 — mart.py 가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5주차 산출물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lake.db.daily_sales_mart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43800" y="56197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39050" y="56197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배치 스크립트 1단계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664440" y="56197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759690" y="56197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셸은 셔플 관찰 1단계에서, mart.py 는 배치 스크립트 1단계에서 처음 만든다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5-5 · 수업 전 10분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5-5 · 수업 전 10분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파티셔닝과 셔플링 원리 (1H)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4040 을 열었으니 왜 느린가 — 파티션과 셔플부터 봅니다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파티션 = 일감의 조각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셔플 = 조별 재편성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repartition과 coalesce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막혔다면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그 단계 아래 「막혔어요」 · 「질문」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