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M6 · 기초 미니 · 코랩 · 3~4시간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법령 조문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LIKE 와 BM25, 한국어에서 어디서 틀리나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LIKE 와 BM25 가 각각 잘하는 것과 못하는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FTS 색인이 놓치는 것 — 조사 · 띄어쓰기 · 조문 번호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조사 떼기 · 2글자 n-gram 보정이 도움이 되는 정도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어디서부터 임베딩 검색(P4)이 필요한지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3주차에 쓰던 DuckDB 에 전문 검색 확장(fts)만 더해 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개인정보 보호법 현행판 원문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법제처 국가법령정보 DRF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법률 제21445호(2026.9.11 시행)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 · 항 · 호 856줄 → 838줄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JSON(gz 압축)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저작권법 제7조 — 자유 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P4(법령 Q&amp;A 챗봇)와 같은 스냅샷 — 2026-10-28 에 받았다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법령 JSON 에서 정답률 비교까지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법령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 · 항 · 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표로 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= 항 · 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 그대로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FTS 색인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점수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색인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조사 · 2-gram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15문항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hit@1 · hit@3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DuckDB FTS 색인은 테이블 하나에 하나라 보정마다 테이블을 따로 둔다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표로 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INSTALL fts, 삭제 자리는 빼고 개정 표시는 지우기, 번호는 숫자 열로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3~4. LIKE · 기본 BM25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 없는 LIKE, tokenize 로 색인이 낱말을 나눈 모양 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5~6. 보정 · 정답률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조사 떼기 · 2-gram 색인, 질문 15개로 hit@1 · hit@3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7~8. 저장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과 DB 파일에 색인 저장, Kiwi · RRF 로 더 해 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글자가 같아야만 찾는다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제10조가 제2조 앞에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조문 번호를 글자로 정렬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열 (jo, br) 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「개인 정보」 0줄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LIKE 는 글자 그대로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2-gram 색인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「유출」 2줄만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「유출되면」은 다른 낱말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조사 떼기 · 2-gram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조문 번호로 못 찾음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설정이 숫자를 지움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article = 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색인 네 가지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많이 찾는 것과 맞게 찾는 것은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「유출」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34823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「가명정보」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hit@1 · hit@3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색인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 · 14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조사 떼기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· 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2글자 n-gram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· 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2-gram 은 낱말 경계를 몰라 「위탁자」로 8줄을 찾는다 — LIKE 5줄보다 3줄이 엉뚱한 일치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856줄에서 삭제 자리 18줄을 빼고 838줄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「유출」 27줄, 「개인정보」 424줄 · 「개인 정보」 0줄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정답률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hit@1 기본 9 · 조사 떼기 10 · 2-gram 10(15문항)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 한계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「유출되면 알려야」는 세 색인 모두 제34조를 놓침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M6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M6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M6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BM25 는 같은 글자가 있어야만 점수를 줍니다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조사 목록에 어미를 넣고 hit@1 다시 재기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Kiwi 로 명사만 뽑아 색인해 한 줄 더하기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조문 번호는 WHERE 로 먼저 찾는 함수 만들기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P4 법령 Q&amp;A 챗봇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