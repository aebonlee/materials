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6교시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관리자 보고자료 초안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 먼저, 숫자는 출처와 함께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 · 요청사항이 맨 앞에 오는 한 장 보고서 구조를 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산출물로 AI 초안을 만들고 출처 · 사실/추정을 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과장 · 보안을 검증하고 발표 5장 개요를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초안은 AI, 검증은 사람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피라미드 원칙 — 한 장 보고서의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5242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쓰는 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제목(결론형)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34480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34480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해서 어떻게 되돌리겠다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433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433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요청사항 · 결론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3900" y="41433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150" y="41433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 · 지원할 것 + 한 줄 결론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3870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3870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3개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483870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483870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크기 · 원인 · 기대 효과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53402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53402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 · 필요 지원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3900" y="553402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150" y="553402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3개 일정 · 담당 · KPI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229350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229350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된 것 · 위험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3900" y="62293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150" y="62293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 사항 · 추가 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924675"/>
            <a:ext cx="5242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924675"/>
            <a:ext cx="5052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43900" y="69246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9150" y="69246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1개 + 파레토 1개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제목부터 결론으로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주제형 제목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결정할지 본문을 읽어야 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품질 분석 결과 보고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공정 불량 현황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 방안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결론형 제목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제목만 읽고도 결정할 것이 보인다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열전대 재교정으로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불량률을 PM 전 수준으로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되돌리겠습니다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문장마다 사실 · 추정을 구분한다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163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 소결 불량률 3.69%(7월 2.17%)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온도편차 6.0 → 16.6°C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소결 불량률 r=0.95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 미입력 재가동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재교정 시 일평균 양품 +1,585개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작업자 숙련도 부족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모으고, 쓰고,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보고서는 새로 쓰는 문서가 아니라 산출물을 다시 배열하는 문서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산출물 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실행계획까지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 · 출처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사실/추정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그림 2개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꺾은선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파레토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사람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· 과장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보안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5장 개요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8분 발표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장별 시간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장 보고서 초안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역할 · 산출물 5종 · 형식 · 규칙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 기획 담당자로서 아래 산출물로 생산본부장에게 올릴 한 장 보고서를 써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결론형 제목 · 요청사항 먼저 · 근거 3개 · 실행계획 표 · 확인 안 된 것.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숫자마다 출처, 문장마다 [사실]/[추정], 과장 표현 금지, A4 한 장.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형식과 규칙을 미리 정해 두면 고칠 일이 줄어든다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그림은 메시지 하나에 하나씩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33750"/>
            <a:ext cx="78105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일별 불량률 추세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꺾은선형 · 8/10 에 「PM」 표시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을 경계로 뛰어오름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333750"/>
            <a:ext cx="78105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통계 차트 → 파레토(2016 이상)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밀도미달 · 균열 = 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초안을 그대로 올리면 생기는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흔히 나오는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대조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가 2% 로 바뀜 · 출처 누락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 · 추정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숙련도가 [사실]로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과장 표현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불량을 완전히 없앨 수 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표현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회사명 · 설비 번호가 섞임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요청사항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적극 검토 바랍니다(흐릿함)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검토자 프롬프트는 새 대화 창에서 · 숫자 대조는 사람이 원본 Excel 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5장 개요 — 8분 배분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11483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11483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열전대 재교정을 요청드립니다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0" y="34480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59890" y="34480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719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1719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소결 불량률 2.17% → 3.69%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0" y="41719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59890" y="41719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58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8958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교정 누락으로 온도편차 확대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64640" y="48958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59890" y="48958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6197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56197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 + 체크리스트 + SPC 알람이 1위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264640" y="56197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59890" y="56197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6343650"/>
            <a:ext cx="11483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8450" y="6343650"/>
            <a:ext cx="11292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안에 PM 전 수준으로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264640" y="63436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59890" y="63436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3줄 안에 요청사항과 결론이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근거가 정확히 3개, 숫자마다 출처가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+1,585개는 [추정], 야간 숙련도는 「확인 안 됨」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원본 Excel 과 대조했고 과장 표현이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5장 개요와 장별 시간(합계 8분)이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팀별 발표와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팀이 8분 발표 + 5분 질의 · 피드백을 차례로 진행합니다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준비 점검 — 예상 질문 3개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관점 다섯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동료 피드백 양식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피드백을 보완 메모로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검증한 한 장 보고서와 5장 개요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