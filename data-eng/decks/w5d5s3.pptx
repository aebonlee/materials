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파티셔닝과 셔플링 최적화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PySpark 배치 스크립트로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마트 산출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mart.py 한 파일 — 5주차 산출물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셸을 exit() 하고 mart.py 를 spark-submit 으로 실행한다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같은 3행이 나오는 것(멱등)을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 인자·로그·종료 코드로 실무형으로 다듬는다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mart.py · 마트 조회 결과 · README 실측표를 정리한다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마감 10-30(금) 23:59 — 사이트 「산출물 제출」 페이지에서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셸의 --conf 를 코드 안으로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5-3 에서 셸에 길게 주던 접속 설정을 mart.py 안에 담습니다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exit · 작성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 나오기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 mart.py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멱등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 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tail -n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실무형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인자 · mart.log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종료 코드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README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셸을 띄운 채 spark-submit 을 내면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셸이 떠 있을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WARN Initial job has not accepted any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8080 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Total, 4 Used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spark-submit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일을 못 받음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WARN 반복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15초마다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셸을 exit() 하면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기다리던 잡이 바로 이어서 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exit()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 종료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코어 반납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4개 비움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잡 진행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표가 찍힘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mart.py 를 히어독으로 — 그리고 제출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cd ~/data-eng/week5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cat &gt; mart.py &lt;&lt; 'EOF'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# … SparkSession 에 s3a · Iceberg(lake) 설정을 코드로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spark.sparkContext.setLogLevel("WARN")   # 결과 표가 끝에 보이게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# … orders + products → amount → groupBy(order_date)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mart.coalesce(1).writeTo("lake.db.daily_sales_mart").createOrReplace()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EOF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docker compose cp mart.py spark-master:/tmp/mart.py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docker compose exec spark-master /opt/spark/bin/spark-submit \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--master spark://spark-master:7077 \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--conf spark.jars.ivy=/tmp/.ivy2 \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--packages org.apache.hadoop:hadoop-aws:3.3.4,org.apache.iceberg:iceberg-spark-runtime-3.5_2.12:1.5.2 \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/tmp/mart.py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히어독 전문은 사이트 본문에서 복사 — 셸을 exit() 한 뒤에 붙여 넣으세요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실행과 다시 실행 — 같은 3행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version hint WARN 스택 뒤에 표 · data/ 1개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80303" cy="501967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80303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order_date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9053" y="4838700"/>
            <a:ext cx="2623984" cy="501967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9053" y="4838700"/>
            <a:ext cx="2623984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daily_amount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1137" y="4838700"/>
            <a:ext cx="1996563" cy="501967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1137" y="4838700"/>
            <a:ext cx="1996563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order_cnt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90650" y="5405438"/>
            <a:ext cx="2180303" cy="550545"/>
          </a:xfrm>
          <a:prstGeom prst="roundRect">
            <a:avLst>
              <a:gd name="adj" fmla="val 692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5900" y="5405438"/>
            <a:ext cx="1989803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2026-08-24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9053" y="5405438"/>
            <a:ext cx="2623984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4303" y="5405438"/>
            <a:ext cx="2433484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113000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1137" y="5405438"/>
            <a:ext cx="1996563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6387" y="5405438"/>
            <a:ext cx="1806063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90650" y="6020752"/>
            <a:ext cx="2180303" cy="550545"/>
          </a:xfrm>
          <a:prstGeom prst="roundRect">
            <a:avLst>
              <a:gd name="adj" fmla="val 692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5900" y="6020752"/>
            <a:ext cx="1989803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2026-08-25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9053" y="6020752"/>
            <a:ext cx="2623984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4303" y="6020752"/>
            <a:ext cx="2433484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1155000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1137" y="6020752"/>
            <a:ext cx="1996563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6387" y="6020752"/>
            <a:ext cx="1806063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90650" y="6636068"/>
            <a:ext cx="2180303" cy="550545"/>
          </a:xfrm>
          <a:prstGeom prst="roundRect">
            <a:avLst>
              <a:gd name="adj" fmla="val 692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85900" y="6636068"/>
            <a:ext cx="1989803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2026-08-26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9053" y="6636068"/>
            <a:ext cx="2623984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4303" y="6636068"/>
            <a:ext cx="2433484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46000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1137" y="6636068"/>
            <a:ext cx="1996563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6387" y="6636068"/>
            <a:ext cx="1806063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실행 · tail -n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WARN 없이 같은 표만 · data/ 2개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createOrReplace — 통째로 교체해 멱등</a:t>
            </a:r>
          </a:p>
        </p:txBody>
      </p:sp>
      <p:sp>
        <p:nvSpPr>
          <p:cNvPr id="40" name="Oval 3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옛 판 파일은 스냅샷으로 남는다</a:t>
            </a:r>
          </a:p>
        </p:txBody>
      </p:sp>
      <p:sp>
        <p:nvSpPr>
          <p:cNvPr id="42" name="Oval 4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정리는 4-4 의 expire_snapshots</a:t>
            </a:r>
          </a:p>
        </p:txBody>
      </p:sp>
      <p:sp>
        <p:nvSpPr>
          <p:cNvPr id="44" name="Oval 4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개선판 — 로그는 파일로, 종료 코드는 다음 상자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43150"/>
            <a:ext cx="7810500" cy="533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상자 1 — 실행(exec 가 맨 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deckgen:code-lineno"/>
          <p:cNvSpPr txBox="1"/>
          <p:nvPr/>
        </p:nvSpPr>
        <p:spPr>
          <a:xfrm>
            <a:off x="11430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</p:txBody>
      </p:sp>
      <p:sp>
        <p:nvSpPr>
          <p:cNvPr id="13" name="deckgen:code"/>
          <p:cNvSpPr txBox="1"/>
          <p:nvPr/>
        </p:nvSpPr>
        <p:spPr>
          <a:xfrm>
            <a:off x="18288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docker compose cp mart.py spark-master:/tmp/mart.py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docker compose exec spark-master \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/opt/spark/bin/spark-submit … \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/tmp/mart.py 2026-08-25 &gt; mart.log 2&gt;&amp;1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34500" y="2343150"/>
            <a:ext cx="7810500" cy="533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40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  상자 2 —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93345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00203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echo "종료 코드: $?"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grep "\[mart\]" mart.log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exec 뒤에 함께 붙여 넣은 줄은 찍히기만 하고 실행되지 않습니다 — 상자 하나씩, 프롬프트가 돌아온 뒤에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인자를 바꿔 세 번 — 종료 코드를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종료 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[mart] 로그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2026-08-25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34480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34480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2행 · 마트 1행 ·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2099-01-01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43900" y="41719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150" y="41719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0행 · 중단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 없이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48958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48958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5행 · 마트 3행 · 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날짜를 주면 마트가 그 한 줄로 교체된다 — 날짜 없이 한 번 더 돌려 3행으로 되돌린다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| grep 을 붙인 뒤의 $? 는 grep 의 0 — 그래서 mart.log 로 받고 따로 확인합니다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산출물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5주차 산출물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mart.py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배치 스크립트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인자·로그·종료 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마트 조회 결과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mart.log 의 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콘솔 캡처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③ README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줄 그대로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실측표는 본인 수치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README 「3. 실행」 = cp → spark-submit … /tmp/mart.py [날짜] &gt; mart.log 2&gt;&amp;1 → echo "종료 코드: $?"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셸을 exit() 한 뒤 spark-submit 이 기다리지 않고 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표 3행 113000·2 / 1155000·2 / 46000·1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warehouse/lake/db/daily_sales_mart/data/ 에 Parquet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종료 코드 0 · 1 · 0 — 마지막에 마트가 다시 3행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mart.py · 조회 결과 · README 가 제출 형태로 모였다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및 산출물 점검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5주차를 되짚고 자주 겪는 오류를 정리한 뒤, 클러스터를 stop 하고 6주차 Kafka 를 준비합니다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5주차에 지나온 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— Initial job · 4040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파일 여섯 → docker compose stop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6-1 Kafka 예고 · week6 폴더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mart.py · mart.log ·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