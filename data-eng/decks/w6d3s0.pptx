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6-3 · Producer / Consumer 애플리케이션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· .venv · orders 비우기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토픽을 비우고 시작한다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에 6-2 CLI 로 넣은 「주문A」 같은 그냥 글자가 남아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consumer.py 는 처음부터(earliest) 읽으며 전부 JSON 으로 푼다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글자에서 JSONDecodeError: Expecting value 로 멈춘다(실측)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1~2단계는 확인 · 3단계는 orders 비우기 · 재설정(5단계)은 오늘 실습을 처음부터 다시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컨테이너는 6-2 compose 그대로 — 새로 만드는 것은 orders 토픽 하나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compose 켜기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start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STATUS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가상환경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(.venv)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2.16.1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orders 비우기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 → 2초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create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오늘 만들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파일·그룹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 할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를 켜고 상태를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~/data-eng/week6 → docker compose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Container kafka Started — 이미 켜져 있으면 아무 줄 없이 지나간다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의 STATUS 가 Up 이면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configuration file provided 가 나오면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6-2 실습 1단계의 compose 파일이 없다는 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STATUS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가상환경과 패키지를 확인하세요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source .venv/bin/activate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Windows(WSL2) · macOS · 리눅스 모두 같다 — 프롬프트 앞에 (.venv)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 -c "import confluent_kafka; …"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print(confluent_kafka.version()) — 2.16.1 처럼 버전이 나오면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module named 'confluent_kafka' 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confluent-kafka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2.16.1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토픽을 지우고 다시 만드세요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kafka-topics.sh … --delete --topic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6-2 에서 CLI 로 넣은 글자까지 토픽째 지운다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sleep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곧바로 만들면 Topic 'orders' is marked for deletion 이 나올 수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--create --topic orders --partitions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--replication-factor 1 — Created topic orders. 가 나오면 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쉬는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그래도 marked for deletion 이면 몇 초 뒤 create 만 다시 · 6-2 의 그룹(order-app · analytics-app)은 남지만 오늘은 쓰지 않는다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수업 전 10분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producer.py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2단계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6주차 산출물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정리에 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producer_noflush.py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· orders-test 토픽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3단계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consumer.py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(그룹 order-agg)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4단계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consumer_manual.py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(그룹 order-manual)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6단계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파일은 실습 각 단계에서 cat &gt; … &lt;&lt; 'EOF' 로 처음 만든다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처음부터 다시 할 때만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 재설정 — 오늘 것만 지운다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-f producer.py producer_noflush.py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~/data-eng/week6 에서 오늘 만드는 파일 넷 — consumer.py · consumer_manual.py 까지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kafka-topics.sh … --delete --topic orders-test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flush 실험에 쓴 토픽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kafka-consumer-groups.sh … --delete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--group order-agg · order-agg-2 · order-manual 세 그룹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그다음 3단계로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를 다시 비운다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그룹이 없으면 Group … not found 같은 줄이 나온다 — 지울 것이 없다는 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수업 전 10분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6-3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Producer / Consumer API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보내기가 왜 비동기인지, 오프셋 커밋이 무엇을 보장하는지 잡습니다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produce() · flush() · delivery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acks 0 · 1 · 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자동 커밋과 수동 커밋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