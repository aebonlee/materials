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1-3 · 이미지·컨테이너와 도커 사용하기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볼륨과 포트로 데이터 다루기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컨테이너는 갈아 끼워도 데이터는 볼륨에 남는다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postgres:16 을 -e·-p·-v 와 함께 띄우고 psql 로 접속한다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logs · pg_isready 로 준비 완료를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컨테이너를 지웠다 다시 만들어도 데이터가 남는 것을 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볼륨 없이 띄우면 사라지는 것도 직접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핵심 실험 — 4주 MinIO · 6주 Kafka · 7주 Qdrant 가 전부 이 성질 위에 선다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pg 는 stop 만, pgdata 는 남긴다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컨테이너가 바로 죽으면 언제나 docker logs 부터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볼륨과 함께 띄우기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 … -v pgdata:… postgres:16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데이터 넣기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heredoc 으로 psql 에 CREATE·INSERT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지웠다 다시 만들기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rm 뒤 같은 볼륨으로 run → 두 행 그대로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 볼륨 없이 해 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pg_novol (5433) → 표가 사라진다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 정리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pg_novol 삭제 · pg 는 stop 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실습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한 줄 해부 — 옵션 다섯 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68701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687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-d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30014" y="2781300"/>
            <a:ext cx="113149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2414" y="2781300"/>
            <a:ext cx="11010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백그라운드 실행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468701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4687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--name pg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30014" y="3429000"/>
            <a:ext cx="113149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2414" y="3429000"/>
            <a:ext cx="11010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이름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468701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4687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-e POSTGRES_PASSWORD=engineer123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30014" y="4076700"/>
            <a:ext cx="113149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2414" y="4076700"/>
            <a:ext cx="11010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환경변수 — 이 값이 없으면 컨테이너가 바로 죽는다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468701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4687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-p 5432:5432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30014" y="4724400"/>
            <a:ext cx="113149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2414" y="4724400"/>
            <a:ext cx="11010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5432 → 컨테이너 5432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468701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4687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-v pgdata:/var/lib/postgresql/data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30014" y="5372100"/>
            <a:ext cx="113149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2414" y="5372100"/>
            <a:ext cx="11010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 볼륨을 데이터 디렉터리에 연결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019800"/>
            <a:ext cx="468701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6019800"/>
            <a:ext cx="4687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postgres:16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30014" y="6019800"/>
            <a:ext cx="1131498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2414" y="6019800"/>
            <a:ext cx="11010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 — 태그를 명시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postgres 이미지는 POSTGRES_PASSWORD 를 반드시 요구한다 — 없으면 바로 Exited (1)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실습 1H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떴는지 네 가지로 확인한다 — 처음엔 initdb 로 3초쯤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3848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29088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02418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logs pg | tail -n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48138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「database system is ready to accept connections」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10527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31006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46246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19576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exec pg pg_isready -U postgres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65296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accepting connections 가 나올 때까지 몇 초 기다렸다 다시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27685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48163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63403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36733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volume 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582453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pgdata 가 보인다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4842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65321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680561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53891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exec -it pg psql -U postgres -c "SELECT version();"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699611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PostgreSQL 16.x 문자열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Mountpoint /var/lib/docker/volumes/pgdata/_data 는 Desktop 의 리눅스 VM 안 — 탐색기·파인더로는 못 연다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— 데이터 넣기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직접 타이핑은 -it, 흘려 넣기는 -i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-it — 직접 타이핑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exec -it pg psql -U postgres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-i 표준 입력 열기, -t 터미널 붙이기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psql 프롬프트에서 직접 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-i 만 — heredoc 흘려 넣기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exec -i pg psql -U postgres &lt;&lt; 'EOF'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TABLE sensor … INSERT … SELECT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-t 를 붙이면 「stdin is not a terminal」로 실패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— temp 21.5 · humidity 48.2 두 행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— 오늘의 핵심 실험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컨테이너를 완전히 지웠다가 같은 볼륨으로 다시 만든다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완전히 삭제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stop pg → docker rm pg → ps -a 에 pg 없음 · volume ls 에 pgdata 는 남음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볼륨으로 새 컨테이너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1단계와 같은 docker run … -v pgdata:… → sleep 3 (바로 치면 준비 중이라 실패)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아까 데이터가 있는가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* FROM sensor; → temp·humidity 두 행 그대로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교체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데이터는 볼륨에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반대로, 볼륨 없이 하면 (pg_novol · 포트 5433)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이름 볼륨 pgdata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-v pgdata:/var/lib/postgresql/data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pgdata 연결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171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rm →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167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517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pgdata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423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SELECT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568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03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행 그대로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-v 없이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postgres 이미지가 만든 익명 볼륨 — 새로 만들 때마다 새것이 붙는다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run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2030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365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익명 볼륨 A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rm → run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82818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516168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익명 볼륨 B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SELECT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74533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87868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relation "t"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does not exist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실습 1H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정리와 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이것이 보여야 성공, 이것은 치지 말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-p 5433:5432 — 바꾼 것은 내 쪽 번호뿐, 안쪽은 이미지 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마지막 SELECT 가 relation "t" does not exist 여야 정상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익명 볼륨(긴 해시)은 volume prune — pgdata 는 안 지워짐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pg 는 rm 말고 stop 만 — 1-5 에서 5432 를 다시 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volume rm pgdata 는 치지 말 것 — 되돌릴 수 없다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1-3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1-3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쓴 명령을 한 장으로 모으고, 남은 컨테이너를 1-4 실습을 위해 정돈합니다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도커 명령 요약 표 한 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-a · volume ls · images 로 정돈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세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1-4 Dockerfile 예고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지금 상태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pg 는 Exited · pgdata 볼륨은 그대로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