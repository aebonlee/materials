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1-3 · 이미지·컨테이너와 도커 사용하기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도커 기본 명령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띄우고 · 들여다보고 · 정지하고 · 지우는 한 바퀴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version 으로 클라이언트와 데몬을 구별한다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nginx:1.27 로 run·ps·logs·stop·rm 한 바퀴를 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exec 로 안에 들어가 리눅스임을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안에서 고친 것이 사라지는 것을 직접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명령을 치기 전에 짧은 이론 셋 — 두 조각 · 두 이름 · 컨테이너의 상태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명령을 치기 전에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도커는 두 조각 — 내가 치는 docker 는 일하는 쪽이 아니다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클라이언트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치는 docker 명령 — 요청을 보낼 뿐 (터미널)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은 요청일 뿐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식당에서 주문을 받는 사람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데몬 (dockerd)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이미지를 받고 컨테이너를 띄우는 본체 — Docker Desktop / 리눅스 서비스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실제로 일하는 쪽 — 요리하는 사람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「Cannot connect to the Docker daemon」= 이쪽이 꺼진 것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Desktop 을 켜거나 sudo systemctl start docker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명령을 치기 전에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명령 이름이 두 가지로 보이는 이유 — 같은 명령이다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짧은 옛 이름 (이 과정)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정리된 이름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container 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도는 컨테이너 목록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container ls -a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멈춘 것까지 전부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image 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받아 둔 이미지 목록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container 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지우기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rmi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893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image rm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3436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3436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 지우기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「docker 대상 동작」꼴로 정리했는데 옛 짧은 이름도 그대로 두었다 — 이 과정에서는 짧은 쪽을 쓴다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명령을 치기 전에 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컨테이너에는 상태가 있다 — 명령이 상태를 옮긴다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created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만들어졌지만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안 돌았다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running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돌고 있다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에 보인다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exited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멈췄다 — 사라진 것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아니다 (ps -a)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(없음)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rm 으로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지워졌다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start → running · stop → exited · rm → 없음 — exited 는 이름과 디스크를 그대로 붙든다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「container name … is already in use」= 같은 이름이 exited 로 남은 것 → docker rm 이름 (도는 중이면 rm -f)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단계를 한 바퀴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hello-world 가 Exited 로 남아 있어도 정상 — 6단계에서 한꺼번에 치운다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version · docker run hello-world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받기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pull nginx:1.27 · docker images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한 바퀴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run -d → ps → curl → logs → stop → rm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 안으로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exec -it web2 bash → exit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⑤·⑥ 실험·정리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고친 것은 사라진다 → container prune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핵심 명령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nginx 컨테이너로 생명주기 한 바퀴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61541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61541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docker run -d --name web -p 8080:80 nginx:1.27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58416" y="2781300"/>
            <a:ext cx="1038658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10816" y="2781300"/>
            <a:ext cx="1008178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백그라운드 · 이름 web · 내 8080 → 안 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561541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561541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docker ps / docker ps -a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8416" y="3429000"/>
            <a:ext cx="1038658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0816" y="3429000"/>
            <a:ext cx="1008178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도는 것만 / 정지된 것까지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561541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561541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curl http://localhost:8080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58416" y="4076700"/>
            <a:ext cx="1038658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0816" y="4076700"/>
            <a:ext cx="1008178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「Welcome to nginx!」 HTML — 브라우저로도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561541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561541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docker logs 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58416" y="4724400"/>
            <a:ext cx="1038658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10816" y="4724400"/>
            <a:ext cx="1008178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 보기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561541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561541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docker stop web → docker rm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58416" y="5372100"/>
            <a:ext cx="1038658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0816" y="5372100"/>
            <a:ext cx="1008178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정지 → 삭제 — rm 뒤엔 -a 에서도 사라짐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정지된 컨테이너도 이름과 디스크를 차지한다 — 같은 이름으로 다시 run 하면 이름 충돌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겪어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안에서 고친 것은 어떻게 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안에서 페이지를 고친다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exec web2 bash -c 'echo … &gt; …/index.html' → curl 에 「내가 고친 페이지」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지우고 같은 이미지로 다시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stop web2 &amp;&amp; docker rm web2 → 같은 nginx:1.27 로 다시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curl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원래의 「Welcome to nginx!」로 돌아온다 — 이미지는 그대로였고 내 변경은 컨테이너에만 있었다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남길 것은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프로그램은 이미지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데이터는 볼륨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꼬였을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원인을 찾지 말고 되돌려서 다시 — 20초면 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보이면 컨테이너 안 파일부터 확인한다 — 오늘 익힐 디버깅 습관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강제로 치우기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rm -f web web2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새로 띄우고 고치기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run → exec … echo &gt; index.html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안 파일부터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exec web2 cat …/index.html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 그다음 밖에서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— 옛 페이지면 8080 을 딴 프로그램이 잡은 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단계마다 이것이 보여야 성공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6550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6550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version 에 Server 까지 · hello-world 메시지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33775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3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6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33775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에 nginx 1.27 · SIZE 약 190~280MB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91000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957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3195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91000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curl 에 Welcome to nginx! · stop 뒤엔 ps -a 에만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48225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8529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768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48225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안의 /etc/os-release 에 Debian — 안은 리눅스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05450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5102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6340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505450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고친 페이지가 지우고 다시 만들면 원래대로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162675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1674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2912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162675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container prune 뒤 docker ps -a 에 아무것도 없다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system prune -a 는 이미지까지 지운다 — 지금은 container prune 까지만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1.5H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1-3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볼륨과 포트로 데이터 다루기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PostgreSQL 컨테이너를 볼륨과 함께 띄워, 컨테이너를 지워도 데이터가 남는 것을 직접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-e · -p · -v 옵션을 한 명령에 모두 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heredoc 으로 psql 에 SQL 흘려 넣기 (-i)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지웠다 다시 만들어도 두 행이 그대로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 없이 만들면 사라지는 것도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지금 해 둘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-a 가 비어 있게 정리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