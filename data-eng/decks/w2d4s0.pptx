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ERD 설계 및 정규화/반정규화 전략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컨테이너를 켜고 products 번호까지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새로 설치할 것은 없다 — 대신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이 준비됐는가 — logs 끝 줄 port: 3306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mysql&gt; 에 친 한글이 들어가는가 — -e LANG=C.UTF-8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2·3·4 번이 무선 마우스·기계식 키보드·텀블러인가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주문 표는 상품을 번호로 가리킨다 — ③ 이 어긋나면 엉뚱한 상품을 가리킨다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포인트를 통과하면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Docker 켜짐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Server 버전 한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켜고 기다리기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끝 줄 port: 3306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접속·표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한글 · 표 둘 · 번호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자식 표부터 DROP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켜고 기다리기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켜자마자 붙으면 실패한다 — 끝 줄을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start de-mysql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컨테이너는 바로 켜지지만 안의 MySQL 은 아직 준비 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곧바로 docker exec …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2002 Can't connect … mysqld.sock — 명령이 틀린 게 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--tail 5 de-mysql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맨 끝 줄이 오늘 날짜의 ready for connections … port: 3306 이면 준비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0초 실패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1초 뒤 정상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접속해서 세 가지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한글 · 표 둘 · products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-it -e LANG=C.UTF-8 de-mysql mysql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dataeng123 · 데이터베이스 shop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'한글 입력 시험' AS 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친 한글이 그대로 보여야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monthly_sales · products 둘만 (2-2 를 건너뛰었다면 products 하나)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id, name, price FROM products ORDER BY id;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무선 마우스 28000 · 3 기계식 키보드 89000 · 4 텀블러 19000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LANG 을 빼면 한글이 사라져 오늘 4단계의 마우스 건수가 오류 없이 0 으로 나온다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수업 전 10분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2002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Can't connect … sock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준비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끝 줄 port: 3306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뒤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container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에서 지웠다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기동과 접속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1단계부터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customers·orders 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 보인다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심화 과제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 해 본 실습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4단계 재설정으로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자식 표부터 DROP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가 10행이거나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2·3·4 가 다른 상품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INSERT 를 두 번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볼륨을 새로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TRUNCATE products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INSERT 한 번만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products 번호는 order_items 를 만들기 전에만 고칠 수 있다 — 만든 뒤 TRUNCATE 는 ERROR 1701 로 막힌다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것만 처음부터 — 자식 표부터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IF EXISTS order_items;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orders·products 를 참조하는 자식이 먼저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IF EXISTS orders; … customers; … bad_orders;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표는 IF EXISTS 가 건너뛴다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monthly_sales · products 만 남으면 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순서를 바꾸면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3730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부모를 못 지운다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--format 이 29.6.1 같은 버전 한 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끝 줄 ready for connections … port: 3306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한글 입력 시험 그대로 · 표 둘 · 2·3·4 번 상품이 맞다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재설정 뒤 SHOW TABLES 는 monthly_sales · products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수업 전 10분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데이터 모델링과 정규화 이론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접속한 mysql&gt; 창은 그대로 두세요. ERD 설계 실습에서 바로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정규화는 「한 사실은 한 곳에만」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갱신·삽입·삭제 이상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N:M 은 교차 표로 푼다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반정규화 — 알고 하는 중복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mysql&gt; 접속 창 (LANG 붙여서)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