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3-3 · DuckDB를 이용한 로컬 대용량 데이터 처리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직접 질의 (CSV·Parquet)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100만 행 CSV 를 적재 절차 없이 SQL 로 바로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pip install duckdb 한 줄로 설치하고 버전을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시드 고정 100만 행 events.csv 를 만들고 크기를 기록한다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TABLE·INSERT 없이 CSV 를 FROM 에 적어 질의한다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.df() 로 DataFrame 을 받고, 반대로 DataFrame 을 SQL 에서 참조한다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events.csv 의 크기(MB)는 다음 1.5H 에서 Parquet 와 비교하니 꼭 적어 두세요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~/data-eng/week3 한 폴더에서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venv 를 켜고 시작합니다 — Windows(WSL2)·macOS·리눅스 모두 같은 명령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설치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duckdb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100만 행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make_events.py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시드 42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CSV 바로 질의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'events.csv'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구조·집계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DESCRIBE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CTE·Window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Pandas 왕복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.df()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변수이름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설치와 데이터 생성 — 핵심 명령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19129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1912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폴더·venv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2129" y="2781300"/>
            <a:ext cx="14682871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4529" y="2781300"/>
            <a:ext cx="1437807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~/data-eng/week3 &amp;&amp; source .venv/bin/activate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19129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1912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2129" y="3429000"/>
            <a:ext cx="14682871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14529" y="3429000"/>
            <a:ext cx="1437807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duckdb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19129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1912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버전 확인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2129" y="4076700"/>
            <a:ext cx="14682871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4529" y="4076700"/>
            <a:ext cx="1437807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 -c "import duckdb; print(duckdb.__version__)"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19129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1912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생성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2129" y="4724400"/>
            <a:ext cx="14682871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14529" y="4724400"/>
            <a:ext cx="1437807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make_events.py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19129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1912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크기 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62129" y="5372100"/>
            <a:ext cx="14682871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14529" y="5372100"/>
            <a:ext cx="1437807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-lh events.csv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시드 42 고정 — 누가 실행해도 같은 데이터 · 1~2분 · 메모리가 빠듯하면 n 을 30만으로 줄여도 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 포인트 — 서버를 띄운 적이 없는데 곧바로 쓸 수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버전 번호가 출력되면 설치 완료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컨테이너도 포트도 계정도 없다 — 2주차 MySQL 과 비교해 보세요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「생성 완료: 1000000 행」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event_id·user_id·event_type·value·ts 다섯 열, 60일치 이벤트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events.csv 가 수십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크기를 기록 — 다음 시간에 Parquet 와 비교한다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적어 둘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events.csv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크기(MB)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적재 없이 CSV 를 바로 질의 — FROM 'events.csv'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FROM 'events.csv' … GROUP BY event_type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경로를 FROM 에 그대로 — CREATE TABLE 도 INSERT 도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view·cart·buy 세 행이 나온다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view 가 약 80만 건으로 가장 많다 — 생성 확률 0.8·0.15·0.05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 SELECT * FROM 'events.csv'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5개와 타입 — ts 가 TIMESTAMP 로 추론됐는지 확인(Pandas 와 다른 점)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LIMIT 5 · count(*)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다섯 줄과 행 수 1000000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MySQL 과 다른 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적재 두 단계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통째로 없음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조건과 집계 — 2-2 에서 배운 SQL 이 그대로 통한다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7630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57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event_type = 'buy'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5만 건 안팎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87630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857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WITH daily AS (… date_trunc('day', ts) …)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 가 그대로 동작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87630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857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sum(total) OVER (PARTITION BY … ORDER BY 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 Function 도 그대로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87630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857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1, 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44100" y="56197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9350" y="56197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식이 길 때 반복을 줄인다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GROUP BY 1, 2 는 「SELECT 의 첫째·둘째 식으로 묶어라」 — DuckDB·PostgreSQL·MySQL 모두 되는 문법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폴더에서 같은 질의 — IO Error 를 직접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가장 많이 만날 오류입니다 — 경로가 「실행되는 폴더」 기준이라는 것을 몸으로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cd ~ 로 이동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week3 밖에서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실행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질의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'events.csv'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IO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 files found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류의 오류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pwd · 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위치와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존재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돌아가서 재실행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week3 또는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절대 경로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왕복 — .df() 와 FROM 변수이름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.df() — 결과를 DataFrame 으로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로 줄이고 Pandas 로 잇는 기본 패턴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duckdb.sql("…GROUP BY event_type").df()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type 이 DataFrame · 3행 · df.dtypes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3-4·3-5 의 기본 형태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FROM orders — 변수를 SQL 에서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변수 이름을 FROM 에 그대로 적는다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= pd.read_parquet('orders_enriched.parquet')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orders GROUP BY region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지역 4곳 집계가 나오면 성공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duckdb.__version__ 이 찍히고, 서버는 띄운 적이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「생성 완료: 1000000 행」 · events.csv 크기를 적어 두었다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event_type 에 view·cart·buy 3행, view 약 80만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 에서 ts 가 TIMESTAMP · count(*) 가 1000000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폴더에서 IO Error 를 봤고 pwd·ls 로 원인을 찾았다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.df() 가 DataFrame · FROM orders 로 지역 4곳 집계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실습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3-3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대용량 변환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COPY 로 CSV 를 zstd Parquet 로 바꾸고, 크기와 질의 속도를 직접 재서 열 지향의 효과를 수치로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COPY … TO 'events.parquet' (COMPRESSION zstd)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크기 배율 · 질의 속도 배율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열만 vs 전부 읽기 — 왜 빠른가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압축 3종 비교 · PARTITION_BY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events.csv 와 그 크기(MB) 기록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