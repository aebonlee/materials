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MinIO 오브젝트 스토리지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오브젝트 스토리지의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폴더가 아니라 버킷 + 키 — 데이터레이크의 바닥층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블록·파일·오브젝트 스토리지의 차이를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버킷·키·접두사가 무엇인지, 슬래시가 폴더가 아님을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dt=날짜 형태로 나누는 이유를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표준 덕에 MinIO 코드가 AWS 에서도 도는 이유를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MinIO 를 직접 띄우고 웹 콘솔로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저장소의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저장소에도 종류가 있다 — 블록 · 파일 · 오브젝트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블록 스토리지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조각 단위, OS 가 직접 접근 — DB·OS 가 쓰는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스토리지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 + 파일명, 계층(트리) 구조 — 여러 사람이 공유하는 문서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오브젝트 스토리지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+ 키, HTTP API, 평평한 구조 — 대량 데이터 보관·배포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서류 캐비닛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vs 물류창고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저장소의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저장 방식 비교 — 「수정」 행을 눈여겨보세요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블록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오브젝트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접근 단위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조각(블록)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 + 파일명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+ 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접근 방법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433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433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 가 직접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433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433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파일시스템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43375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43375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3870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3870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(OS 가 얹음)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3870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3870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계층(트리)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38700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38700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평평함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53402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8570" y="553402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자유롭게 부분 수정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553402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130" y="553402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자유롭게 부분 수정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64440" y="5534025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59690" y="5534025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교체가 기본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62293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8570" y="62293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용량 한계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83880" y="62293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9130" y="62293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한 대의 한계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64440" y="6229350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59690" y="6229350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사실상 무한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잘하는 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03320" y="69246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8570" y="69246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DB·OS 가 쓰는 저장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80" y="69246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9130" y="69246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사람이 공유하는 문서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664440" y="6924675"/>
            <a:ext cx="44805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759690" y="6924675"/>
            <a:ext cx="42900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대량 데이터 보관·배포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「수정 = 통째로 교체」— 이 제약이 4-2 에서 배울 Iceberg 가 그런 구조를 갖는 이유가 된다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버킷과 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버킷과 키 — 창고의 구역과 송장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버킷(bucket)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오브젝트를 담는 최상위 컨테이너 — 이름은 전역에서 고유, 만든 뒤엔 바꿀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오브젝트 키(key)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raw/orders/2026-08-01.csv 처럼 슬래시를 넣어도 실제로는 긴 이름표 하나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접두사(prefix)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키의 앞부분 — 「raw/orders/ 로 시작하는 것 전부」처럼 목록을 거를 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크기·수정 시각·콘텐츠 타입이 오브젝트마다 함께 붙는다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폴더가 없다 — 빈 폴더를 만들 수 없고, 폴더 이름을 바꾸면 아래 오브젝트를 전부 새 키로 다시 쓴다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키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어떻게 지을 것인가 — 3-3 파티셔닝과 같은 발상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예 — 전부 한 접두사 아래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50만 개가 한 곳에 — 목록 조회가 느려진다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raw/orders_1.csv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raw/orders_2.csv … raw/orders_500000.csv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1일치만 필요해도 전부 훑는다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좋은 예 — 날짜로 나눈다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1일치는 그 접두사만 훑으면 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raw/orders/dt=2026-08-01/part-0.csv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raw/orders/dt=2026-08-02/part-0.csv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키=값 관례 = 하이브 스타일 파티셔닝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S3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가 표준이 된 이유 — 코드는 그대로, 저장소만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— 사실상 표준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S3 의 HTTP API — S3 호환만 지키면 어떤 스토리지든 같은 코드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코드는 그대로, 저장소만 바꾼다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개발은 MinIO, 운영은 AWS S3 같은 식으로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— 우리만의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호환 API 를 주는 오픈소스 — 컨테이너 하나로 우리 서버에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과정에서 쓰는 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클라우드 비용 없이 실습하고, 배운 코드가 실제 S3 에서 그대로 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이번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개발 MinIO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 AWS 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데이터레이크의 바닥층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4주차의 지도 — 다섯 층, 오늘은 맨 아래 한 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 어디서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 (MinIO)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(4-1)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테이블 포맷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— 파일 묶음을 테이블처럼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처리 엔진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— 쓰고 변환한다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· 4-3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④ 질의 엔진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— SQL 로 읽는다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⑤ 카탈로그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카탈로그 — 테이블이 어디 있는지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매일 한 층씩 올려 금요일에 전체가 이어진다 — 하루라도 빠지면 다음이 막히니 결석 시 반드시 따라잡기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오브젝트 스토리지는 폴더가 아니라 버킷 + 키로 접근한다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키의 슬래시는 폴더가 아니라 이름의 일부다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부분 수정이 안 되고 통째로 교체하는 것이 기본이다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dt=날짜 형태로 나눠 두면 필요한 것만 읽을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가 표준이라 MinIO 로 배운 코드가 AWS 에서도 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MinIO 컨테이너 구축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로 MinIO 를 띄우고, 웹 콘솔과 컨테이너 네트워크 동작을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 에 minio·mc 두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http://localhost:9001 콘솔 로그인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 localhost 가 실패하는 것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볼륨이 데이터를 지키는지 · 로그 읽기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실행 · 9000·9001 포트 비우기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