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EFF3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BF1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CED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DE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이론 2장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데이터베이스와 DBMS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DB의 정의, DBMS 3대 기능, 3단계 스키마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한국기술교육대학교 경영학부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(CCT770) · 2026학년도 2학기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 장을 마치면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17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17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데이터베이스의 네 가지 성질(통합·저장·운영·공용)을 설명한다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6236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6236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66236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66236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시스템 방식의 구조적 문제점을 사례를 들어 설명한다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45293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45293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45293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45293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DBMS 3대 기능(정의·조작·제어)과 DDL·DML·DCL을 짝짓는다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4351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24351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24351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24351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3단계 스키마 구조와 데이터 독립성의 개념을 설명한다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0340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0340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60340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60340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DBMS의 종류를 개관하고 관계형이 주류인 이유를 말한다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경영 DB 이론 편람 2장 · 다온유통 사례로 배웁니다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2장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 장에서 다루는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3434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3434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44672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45434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9300" y="45148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데이터베이스란 무엇인가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0673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0673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71600" y="51911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52673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9300" y="52387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파일 시스템의 한계 — 왜 엑셀만으로는 안 되는가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7912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7912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0" y="59150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59912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9300" y="59626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DBMS — 데이터베이스를 관리하는 소프트웨어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34500" y="43434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34500" y="43434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63100" y="44672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63100" y="45434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10800" y="45148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3단계 스키마 구조와 데이터 독립성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34500" y="50673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334500" y="50673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3100" y="51911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63100" y="52673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10800" y="52387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DBMS의 종류 개관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2장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데이터베이스란 무엇인가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정의 — 네 가지 성질로 풀어 읽기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성질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781300"/>
            <a:ext cx="26822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영문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03620" y="2781300"/>
            <a:ext cx="50825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0362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다온유통에서는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통합 데이터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328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853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Integrated Data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0362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887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데이터의 중복을 최소화하여 하나로 관리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24260" y="34480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319510" y="34480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 정보는 customers 한 곳에만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저장 데이터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8328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853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Stored Data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0362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887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컴퓨터가 접근할 수 있는 매체에 저장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224260" y="41719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19510" y="41719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서류함이 아니라 MySQL 서버의 저장 장치에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운영 데이터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853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Operational Data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0362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9887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조직의 핵심 업무 수행에 반드시 필요한 데이터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224260" y="48958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319510" y="48958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주문·재고·고객 — 없으면 당장 영업이 멈춘다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공용 데이터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383280" y="56197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8530" y="56197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Shared Data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0362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887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사용자·프로그램이 함께 사용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224260" y="56197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319510" y="56197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영업팀·물류팀·경영진·쇼핑몰 앱이 같은 데이터를 본다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여러 사용자가 공유하여 사용할 목적으로 통합·저장하여 운영하는 데이터의 집합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2장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데이터베이스란 무엇인가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데이터베이스의 특징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실시간 접근성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질의에 즉시 응답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전화 문의에 그 자리에서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배송 상태 조회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계속적인 변화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삽입·삭제·수정이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끊임없이 일어나며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항상 현재 상태 유지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동시 공유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입력과 매출 조회가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동시에 일어나도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서로 방해하지 않는다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내용에 의한 참조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저장 위치가 아니라 값으로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「3번째 줄」이 아니라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「등급이 VIP인 고객」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WHERE grade = 'VIP' — 조건만 말하면 위치를 찾는 일은 DBMS가 대신한다 · SQL의 사고방식 그 자체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2장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파일 시스템의 한계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부서마다 엑셀 파일을 따로 두면 생기는 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68224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63340" y="2781300"/>
            <a:ext cx="60426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6334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다온유통에서 벌어지는 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 중복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6334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859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데이터가 여러 파일에 반복 저장된다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44100" y="34480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39350" y="34480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 한가람의 주소가 세 파일에 세 번 저장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 불일치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6334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5859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곳만 수정하면 파일 간 값이 어긋난다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44100" y="41719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39350" y="41719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이사한 주소를 마케팅 파일만 고침 — 배송은 옛 주소로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 종속성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6334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5859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구조가 바뀌면 읽는 프로그램을 전부 고쳐야 한다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44100" y="48958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39350" y="48958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파일에 열 하나 추가 — 매크로·프로그램이 줄줄이 깨진다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무결성 훼손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6334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5859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「재고는 0 이상」 같은 규칙을 프로그램마다 따로 구현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944100" y="56197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39350" y="56197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어떤 담당자의 파일에는 재고가 -3으로 입력되어 있다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동시성·보안 취약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63340" y="63436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58590" y="63436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동시 수정 제어와 접근 권한 관리가 어렵다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944100" y="63436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39350" y="63436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사람이 같은 파일을 저장 — 나중 쪽이 앞사람 수정을 덮어쓴다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영업팀 주문관리.xlsx · 물류팀 배송목록.xlsx · 마케팅팀 고객명단.xlsx — 세 파일 모두에 고객 이름·주소가 있다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2장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파일 시스템의 한계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엑셀이 나쁜 도구라는 뜻이 아니다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문제는 원본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개인 분석·보고서엔 엑셀이 훌륭하다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문제는 여럿이 공유하는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운영 데이터의 원본을 두는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판단 기준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부서 이상이 수정하고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틀리면 업무가 실제로 잘못 돈다면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데이터베이스에 있어야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흔한 조합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원본은 데이터베이스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분석은 DB에서 내려받아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엑셀로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 문제들은 부주의가 아니라 구조에서 나오는 필연 — 해결책은 「더 조심하기」가 아니라 통합과 DBMS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2장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DBMS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DBMS는 은행 창구다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신분 확인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창구가 신분을 확인한다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제어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규칙에 맞는 거래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규칙에 맞는 거래만 처리한다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무결성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정확한 장부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장부를 정확히 유지한다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일관성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누구도 데이터 파일에 직접 손대지 않고 반드시 DBMS를 거친다 — 이 과목의 MySQL이 대표적인 DBMS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2장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DBMS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DBMS의 3대 필수 기능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04216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0421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23260" y="2781300"/>
            <a:ext cx="49225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23260" y="2781300"/>
            <a:ext cx="4922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언어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80" y="2781300"/>
            <a:ext cx="41224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대표 명령어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역할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0421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1851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정의 기능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23260" y="3448050"/>
            <a:ext cx="4922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18510" y="3448050"/>
            <a:ext cx="4732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DDL (Data Definition Language)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8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913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CREATE, ALTER, DROP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데이터의 구조(스키마)를 만들고 바꾼다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20421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1851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조작 기능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23260" y="4171950"/>
            <a:ext cx="4922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18510" y="4171950"/>
            <a:ext cx="4732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DML (Data Manipulation Language)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8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913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SELECT, INSERT, UPDATE, DELETE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데이터를 조회·삽입·수정·삭제한다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20421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1851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제어 기능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23260" y="4895850"/>
            <a:ext cx="4922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18510" y="4895850"/>
            <a:ext cx="4732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DCL (Data Control Language)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8388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913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GRANT, REVOKE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누가 무엇을 할 수 있는지 권한과 보안을 제어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DBMS(DataBase Management System) — 사용자와 데이터베이스 사이에서 정의하고, 조작하고, 제어한다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2장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DBMS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3대 기능을 다온유통에서 한 줄씩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정의(DDL): 고객 테이블의 구조를 만든다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CREATE TABLE customers ( cust_id CHAR(4) PRIMARY KEY, ... 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조작(DML): VIP 고객을 조회한다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name, points FROM customers WHERE grade = 'VIP';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제어(DCL): 마케팅팀 계정에 고객 조회 권한만 준다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GRANT SELECT ON daon.customers TO 'marketing'@'%';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COMMIT·ROLLBACK 같은 트랜잭션 제어 명령은 TCL로 따로 분류하기도 한다 — 5장(트랜잭션과 동시성)에서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2장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DBMS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DBMS의 장단점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장점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 중복과 불일치를 최소화한다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전문 관리 인력(DBA)이 필요하다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무결성 규칙을 한곳에서 강제한다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도입·운영 비용이 든다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여러 사용자의 동시 사용을 안전하게 지원한다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시스템이 복잡해 백업·회복 체계가 필요하다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권한 관리로 보안을 강화한다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중앙 집중이라 장애 시 파급 범위가 크다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단점은 「도입하지 말자」가 아니라 함께 계획할 관리 항목 — 담당자·백업 절차·장애 대응까지 한 묶음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2장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3단계 스키마 구조와 데이터 독립성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같은 DB를 사람마다 다른 층에서 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781300"/>
            <a:ext cx="28422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누구의 관점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781300"/>
            <a:ext cx="50825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다온유통 예시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외부 스키마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328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853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개별 사용자·응용 프로그램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889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각자에게 필요한 부분만 보여 주는 화면(뷰)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384280" y="34480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79530" y="34480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영업팀 화면: 고객 이름·등급·주문만, 직원 연봉은 안 보인다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개념 스키마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8328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853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조직 전체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 데이터의 논리 구조와 제약조건 — 통상 「스키마」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1719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1719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 5개, 키와 관계, 「가격은 0 이상」 같은 규칙 전체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내부 스키마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853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저장 장치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889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데이터가 물리적으로 저장되는 방식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384280" y="48958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79530" y="48958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배치, 인덱스 구조, 저장 순서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스키마(Schema) = 데이터베이스의 구조와 제약조건에 대한 명세 — 「데이터의 설계도」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2장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3단계 스키마 구조와 데이터 독립성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외부는 여럿, 개념과 내부는 하나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외부 스키마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사용자마다 여러 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부서별로 다르게 보인다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개념 스키마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조직에 하나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 논리 구조와 제약조건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내부 스키마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물리적 저장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외부 스키마는 보안 장치이기도 하다 — 마케팅팀 화면에는 애초에 직원 연봉이 존재하지 않게 만든다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2장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3단계 스키마 구조와 데이터 독립성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 독립성 — 아래층이 바뀌어도 위층은 그대로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논리적 데이터 독립성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개념 스키마가 바뀌어도 외부 스키마(응용)는 영향받지 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1209973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1209973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바뀌는 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0623" y="4838700"/>
            <a:ext cx="5667077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3023" y="4838700"/>
            <a:ext cx="5362277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개념 스키마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1209973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1209973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그대로인 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00623" y="5400675"/>
            <a:ext cx="5667077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53023" y="5400675"/>
            <a:ext cx="5362277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외부 스키마(응용)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90650" y="5962650"/>
            <a:ext cx="1209973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0650" y="5962650"/>
            <a:ext cx="1209973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00623" y="5962650"/>
            <a:ext cx="5667077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53023" y="5962650"/>
            <a:ext cx="5362277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customers에 생일 열 추가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90650" y="6524625"/>
            <a:ext cx="1209973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90650" y="6524625"/>
            <a:ext cx="1209973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00623" y="6524625"/>
            <a:ext cx="5667077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3023" y="6524625"/>
            <a:ext cx="5362277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영업팀 화면은 그대로 동작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물리적 데이터 독립성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내부 스키마가 바뀌어도 개념 스키마는 영향받지 않는다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20300" y="4838700"/>
            <a:ext cx="1209973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20300" y="4838700"/>
            <a:ext cx="1209973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바뀌는 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230273" y="4838700"/>
            <a:ext cx="5667077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382673" y="4838700"/>
            <a:ext cx="5362277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내부 스키마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20300" y="5400675"/>
            <a:ext cx="1209973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20300" y="5400675"/>
            <a:ext cx="1209973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그대로인 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230273" y="5400675"/>
            <a:ext cx="5667077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382673" y="5400675"/>
            <a:ext cx="5362277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개념 스키마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20300" y="5962650"/>
            <a:ext cx="1209973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20300" y="5962650"/>
            <a:ext cx="1209973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230273" y="5962650"/>
            <a:ext cx="5667077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382673" y="5962650"/>
            <a:ext cx="5362277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조회 속도를 위해 인덱스 새로 만들기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020300" y="6524625"/>
            <a:ext cx="1209973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20300" y="6524625"/>
            <a:ext cx="1209973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230273" y="6524625"/>
            <a:ext cx="5667077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382673" y="6524625"/>
            <a:ext cx="5362277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 구조와 SQL은 그대로</a:t>
            </a:r>
          </a:p>
        </p:txBody>
      </p:sp>
      <p:sp>
        <p:nvSpPr>
          <p:cNvPr id="46" name="Oval 4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2장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3단계 스키마 구조와 데이터 독립성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경영 관점 — 시스템을 고치는 동안 업무가 멈추지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파일 시스템의 숙제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구조가 바뀌면 읽는 프로그램을 전부 고쳐야 했다(데이터 종속성)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층을 나눈 목적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아래층이 바뀌어도 위층이 흔들리지 않게 — 데이터 독립성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현장에서 보이는 효과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저장 장치 교체·성능 튜닝·새 항목 추가에도 화면과 절차는 그대로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3단계 스키마의 가치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화면과 절차를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갈아엎지 않는 구조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2장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DBMS의 종류 개관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 모델에 따른 분류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2781300"/>
            <a:ext cx="47625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데이터의 모양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2781300"/>
            <a:ext cx="86410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781300"/>
            <a:ext cx="86410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특징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계층형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0332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9857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트리(부모-자식)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03920" y="3448050"/>
            <a:ext cx="86410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9170" y="3448050"/>
            <a:ext cx="84505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초기 방식. 구조가 굳어 있어 변경이 어렵다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네트워크형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0332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9857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그래프(다대다 연결)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03920" y="4171950"/>
            <a:ext cx="86410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9170" y="4171950"/>
            <a:ext cx="84505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계층형보다 유연하지만 구조가 복잡하다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관계형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0332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9857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행과 열로 이루어진 표(릴레이션)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03920" y="4895850"/>
            <a:ext cx="86410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9170" y="4895850"/>
            <a:ext cx="84505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현재의 주류. 수학적 이론 기반, SQL이라는 표준 언어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객체지향형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0332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9857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프로그래밍의 객체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03920" y="5619750"/>
            <a:ext cx="86410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9170" y="5619750"/>
            <a:ext cx="84505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복잡한 데이터 표현에 강하나 대중화되지는 못했다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NoSQL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70332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9857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문서·키-값·그래프 등 다양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503920" y="6343650"/>
            <a:ext cx="86410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99170" y="6343650"/>
            <a:ext cx="84505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대량·비정형 데이터와 유연한 구조에 강점. 관계형을 보완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DBMS는 데이터를 어떤 모양으로 표현하는가(데이터 모델)에 따라 종류가 나뉜다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2장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DBMS의 종류 개관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관계형이 주류가 된 세 가지 이유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① 단순함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누구나 아는 「표」라는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형태 하나로 모든 데이터를 표현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② 이론적 토대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관계 대수라는 수학 위에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세워져 동작이 명확하다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③ 표준 언어 SQL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제품이 달라도 거의 같은 언어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기술이 특정 제품에 갇히지 않는다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SQL 하나를 배워 두면 어느 회사의 어떤 관계형 DBMS 앞에서도 통한다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2장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DBMS의 종류 개관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대표 제품과 이 과목의 선택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관계형 DBMS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 · Oracle Database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Microsoft SQL Server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PostgreSQL · MariaDB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NoSQL 계열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MongoDB(문서형)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Redis(키-값형)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 과목: MySQL 8.0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무료 설치 · 학습 자료 풍부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다온유통 실습 DB(daon)도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 기준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세부 문법은 제품마다 달라도 관계형의 핵심 개념과 표준 SQL은 공통 · NoSQL 감각은 8장(동향)에서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2장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1802130"/>
          </a:xfrm>
          <a:prstGeom prst="roundRect">
            <a:avLst>
              <a:gd name="adj" fmla="val 3171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295650"/>
            <a:ext cx="15011400" cy="12306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다온유통에서 마케팅팀 계정에 고객 테이블 조회 권한만 부여하는 GRANT 명령은 DBMS의 어떤 기능이며 어떤 언어에 속하는가?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5097780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8750" y="5440680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750" y="5554980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4550" y="5097780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정의 기능 — DDL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34500" y="5097780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20250" y="5440680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20250" y="5554980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6050" y="5097780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조작 기능 — DML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6526530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28750" y="6869430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28750" y="6983730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4550" y="6526530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제어 기능 — DCL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4500" y="6526530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20250" y="6869430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20250" y="6983730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06050" y="6526530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정의 기능 — DCL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2장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정답 및 해설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048000"/>
            <a:ext cx="16002000" cy="1428750"/>
          </a:xfrm>
          <a:prstGeom prst="roundRect">
            <a:avLst>
              <a:gd name="adj" fmla="val 4000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333750"/>
            <a:ext cx="2095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80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정답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38300" y="3676650"/>
            <a:ext cx="150114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 제어 기능 — DCL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953000"/>
            <a:ext cx="1600200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4953000"/>
            <a:ext cx="57150" cy="28575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81150" y="531495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해설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150" y="5772150"/>
            <a:ext cx="151257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GRANT와 REVOKE는 누가 무엇을 할 수 있는지 권한과 보안을 다루므로 제어 기능이고 DCL에 속합니다. 정의 기능은 CREATE·ALTER·DROP으로 구조를 만드는 DDL, 조작 기능은 SELECT·INSERT·UPDATE·DELETE로 데이터를 다루는 DML이므로 기능과 언어를 짝지어 구분해야 합니다.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2장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핵심 요약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655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655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655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655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DB는 통합·저장·운영·공용 데이터 — 특징은 내용에 의한 참조 등 넷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53377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53377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53377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53377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시스템의 중복·불일치·종속성은 구조의 필연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19100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19100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19100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19100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DBMS 3대 기능: 정의(DDL)·조작(DML)·제어(DCL)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84822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484822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484822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484822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접근은 반드시 DBMS를 거친다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50545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50545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550545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550545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3단계 스키마는 데이터 독립성을 위한 구조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16267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616267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71750" y="616267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57500" y="616267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관계형이 주류, NoSQL이 보완 — 힘은 표의 단순함과 SQL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 과목은 MySQL 8.0으로 다온유통 데이터베이스를 직접 만들고 다룬다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2장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다음 장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이론 3장 · 관계형 데이터 모델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모델링 3단계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개념적·논리적·물리적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현실을 테이블로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릴레이션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튜플·속성·도메인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차수와 카디널리티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키 5종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슈퍼·후보·기본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대체·외래키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무결성과 ERD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개체·참조·도메인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설계를 그림 한 장으로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2장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이론 2장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학습 마무리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데이터를 한곳에 모으고 DBMS에 맡기는 이유를 정리했습니다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DB의 네 가지 성질과 특징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파일 시스템의 한계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DBMS 3대 기능과 DDL·DML·DCL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3단계 스키마와 데이터 독립성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관련 주차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1주차 강의 · MySQL 8.0 설치와 daon 생성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