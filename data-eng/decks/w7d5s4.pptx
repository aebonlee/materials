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7-5 · Hybrid Search 구현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찾은 근거 안에서만 답하고, 출처를 보여 준다 — 7주차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7-1~7-5 에서 한 일과 남은 결과물을 한 표로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체크리스트로 오늘 실습을 스스로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version 을 확인해 8주차 Airflow 를 준비한다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7-1 의 「모델이 그럴듯하게 지어낸다」에 대한 답을 오늘 완성했다 — 근거 안에서만, 출처와 함께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이번 주에 만든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닷새 — 한 일과 남은 결과물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76428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7642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API · 프롬프트 · 멀티턴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 골격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로드 · Chunking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기준값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 · Qdrant 검색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lecture_notes 컬렉션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→ Qdrant 파이프라인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lecture_kb 컬렉션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3436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3436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+ RRF + 답변 생성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RAG 챗봇 · 산출물 2종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7-1 에서 본 문제의 답 — 찾은 근거 안에서만 답하게 하고 출처를 함께 보여 준다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 → 코드 한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전량 내려받기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448050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8810" y="3448050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client.scroll(name, limit=, with_payload=True)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색인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044043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4044043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BM25Okapi([doc.split() for doc in corpus])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점수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640036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640036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bm25.get_scores(query.split())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벡터 순위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5236029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5236029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client.query_points(...).points → str(h.id)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 결합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5832021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8810" y="5832021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 1/(k + 순위), k=60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프롬프트 체인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6428014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6428014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prompt | llm | StrOutputParser()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컨텍스트 주입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7024007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8810" y="7024007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chain.invoke({"context": ..., "question": ...})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줄로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가 무엇을 보고 점수를 매기는지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유형별로 BM25 와 벡터의 강약이 갈리는 것을 실측했다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한국어 조사 때문에 BM25 가 0점이 되는 것을 재현했다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 가 점수 대신 순위를 쓰는 이유를 설명하고 손 계산으로 검증했다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순위의 id 타입을 str 로 통일해야 하는 이유를 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 값을 바꿔 결합 순위가 달라지는 것을 봤다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컨텍스트 밖 질문에 「모른다」고 답하고 출처를 붙였다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2종을 검증했다 — size 대조 · 두 번 실행 · grep "sk-"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 결과가 두 배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문서가 안 합쳐짐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는 str, Qdrant 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int·UUID — 타입 불일치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순위 모두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str(id) 로 통일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한국어 질문에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BM25 점수 전부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공백 토큰화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「도구를」≠「도구」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명사 위주 짧은 질문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실무는 Kiwi 로 양쪽 같게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 0건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scroll 문서 수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 이름 오타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모델로 다른 컬렉션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get_collections() 대조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 모델·차원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문서가 BM25 에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 잡힘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는 메모리 색인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갱신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scroll 다시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BM25Okapi 새로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BM25 가 0점만 내놓으면 가장 먼저 볼 곳 — 색인과 검색의 토큰화가 같은가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도 키워드 검색을 지원하지 않나요?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지원한다(sparse vector) — 오늘은 원리를 손으로 만들어 보는 것이 목적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검색기를 셋 이상 합칠 수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rrf() 에 순위 목록을 하나 더 넣으면 그만 — 그것이 RRF 의 장점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답변이 여전히 틀리면?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 결과부터 — 근거가 틀렸는지, 근거는 맞는데 모델이 잘못 읽었는지 나눠 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문서가 수십만 건이면?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 BM25 는 못 올린다 — Elasticsearch·OpenSearch 나 Qdrant 의 sparse vector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8주차를 위한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가 이 모든 것을 자동화한다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--version · docker compose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version 이 v2 로 나오면 준비된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system 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메모리를 넉넉히 — Docker Desktop → Settings → Resources, 8GB 권장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stop qdrant minio (선택)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 컨테이너는 두어도 되고, 자원이 부족하면 멈춰 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8주차 재료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build_kb.py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→ Airflow DAG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8-1 · Airflow 서비스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오케스트레이션과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개요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Compose 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Airflow 기동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웹 UI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 탐색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구성 요소 복습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 상태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Docker Desktop 실행 · 할당 메모리 최소 4GB(권장 8GB) · Spark·Qdrant 등 이전 주차 컨테이너는 꺼 두어도 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7-5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8-1 Airflow 서비스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손으로 실행해 온 수집·적재·변환·임베딩을 알아서 돌게 — 지휘자 Airflow 를 직접 띄우고 웹 UI 와 CLI 로 들여다봅니다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cron·수동 실행의 한계와 오케스트레이션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웹서버 · 스케줄러 · 워커 · 메타데이터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공식 docker-compose 로 초기화 · 기동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목록 · Grid 화면 · CLI 기본 명령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메모리 8GB 권장 · 컨테이너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