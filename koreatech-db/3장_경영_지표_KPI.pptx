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지표(KPI)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회사의 건강을 재는 숫자 — 측정하지 않으면 관리할 수 없다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지표와 KPI의 관계, 측정이 관리의 출발점인 이유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좋은 지표의 네 조건과 허영 지표의 문제를 예로 설명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성장·고객·운영·수익성 대표 지표를 정의·계산식으로 구분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목표에서 부서 지표로 내려오는 지표 트리 작성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지표 하나만 볼 때의 왜곡과 지표 간 상충 관계 설명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경영데이터의 이해 3장 · 다온유통 사례로 배웁니다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여덟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지표란 무엇인가 — 측정하지 않으면 관리할 수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3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좋은 지표의 조건 — 허영 지표의 함정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3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성장 지표 — 회사가 커지고 있는가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9300" y="63246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 지표 — 손님이 다시 오는가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0" y="63436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08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운영 지표 — 뒤편의 일이 매끄러운가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3830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수익성 지표 — 남는 장사인가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3830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08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지표 체계 만들기 — 목표에서 지표로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3830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345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345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631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631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0800" y="63246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지표의 함정 — 하나만 보면 왜곡된다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383000" y="63436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지표란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회사의 체온계이자 혈압계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지표(metric)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회사의 상태를 나타내는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잴 수 있는 모든 숫자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KPI(핵심성과지표)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그중 목표로 삼아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집중 관리하는 핵심 지표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3~5개로 좁힌다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숫자가 KPI면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핵심이 아니다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다온유통이 올해 목표를 「재구매율 40% 달성」으로 정했다면, 재구매율이 다온유통의 KPI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좋은 지표의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좋은 지표의 네 가지 조건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측정 가능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「고객 만족」이 아니라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DB에서 계산되는 재구매율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행동 연결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품절률이 오르면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발주를 늘린다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비교 가능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지난달·작년 같은 달·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목표치와 나란히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조작 어려움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노력 없이 숫자만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부풀릴 수 없어야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지표를 고르는 한 가지 질문 — 「이 숫자가 나빠지면 나는 내일 무엇을 하게 되는가?」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좋은 지표의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허영 지표 vs 실행 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허영 지표(vanity metric)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 보이지만 의사결정에 도움이 안 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누적 가입 고객 수 — 저절로 늘기만 한다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「누적 방문 100만 회 돌파!」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달 장사가 잘됐는지는 말해 주지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실행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나빠지면 내일 할 일이 정해진다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달 방문자 중 실제로 주문한 비율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낮으면 → 상품 진열·가격을 손본다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지난달·목표치와 나란히 비교한다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성장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회사가 커지고 있는가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매출액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수량 × 판매 단가를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기간별로 합산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건수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orders의 행 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많이 팔렸나, 비싸게 팔렸나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성장률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달 1억 원이 좋은지는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비교해야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객단가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한 건당 평균 금액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매출액 ÷ 주문 건수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다온유통 데이터로는 orders에 연결된 order_items의 수량 × 판매 단가를 기간별로 합산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성장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전월비와 전년동월비 — 왜 둘 다 필요한가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전월비(MoM)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바로 지난달과 비교 — 이번 달 조치의 효과를 빠르게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명절 다음 달 식품 매출 −30%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장사가 나빠진 것처럼 보인다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계절 효과가 섞여 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전년동월비(YoY)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작년 같은 달과 비교 — 명절·계절 효과를 걷어낸 진짜 성장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작년 같은 달과 비교하면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계절 효과가 상쇄된다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회사가 정말 성장했는지 보인다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성장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매출 = 주문 건수 × 객단가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매출액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달 5,000만 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= 주문 건수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1,000건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 많이 팔거나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× 객단가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5만 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 비싸게 팔거나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매출을 키우는 길은 두 갈래뿐 — 두 요소로 쪼개 보면 어느 쪽이 문제인지 진단할 수 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고객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손님이 다시 오는가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재구매율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 산 고객 중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산 고객의 비율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이탈률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일정 기간 주문이 없는 고객의 비율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재구매율의 반대편 거울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고객당 매출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매출액 ÷ 구매 고객 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손님 한 명이 얼마짜리인가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지난 분기 첫 주문 200명 중 80명이 이번 분기에 또 주문 → 재구매율 80 ÷ 200 =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고객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CAC와 LTV — 손님 한 명의 값어치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CAC · 고객 획득 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신규 고객 한 명을 데려오는 데 쓴 광고·판촉비 — 미끼값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광고비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5989" y="483870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8389" y="483870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100만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신규 고객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5989" y="5400675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8389" y="5400675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35989" y="596265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88389" y="596265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2만 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LTV · 고객 생애 가치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한 명이 거래를 계속하는 동안 가져다줄 이익 — 잡은 물고기의 값어치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LTV가 CAC보다 충분히 커야 남는 장사</a:t>
            </a:r>
          </a:p>
        </p:txBody>
      </p:sp>
      <p:sp>
        <p:nvSpPr>
          <p:cNvPr id="28" name="Oval 27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앞으로의 이익이 2만 원에 못 미치면</a:t>
            </a:r>
          </a:p>
        </p:txBody>
      </p:sp>
      <p:sp>
        <p:nvSpPr>
          <p:cNvPr id="30" name="Oval 29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광고를 할수록 손해 보는 구조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운영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뒤편의 일이 매끄러운가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73228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나쁠 때 생기는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재고회전율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일정 기간에 재고가 몇 번 팔려 나갔나 (판매량 ÷ 평균 재고)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낮으면 창고에 돈이 잠자고 폐기가 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품절률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취급 상품 중 재고가 떨어진 상품의 비율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높으면 팔 기회를 놓치고 고객이 떠난다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리드타임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접수부터 배송 완료까지 걸린 시간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길면 고객 불만·취소가 늘어난다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반품·취소율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주문 중 반품·취소된 비율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높으면 상품 정보·품질·배송 어딘가의 문제 신호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products의 재고 수량 + orders·order_items의 판매 기록을 연결해 계산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매출이 좋아도 창고와 배송이 삐걱거리면 회사는 병이 든다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운영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재고회전율과 리드타임 — 계산과 함정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재고회전율 = 판매량 ÷ 평균 재고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 재고 500개, 한 달 1,000개 판매 → 월 2회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식품은 빠르게, 가전은 느리게 — 카테고리별로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리드타임 = 배송 완료 − 주문 접수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시각이 모두 기록돼야 뺄 수 있다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온라인 주문은 담당 직원이 없으니 분리해서 집계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지표는 데이터베이스에 기록된 것만 잴 수 있다 — 이 과목에서 데이터베이스를 배우는 이유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수익성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남는 장사인가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마진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정가 1만 원 → 9,000원 할인 판매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이익 폭 1,000원 감소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카테고리별 이익 기여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 1등(가전)과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이익 1등(문구)이 다를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판매 시점 단가 저장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products의 정가는 바뀐다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order_items에 그때 단가를 남긴다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할인은 주문 건수를 늘리지만 마진을 깎는다 — 매출액만 보면 행사가 늘 성공한 것처럼 보이는 착시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지표 체계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지표 트리 — 목표에서 지표로 내려온다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회사 목표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이익 20% 성장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큰 가지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 − 비용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매출 가지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건수 × 객단가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잔가지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신규 고객 + 재구매 고객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부서 지표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잡아야 할 숫자에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책임자가 붙는다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줄기(회사 목표) → 큰 가지(영역별 지표) → 잔가지(부서 실행 지표)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지표 체계란 결국 숫자에 책임자를 붙이는 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지표 체계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다온유통의 부서별 KPI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맡는 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보는 데이터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영업·마케팅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신규 고객 수, 재구매율, 객단가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customers, orders, order_items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상품(MD)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카테고리별 매출·마진, 품절률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products, order_items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물류·운영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재고회전율, 리드타임, 반품·취소율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products, orders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경영지원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전체 이익 성장률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 테이블 종합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잔가지 지표가 나빠지면 어느 부서가 움직여야 하는지가 트리에서 바로 보인다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대시보드도 이 트리대로 — 맨 위에 회사 KPI 서너 개, 아래에 영역별 가지 지표, 숫자마다 비교 기준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8. 지표의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하나만 보면 왜곡된다 — 상충하는 지표 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품절률 ↔ 재고회전율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재고를 산더미로 쌓으면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회전율이 죽고 창고비 폭발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객단가 ↔ 주문 건수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소액 주문을 홀대하면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건수와 신규 고객이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매출액 ↔ 마진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할인을 남발하면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남는 것이 없어진다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리드타임 ↔ 반품률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배송만 재촉하면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오배송·반품이 는다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「지표가 목표가 되는 순간 좋은 지표이기를 멈춘다」 — 사람은 재는 숫자에 맞춰 행동한다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8. 지표의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견제 지표 — 계기판은 속도계 하나가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견제 지표(guardrail metric)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품절률을 낮추는 팀에는 재고회전율을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배송을 재촉하는 팀에는 반품률을 나란히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자동차 계기판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속도계만이 아니라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연료계·엔진 온도계를 함께 본다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지표는 한 방향만 비추는 거울 — 여러 거울을 세워 두고 함께 보는 것이 지표 체계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339215"/>
          </a:xfrm>
          <a:prstGeom prst="roundRect">
            <a:avLst>
              <a:gd name="adj" fmla="val 4267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767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품절률을 낮추려고 재고를 크게 늘렸더니 재고회전율이 나빠졌다. 이 현상이 말해 주는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497776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지표 하나만 보고 움직이면 다른 지표가 왜곡될 수 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497776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품절률 지표가 잘못됐다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0651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재고회전율은 볼 필요가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0651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두 지표는 관계가 없다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지표 하나만 보고 움직이면 다른 지표가 왜곡될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지표 사이에는 상충 관계가 있다. 그래서 관련 지표를 짝으로 함께 보며 균형을 잡아야 한다. 품절률을 낮추는 팀에는 재고회전율을 견제 지표로 나란히 보여 준다.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지표는 회사 상태의 숫자, KPI는 목표로 삼은 핵심 지표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좋은 지표: 측정 가능·행동 연결·비교 가능·조작 어려움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성장(매출·성장률·객단가) · 고객(재구매율·이탈률·CAC/LTV)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운영(회전율·품절률·리드타임) · 수익성(마진·이익 기여)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지표 트리: 회사 목표 → 부서 지표, 숫자마다 비교 기준과 책임자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하나만 좇으면 왜곡 — 상충 지표를 견제 지표로 짝지어 본다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지표는 DB에 기록된 것만 잴 수 있다 — 지표 설계와 데이터 설계는 한 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장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4장 · 숫자 읽기의 기본 — 기술통계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대푯값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평균·중앙값·최빈값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상황에 맞게 고르기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흩어짐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범위·표준편차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평균, 다른 회사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%와 %p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비율 읽기와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기저 효과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숫자의 함정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심슨의 역설·생존 편향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상관 ≠ 인과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경영데이터의 이해 · 3장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배운 지표를 SQL 실습에서 직접 계산해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지표와 KPI 구분 — 측정이 관리의 출발점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좋은 지표 네 조건과 허영 지표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성장·고객·운영·수익성 대표 지표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지표 트리와 견제 지표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학습사이트 3장 자가 점검 퀴즈 · SQL 집계 실습에서 지표 계산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