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7교시 · 실행계획과 최종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팀별 발표와 피드백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데이터, 세 팀의 결론 — 어디서 갈렸나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구성 체크리스트로 점검하고 8분 안에 마친다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관점 다섯 가지로 동료 피드백 양식을 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받은 질문과 피드백을 보완 메모로 바꾼다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팀과 갈린 지점이 내 분석의 약한 고리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운영표 — 팀당 14분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25222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10561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도입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· 양식 안내 · 마지막 점검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1719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8930" y="41719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8분 + 질의 · 피드백 6분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958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8930" y="48958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8분 + 질의 · 피드백 6분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6197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56197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8분 + 질의 · 피드백 6분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6343650"/>
            <a:ext cx="10561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6343650"/>
            <a:ext cx="10370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갈린 지점 정리 · 보완 메모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단계 — 점검, 발표, 기록, 보완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듣는 팀도 할 일이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준비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예상 질문 3개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발표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8분 · 결론 먼저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5장 개요대로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피드백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사람 한 장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하나씩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보완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결론을 흔드는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것부터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 직전 3분 — 준비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1장 첫 문장이 결론과 요청사항인가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숫자를 말할 때 출처를 함께 말하는가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[추정] · 「확인 안 됨」을 발표에서도 그렇게 말하는가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발표자 · 화면 · 시간 담당을 나눴는가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예상 질문 3개와 답을 준비했는가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8분 구성 — 원인이 길어져 실행계획을 놓치지 않게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22021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말할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결론 · 요청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480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4480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재교정 요청 + 한 줄 이유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1719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130" y="41719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그림 · 파레토 그림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48958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48958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· 상관 · 알람 · 로트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 · 우선순위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56197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56197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가중 평가 1위와 이유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실행계획 · 지원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63436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9130" y="63436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일정 · 담당 · KPI · 승인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시간 신호 — 6분에 한 번, 7분 30초에 두 번 → 결론 문장으로 돌아가 마친다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평가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관점으로 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 정의의 명확성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얼마나 나빠졌나 — 숫자로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근거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719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41719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출처가 있고 Excel 로 검증했나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논리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958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8958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· 추정 구분, 교란 요인 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대안의 실행 가능성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6197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6197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· 일정 · KPI · 위험 대응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전달력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6343650"/>
            <a:ext cx="102412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6343650"/>
            <a:ext cx="10050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결론이 먼저, 시간 안에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동료 피드백 양식 — 세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잘한 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관점 하나 골라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구체적인 장면으로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발표에서 답이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안 나온 것 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 아이디어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현장에 가져갈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모르는 질문에 답하는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피할 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추정을 사실처럼 — 앞의 숫자까지 의심받는다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작업자가 미숙해서입니다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 영향은 없습니다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확실히 해결됩니다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좋은 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있는 사실 + 확인 안 된 것 + 필요한 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1.03% · 주간 0.91% 는 사실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숙련도는 작업자 데이터가 없어 미확인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확인해서 답드리겠습니다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팀 발표가 8분 안에, 첫 1분에 요청사항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두 팀 발표마다 피드백 양식을 한 장씩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질의 시간에 질문을 하나 이상 던졌다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받은 피드백을 우선순위가 붙은 보완 메모로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7교시 ·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7교시 · 발표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현업 적용계획 · 사후평가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4일의 흐름을 내 업무로 옮기고, 사전평가와 비교하며 과정을 마칩니다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현업 적용계획 1장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안에서 2분씩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사후평가 — 사전 · 사후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계속 학습할 메뉴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보완 메모와 동료 피드백 양식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