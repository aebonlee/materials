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6-2 · Docker 기반 Kafka 클러스터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6-1 컨테이너 정리 · 9092 · 도구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걸러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6-1 의 kafka 컨테이너가 남으면 이름이 겹쳐 compose 가 못 띄운다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9092 를 다른 것이 잡고 있으면 오늘 브로커가 못 뜬다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버전과 apache/kafka 3.7.0 이미지가 있는지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1~3단계는 확인 · 정리만 · compose 파일은 실습 1단계에서 처음 만든다 · 재설정(5단계)은 처음부터 할 때만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6-1 에서 손으로 띄운 kafka 를 오늘은 compose 로 다시 만든다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6-1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rm -fv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9092 비었나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OS별 한 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도구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v2 이상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3.7.0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오늘 만들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환경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down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 할 때만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6-1 의 kafka 컨테이너를 정리하세요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~/data-eng/week6 &amp;&amp; docker rm -fv kafka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남아 있었으면 kafka 한 줄이 찍히며 지워진다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such container: 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6-1 정리·회고에서 이미 지운 것 — 괜찮다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--filter name=kafka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 줄만 나오면 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지우나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이름이 kafka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9092 가 비어 있는지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netstat -ano | findstr ":9092"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LISTENING 없으면 비어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macOS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 -nP -iTCP:9092 -sTCP:LISTEN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com.docker 면 컨테이너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 | grep -E ':(9092) '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docker-proxy 면 컨테이너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Windows 는 이 한 줄만 PowerShell 에서 · 아무 줄도 나오지 않으면 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도구를 확인하세요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version v2 이상 — 실측 v5.3.0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apache/kafka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6-1 실습점검 3단계에서 받은 3.7.0 — 실측 612MB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따로 설치하지 않는다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는 docker 에 붙은 하위 명령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v5.3.0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3.7.0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781300"/>
            <a:ext cx="42824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781300"/>
            <a:ext cx="4282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 처음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docker-compose.yml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(kafka 하나)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4480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9010" y="34480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1단계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6-4 · 6-5 에서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서비스가 붙는다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토픽(파티션 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1719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9010" y="41719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3단계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6-3 에서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비우고 다시 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컨슈머 그룹 order-app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· analytics-app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8958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9010" y="48958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4 · 8단계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.venv (confluent-kafka)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56197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9010" y="56197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6-3 · 6-4 에서 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순서 — cat &gt; docker-compose.yml &lt;&lt; 'EOF' … EOF → up -d → orders 토픽 → 터미널 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환경 재설정 — docker compose 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파일이 있을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컨테이너 · week6_default 가 Removed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토픽과 그룹도 함께 사라진다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컨테이너 안에 있었다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ps -a 는 제목 줄만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파일이 아직 없을 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 configuration file provided: not found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지울 것이 없다는 뜻 — 괜찮다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파일은 실습 1단계에서 처음 만든다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재설정은 처음부터 다시 할 때만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수업 전 10분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6-2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KRaft 필수 설정과 리스너 2계층 구조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클라이언트는 왜 두 번 접속하는지, 리스너를 왜 둘 이상 두는지부터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접속 — advertised.listeners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리스너 2계층 — 컨테이너 안과 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KRaft 설정 · 컨슈머 그룹 · LAG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