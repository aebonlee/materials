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P7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품질 리포트 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데이터가 조용히 흐르지 않게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실거래 자료에 필요한 품질 규칙과 그 기준값을 고른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경고가 날 때 데이터가 틀렸는지 규칙이 틀렸는지 가리는 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빠짐 · 단위 바뀜 · 늦게 온 묶음을 각각 잡는 규칙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와 DuckDB(14~15장)로 검사하고, Airflow(8주차)로 매일 돌립니다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P7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P1 과 같은 서울 부동산 실거래 자료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OA-21275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계약일 2026년 6~9월(10-28 받음)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35,610행 · 21개 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CP949 인코딩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1유형(출처표시)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달치를 묶음 하나로, 다음 달 1일에 도착한 것으로 둔다(연습용 일정)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P7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규칙은 표로, 결과도 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도착한 묶음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dq_rules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 21개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 → SQL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dq_runs · results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리포트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md · html · png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trade_clean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통과만 적재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규칙을 고칠 때 코드가 아니라 규칙 표의 값만 바꾼다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P7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묶음 · 규칙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열을 글자로 읽어 넉 달을 묶음 넷으로, 규칙 21개를 표에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실행기 · 경고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 한 줄을 SQL 한 문장으로, 어긴 행을 보고 규칙 표를 고치기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결과 쌓기 · 리포트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날을 다시 돌려도 한 벌만, 네 달을 차례로 넣기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8~9. 깨진 묶음 · Airflow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일부러 깨뜨린 묶음 넷을 잡고, @daily DAG 로 매일 한 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P7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깨뜨린 묶음 넷, 잡은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도착일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깨뜨린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잡은 규칙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10-02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건물면적(㎡) 열을 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84180" y="34480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79430" y="34480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R01 필수 열 FAIL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10-03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금액 만원 → 원(×10,000)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4180" y="41719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9430" y="41719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R08 범위 7,243행 · R21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10-04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면적 ㎡ → 평(÷3.3058)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4180" y="48958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9430" y="48958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R09 101행 · R20 -71%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10-05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6월 묶음을 다시 보냈다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84180" y="56197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79430" y="56197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R19 최근 계약일 97일 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넷 모두 FAIL — 적재되지 않고 다음 날의 기준에도 섞이지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P7 · 개별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경고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데이터가 틀렸나, 규칙이 틀렸나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R11 건축년도 경고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건축년도 0 인 113행 — 1.09% 로 허용 0.5% 초과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모두 분양권 62 · 입주권 51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안 지은 아파트라 없는 게 맞다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규칙 표의 값만 고친다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where_sql 에 권리구분 IS NULL — 코드는 그대로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R11 10,235행 중 0행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R12 도 해제 거래를 빼고 70행(0.70%)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P7 · 개별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묶음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10,348 · 10,531 · 7,488 · 7,243행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21개 — 오류 18 · 경고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정상 네 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모두 PASS, 적재 35,610행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깨진 묶음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넷 모두 FAIL, 적재는 35,610행 그대로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DAG 하루치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09-30 SKIP · 10-01 PASS · 10-03 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P7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P7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P7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검사하지 않았는데 통과로 보이는 일을 막았습니다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규칙 종류 pattern 하나 더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FAIL 일 때만 메일 · 슬랙으로 알리기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P1 의 Iceberg 적재 앞에 관문 두기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P9 이력 관리 테이블(SCD Type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