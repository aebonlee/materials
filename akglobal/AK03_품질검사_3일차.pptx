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4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C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1462653" cy="571500"/>
          </a:xfrm>
          <a:prstGeom prst="rect">
            <a:avLst/>
          </a:prstGeom>
        </p:spPr>
      </p:pic>
      <p:pic>
        <p:nvPicPr>
          <p:cNvPr id="12" name="Picture 11" descr="re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40" y="1028700"/>
            <a:ext cx="3941460" cy="4191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품질·검사 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활용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품질 데이터 분석·보고 자동화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3일차 · 11/1(일) · 모듈 5·6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동양에이케이코리아 × 한국표준협회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2026 산업·일자리 전환 교육 · ReBuild 아카데미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시작하기 전에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에 입력하지 않는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줄로 기억하기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기술·공정 비밀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4480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8770" y="34480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도면·배합비·공정 조건·설비 파라미터·원가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고객·거래 정보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41719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8770" y="41719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고객사 이름·단가·계약 조건·클레임 원문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개인·인사 정보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8958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8958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이름·연락처·사번·평가·급여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공시·재무 정보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56197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8770" y="56197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공시 전 실적·미확정 재무 수치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IT 보안 정보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63436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8770" y="63436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비밀번호·서버 주소·계정·내부 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오늘 화면의 제품명·수치·이름은 전부 가상의 값이거나 [빈칸]입니다 — 회사가 허용한 AI 서비스만 씁니다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진행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모든 실습은 다섯 단계로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화면을 보며 따라 하고, 잘된 프롬프트는 빈칸째 저장합니다 — 첫 답은 초안, 두 번째 요청에서 쓸 만해집니다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학습사이트의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 복사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채우기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[빈칸]에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가상의 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표로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점검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고치기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이어서 던질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빈칸째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폴더에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· 모듈 5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클레임 응대·협력사 공문 자동화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고객에게는 사실과 사과의 균형을, 협력사에는 요구와 기한을 분명히 — 품질 부서가 쓰는 대외 문서 네 가지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어조 조정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사실, 받는 사람에 따라 다른 문장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348234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받는 사람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2781300"/>
            <a:ext cx="476250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쓰지 않을 표현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클레임 응대문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869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품질 담당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913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신뢰 회복·조치 안내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984480" y="34480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079730" y="34480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책임 범위 단정·보상 약속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공식 사과문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869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경영진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913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사과·재발 방지 의지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984480" y="41719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079730" y="41719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변명·타 부서 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영문 응대 메일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해외 고객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8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913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 전달·일정 안내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984480" y="48958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079730" y="48958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과도한 사과·법적 인정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SCAR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6344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869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협력사 품질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8388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7913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시정 요구·기한 명시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984480" y="56197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079730" y="56197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감정적 표현·모호한 기한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프롬프트에 「받는 사람·목적·절대 쓰지 않을 표현」 세 가지를 넣으면 어조가 정해집니다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사실관계와 사과의 균형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클레임 문서의 세 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사실 — 무엇이, 언제, 얼마나 (확인된 것만)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조치 — 이미 한 것과 할 것, 날짜는 [빈칸]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사과 — 불편에 대한 사과, 책임 범위는 조사 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세 층이 다 있으면 짧아도 완결된 문서입니다 — 보상·책임은 담당 부서 확인 뒤에 넣습니다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클레임 응대문과 공식 사과문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보상·책임 범위는 [빈칸]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클레임을 오래 다뤄 온 품질 담당자로서, 아래 클레임 요지 [붙여 넣기] 에 대한 응대문을 써줘. 사실 확인 → 즉시 조치 → 원인 조사 계획 → 사과 순서, 열 문장 이내, 보상과 책임 범위는 [빈칸]으로 두고 약속하는 표현은 쓰지 마. 같은 내용을 고객 경영진용 공식 사과문으로 한 번 더 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책임을 인정하거나 보상을 약속한 문장이 끼지 않았는지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15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클레임 응대문과 공식 사과문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순서를 지정하기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 → 조치 → 계획 → 사과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두 판을 한 번에 받기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담당자용·경영진용 어조 차이를 비교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금지 표현을 먼저 막기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「약속·보상·책임 인정 표현 금지」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응대문은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사실 먼저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사과는 끝에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영문 클레임 응대 메일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문단마다 한국어 뜻 붙이기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해외 고객을 상대해 온 품질 담당자로서, 아래 한국어 응대문을 영문 메일로 바꿔줘. 영어가 모국어가 아닌 담당자도 읽기 쉬운 짧은 문장, 여덟 문장 이내, 문단마다 한국어 뜻을 붙이고, 법적 책임을 인정하는 표현과 과도한 사과 표현은 피해줘. 제목 후보도 두 개 제안해줘.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메일을 더 격식 있는 판으로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16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영문 클레임 응대 메일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받는 사람을 한 줄로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비원어민 담당자 → 쉬운 단어·짧은 문장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한국어 뜻을 요구하기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보내기 전에 내용을 내가 확인할 수 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표현 금지 목록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admit·guarantee 같은 표현을 막는다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영문은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한국어 뜻과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나란히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협력사 품질 이슈 공문과 SCAR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요구 사항과 기한을 표로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협력사 품질을 관리하는 담당자로서, 아래 협력사 납품 불량 상황 [붙여 넣기] 으로 품질 이슈 공문과 시정 요청서(SCAR)를 써줘. 공문은 사실·영향·요구 사항·회신 기한 네 단락, SCAR 는 불량 내용·요구 항목(원인 분석·임시 조치·재발 방지·효과 확인)·제출 기한 [빈칸] 을 표로 정리해줘. 감정적 표현 없이 사실 중심으로 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요구 항목마다 기한이 붙어 있는지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17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협력사 품질 이슈 공문과 SCAR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공문과 SCAR 를 나누기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공문은 통보, SCAR 는 회신을 받는 양식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요구 항목을 표로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협력사가 빠뜨릴 수 없다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감정 표현은 빼기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 중심이 협력사의 회신을 빠르게 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SCAR 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요구 항목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+ 기한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품질 회의록 결정·액션·담당·기한 정리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언급 안 된 담당·기한은 '미정'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비식별 처리한 품질 회의 메모를 회의록으로 정리해줘. 개요 두 줄, 안건별 논의, 결정 사항, 액션 표(액션·담당·기한·관련 클레임 번호). '하기로 함'만 결정으로 분류하고 '검토'는 논의로 두고, 메모에 없는 담당·기한은 지어내지 말고 '미정'으로 적어줘.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'미정'인 액션만 모아 담당 지정 요청 메시지로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18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품질 회의록 결정·액션·담당·기한 정리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이름부터 역할로 바꾸기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찾아 바꾸기(Ctrl+H)로 한 번에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결정과 논의의 기준 주기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「'하기로 함'만 결정」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클레임 번호로 잇기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회의록과 클레임 대장이 연결된다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회의록은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결정과 논의를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나눠서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5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담당자용·경영진용 두 판의 클레임 응대·사과문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한국어 뜻이 나란히 붙은 영문 응대 메일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요구 항목과 기한이 표로 정리된 공문과 SCAR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결정·액션·담당·기한이 나뉜 품질 회의록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대외 문서 네 가지가 빈칸째 저장된 프롬프트로 남습니다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· 모듈 6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비전 AI 외관검사 입문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검사 이미지를 AI 에 보여 주고 묻는 것부터 노코드 분류 모델까지 — 체험으로 가능성과 한계를 함께 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비전 AI 세 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분류 · 검출 · 세그멘테이션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분류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이미지 한 장을 양품·불량으로 나눈다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쉽고 데이터도 적게 든다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불량이 어디에 있는지 상자로 찾는다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위치·개수가 필요할 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세그멘테이션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 영역을 픽셀 단위로 칠한다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면적·형상용 — 라벨링 비용 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외관검사 적용 사례: 표면 긁힘·찍힘 분류, 이물 검출, 도장 불량 면적 측정 — 오늘은 분류까지 체험합니다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체험 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묻기 → 라벨링 → 학습 → 평가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4시간 안에 네 단계를 한 번 돌아봅니다 — 목표는 '우리 현장에 맞는지 판단할 눈'이지 완성된 모델이 아닙니다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묻기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GPT-4V·Claude Vision 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검사 이미지로 질문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라벨링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Roboflow 에서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양품·불량 표시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학습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노코드 분류 모델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버튼으로 학습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평가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정확도 읽기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틀린 이미지 보기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검사 이미지를 GPT-4V·Claude Vision 에 묻기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확신도와 근거 위치를 같이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알루미늄 제품 외관검사 담당자로서, 첨부한 검사 이미지를 봐줘. 보이는 결함 후보를 종류(긁힘·찍힘·이물·변색·기타)·위치(상하좌우로 설명)·확신도(상·중·하)로 표로 정리하고, 결함이 아닐 수 있는 이유도 한 줄씩 붙여줘. 사진 밖의 일은 추정하지 마.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조명·반사를 결함으로 본 행이 없는지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19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검사 이미지를 GPT-4V·Claude Vision 에 묻기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이미지는 비식별·가상 샘플만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제품 사진은 회사 허가 뒤에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확신도를 요구하기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'하'는 사람이 본다 — 분업의 시작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반대 근거를 요구하기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결함이 아닐 이유가 과검출을 줄인다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비전 질문은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표로 받고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확신도로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자연어 불량 분석 보고 문장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이미지 여러 장을 비교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첨부한 양품 이미지 한 장과 불량 의심 이미지 세 장을 비교해줘. 양품과 다른 점을 이미지별로 두 문장씩 쓰고, 공통된 결함 패턴이 있으면 한 줄로 정리해줘. 마지막에 검사원 교육용으로 '이 결함은 이렇게 보인다' 문장을 세 개 만들어줘. 치수·면적은 측정이 필요하다고 표시해줘.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결과를 검사 기준서 그림 설명 문장으로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20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자연어 불량 분석 보고 문장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기준 이미지를 같이 넣기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양품이 있어야 '다른 점'이 나온다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측정은 못 한다고 못 박기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비전 LLM 은 길이·면적을 재지 못한다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교육 문장으로 바꾸기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신입 검사원 OJT 자료가 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비교는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양품 한 장을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기준으로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Roboflow 라벨링과 데이터셋 구성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데이터셋 구성 원칙을 먼저 받기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외관검사 분류 모델을 만들려는 품질 담당자로서, 가상 샘플 이미지 [40장] 으로 Roboflow 데이터셋을 구성할 계획을 세워줘. 양품·불량 비율, 촬영 조건(조명·거리·배경)을 같게 두는 이유, 학습·검증·테스트 나누는 비율, 자동 라벨링 결과를 사람이 확인하는 순서를 체크리스트로 만들어줘.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제품 사진이 학습과 테스트에 같이 들어가지 않았는지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21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Roboflow 라벨링과 데이터셋 구성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원칙을 먼저, 라벨링은 뒤에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비율·조건이 틀리면 다시 찍는다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자동 라벨링은 초안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라벨은 사람이 한 장씩 승인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테스트 분리는 엄격히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섞이면 정확도가 거짓으로 높아진다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데이터셋은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조건 고정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+ 분리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노코드 분류 모델 결과 읽기와 한계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정확도 숫자의 뜻을 묻기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노코드로 학습한 외관검사 분류 모델 결과가 아래와 같아. [정확도·정밀도·재현율·테스트 장수] 이 숫자가 현장에서 무엇을 뜻하는지 품질 담당자 눈높이로 설명해줘. 불량을 놓치는 경우와 양품을 불량으로 보는 경우 가운데 우리 현장에서 더 위험한 쪽을 묻고, 정확도를 올리려면 데이터 쪽에서 무엇을 먼저 바꿔야 할지 세 가지를 제안해줘.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테스트 장수가 너무 적어 숫자가 흔들리지 않는지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22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노코드 분류 모델 결과 읽기와 한계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재현율부터 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불량을 놓치는 비율이 품질의 핵심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틀린 이미지를 직접 보기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숫자보다 틀린 사진 열 장이 더 많이 말한다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한계를 기록하기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조명 변화·신규 결함은 다시 학습해야 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정확도는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틀린 사진을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보고 판단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6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검사 이미지에 묻는 프롬프트와 확신도 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양품 기준 비교 문장과 검사원 교육용 설명 세 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Roboflow 데이터셋 구성 체크리스트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노코드 분류 모델 결과 해석과 한계 기록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비전 AI 를 도입할지 판단할 눈이 생겼습니다 — 완성된 검사기는 다음 단계의 일입니다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배운 것 한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비전 LLM(GPT-4V·Claude Vision) 에 검사 이미지를 보여 주고 맡길 수 있는 일은?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① 긁힘 길이를 mm 로 측정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② 결함 후보와 위치를 표로 정리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③ 치수 공차 합격 판정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④ 검사 성적서 자동 발행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정답과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비전 LLM 은 보이는 것을 말로 설명하고 후보를 정리하는 데 강하지만, 길이·면적을 재거나 공차 판정을 내리지는 못합니다. 측정과 판정은 측정기와 사람의 일입니다.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현업 적용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돌아가서 무엇부터 할 것인가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이번 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검사 데이터 한 파일을 정제본으로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 코드표에 정의·예시 보강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이번 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월간 보고서를 양식 → 초안 → 숫자로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임원 요약 다섯 줄을 함께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이번 분기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클레임 한 건을 8D 로 끝까지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프롬프트를 팀 폴더에 빈칸째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비전 AI 는 가상 샘플로 한 번 더 돌려 본 뒤 도입 여부를 판단합니다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1462653" cy="571500"/>
          </a:xfrm>
          <a:prstGeom prst="rect">
            <a:avLst/>
          </a:prstGeom>
        </p:spPr>
      </p:pic>
      <p:pic>
        <p:nvPicPr>
          <p:cNvPr id="5" name="Picture 4" descr="re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40" y="1028700"/>
            <a:ext cx="3941460" cy="419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품질·검사 과정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과정 마무리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실습한 프롬프트 22개는 학습사이트에서 언제든 다시 복사할 수 있습니다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정제된 검사 데이터와 불량 코드표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파레토·관리도 해석과 월간 보고서 초안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8D·5Why·시정조치 문서 한 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클레임·SCAR·회의록 프롬프트 모음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산출물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프롬프트 22개 · 월간 보고서 초안 · 8D 한 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