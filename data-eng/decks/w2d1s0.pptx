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환경에서 시작합니다 — 꼬이면 여기로 돌아옵니다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가 꺼져 있다 — Cannot connect to the Docker daemon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컴퓨터에 MySQL 을 따로 설치해 뒀다 — 3306 을 먼저 잡고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mysql:8.0 이미지가 약 1.1GB —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바뀐 안내 — 접속 명령에 -e LANG=C.UTF-8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메뉴가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점검과 재설정은 다른 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— 1~4단계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수업 전에 한 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지우는 것 없이 확인하고 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— 5단계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실습이 꼬였을 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컨테이너와 볼륨만 지운다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재설정도 1주차 결과물(~/data-eng/week1)은 건드리지 않는다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version 이 숫자를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3306 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이 있으면 멈춘다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바뀐 안내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 LANG=C.UTF-8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3306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MySQL80 중지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services stop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stop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· 4 · 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모든 명령을 우분투(WSL) 터미널에서 — 2단계 포트 확인 한 줄만 PowerShell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3306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도커가 오류 없이 떠도 안심하면 안 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설치된 MySQL 이 127.0.0.1:3306 을 잡고 있으면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-p 3306:3306 은 성공한다 — 컨테이너 안쪽 접속(3단계)도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 3306 으로 붙으면(4단계)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로 가서 Access denied — 비밀번호가 틀린 것처럼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수업 전에 3306 을 확인한다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은 멈추고, 멈출 수 없으면 -p 3307:3306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안에선 되고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밖에선 거부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 ·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이미지를 받고, 오늘 바뀐 접속 명령을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mysql:8.0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1.1GB — 이론 시간이 시작될 때 걸어 두면 실습 전에 끝난다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mysql:8.0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한 줄이 보이면 끝 — 이미 받았다면 Image is up to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-e LANG=C.UTF-8 de-mysql mysql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mysql&gt; 에 친 한글이 사라지고 기존 한글은 ??? 로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접속은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기동과 접속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3단계에서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컨테이너와 볼륨을 함께 지우고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rm de-mysql-data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넣은 데이터와 비밀번호가 함께 지워진다(되돌릴 수 없음)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-a · volume ls 가 제목 줄만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 끝 — 기동과 접속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볼륨을 남기면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비밀번호가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바뀌지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이 29.6.1 처럼 버전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 확인 명령에 아무 줄도 나오지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mysql 8.0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 명령에 -e LANG=C.UTF-8 이 들어간 것을 확인했다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관계형 데이터베이스와 MySQL 8.0 개요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표·행·열·기본 키부터 잡습니다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엑셀과 무엇이 다른가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낱말과 데이터 타입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는 서버다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의 세 갈래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