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6-1 · 실시간 데이터와 Kafka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실시간 데이터의 특징 — 배치 vs 스트리밍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16940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모아서 한꺼번에 vs 생기는 대로 흘려보내며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배치와 스트리밍의 차이를 처리 단위·지연 관점에서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「늦게 알면 가치가 없어지는가」로 스트리밍 필요 여부를 판단한다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이벤트 시간과 처리 시간이 왜 다른지 말할 수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 가 보내는 쪽과 받는 쪽을 떼어 놓는 이유를 설명한다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2.5H 실습에서 Kafka 를 직접 띄워 「이벤트가 쌓이고, 읽어도 사라지지 않는다」를 확인합니다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배치와 스트리밍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모아서 한꺼번에 vs 생기는 대로 흘려보내며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배치 (1~5주차)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데이터를 모아 두었다가 정해진 시각에 한꺼번에 처리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처리 단위: 기간(하루·한 시간)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지연: 분~시간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정해진 시각에 시작하고 끝난다</a:t>
            </a:r>
          </a:p>
        </p:txBody>
      </p:sp>
      <p:sp>
        <p:nvSpPr>
          <p:cNvPr id="17" name="Oval 16"/>
          <p:cNvSpPr/>
          <p:nvPr/>
        </p:nvSpPr>
        <p:spPr>
          <a:xfrm>
            <a:off x="1447800" y="654843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33538" y="637032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하루치 판매 정산이면 충분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스트리밍 (6주차)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데이터가 생기는 즉시 흘려보내며 처리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처리 단위: 이벤트 하나하나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지연: 밀리초~초</a:t>
            </a:r>
          </a:p>
        </p:txBody>
      </p:sp>
      <p:sp>
        <p:nvSpPr>
          <p:cNvPr id="26" name="Oval 25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시스템이 계속 떠 있다</a:t>
            </a:r>
          </a:p>
        </p:txBody>
      </p:sp>
      <p:sp>
        <p:nvSpPr>
          <p:cNvPr id="28" name="Oval 27"/>
          <p:cNvSpPr/>
          <p:nvPr/>
        </p:nvSpPr>
        <p:spPr>
          <a:xfrm>
            <a:off x="10077450" y="654843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63188" y="637032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결제 이상 탐지·실시간 재고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이론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배치와 스트리밍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관점으로 나란히 — 실시간이 항상 좋은 것은 아니다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배치 (1~5주차)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스트리밍 (6주차)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처리 단위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기간(하루·한 시간)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이벤트 하나하나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4337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4337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분~시간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4337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4337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밀리초~초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3870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3870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정해진 시각에 시작·종료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3870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3870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계속 떠 있음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재처리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53402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53402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돌리면 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53402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53402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보존된 이벤트를 되감아 읽음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복잡도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622935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8650" y="622935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622935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622935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순서·중복·지연 도착을 다룸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비용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692467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38650" y="692467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돌 때만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44200" y="692467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39450" y="692467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항상 떠 있음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스트리밍은 계속 떠 있어야 하고 다뤄야 할 문제가 늘어난다 — 판단 기준은 하나, 「늦게 알면 가치가 없어지는가」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이론 1H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언제 스트리밍이 필요한가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상황 여섯 개 — 배치인가, 스트리밍인가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3962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배치/스트리밍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월말 정산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4100" y="3448050"/>
            <a:ext cx="7200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9350" y="3448050"/>
            <a:ext cx="7010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늦어도 정확하면 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결제 이상 탐지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43375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43375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스트리밍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44100" y="4143375"/>
            <a:ext cx="7200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39350" y="4143375"/>
            <a:ext cx="7010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승인 전에 막아야 의미가 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추천 모델 학습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38700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38700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44100" y="4838700"/>
            <a:ext cx="7200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39350" y="4838700"/>
            <a:ext cx="7010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몇 시간 늦어도 된다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재고 실시간 반영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534025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534025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스트리밍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44100" y="5534025"/>
            <a:ext cx="7200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39350" y="5534025"/>
            <a:ext cx="7010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품절 상품을 팔면 안 된다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일별 리포트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6229350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8850" y="6229350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44100" y="6229350"/>
            <a:ext cx="7200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39350" y="6229350"/>
            <a:ext cx="7010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하루 단위면 충분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서비스 장애 알림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6924675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8850" y="6924675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스트리밍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44100" y="6924675"/>
            <a:ext cx="72009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39350" y="6924675"/>
            <a:ext cx="70104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즉시 알아야 한다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일별 정산은 늦어도 정확하면 되고, 결제 이상 탐지는 승인 전에 막아야 의미가 있다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이론 1H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이벤트 시간과 처리 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「언제 일어났나」와 「언제 도착했나」는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이벤트 시간(event time)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일이 실제로 일어난 시각 — 주문이 접수된 시각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처리 시간(processing time)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우리 시스템이 그것을 받은 시각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둘이 벌어진다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네트워크 지연·모바일 오프라인으로 몇 초에서 몇 시간까지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스트리밍 설계의 핵심 결정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늦게 온 이벤트를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언제까지 기다릴까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「오후 3시대 매출」은 어느 시각을 쓰느냐로 답이 달라진다 — 배치는 하루 뒤 집계라 잘 안 보이던 문제. 이번 과정은 개념만, 워터마크 처리는 다루지 않음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Kafka 가 하는 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보내는 쪽과 받는 쪽을 떼어 놓는 중간 저장소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보내는 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시스템은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 에만 보낸다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3095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Kafka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955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290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이벤트 스트림을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안전하게 받아 둔다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74750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받는 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9761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094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재고·알림·분석이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각자 구독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받는 쪽이 늘거나 죽어도 보내는 쪽은 그대로 — 각자 자기 속도로 읽는다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2-5 크롤러의 fetch·parse·load 처럼 한 스크립트에 묶였던 것을 그 사이에 들어가 떼어 놓는다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이론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Kafka 가 하는 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 가 없으면, 있으면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 가 없으면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시스템이 재고·알림·분석에 각각 직접 보낸다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받는 쪽이 하나 늘면 보내는 쪽을 고친다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받는 쪽이 죽으면 데이터를 잃는다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받는 쪽이 느리면 보내는 쪽이 막힌다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 가 있으면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시스템은 Kafka 에만 보낸다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소비자가 구독만 하면 된다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 에 남아 있어 나중에 읽는다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각자 자기 속도로 읽는다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스트리밍은 「늦게 알면 가치가 없어지는」 일에 쓴다 — 항상 좋은 것이 아니다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스트리밍은 계속 떠 있어야 하고 순서·중복·지연 도착을 다뤄야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이벤트 시간과 처리 시간은 다르고, 어느 것을 쓰느냐로 집계가 달라진다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 는 보내는 쪽과 받는 쪽을 떼어 놓는 중간 저장소다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받는 쪽이 늘거나 죽어도 보내는 쪽은 그대로다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6-1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Kafka 핵심 구조와 첫 실행 (2.5H)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토픽·파티션·오프셋을 우체국 비유로 잡고, Docker 로 브로커를 띄워 CLI 로 메시지를 주고받습니다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브로커·토픽·파티션·오프셋 낱말 잡기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apache/kafka:3.7.0 단일 브로커 기동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hello-stream 토픽에 메시지 송수신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읽어도 사라지지 않는 것을 눈으로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실행 · Total Memory 7.7GiB 안팎(설정 8GB)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