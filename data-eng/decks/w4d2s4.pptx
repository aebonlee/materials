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4-2 · Apache Iceberg 레이크하우스 구축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명령 열 개를 한 장으로, 4-3 출발 상태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 SQL 열 개를 「하려는 일」 기준으로 정리한다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4-3 출발 상태(컨테이너 4개 · orders 4행 · raw)와 down → up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여섯 가지의 원인과 해결을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4-3 MinIO–Iceberg 파이프라인에서 할 일을 미리 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만든 demo.lakehouse.orders 는 4주차 내내 씁니다 — 4-3 적재, 4-4 Trino 조회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 SQL — 만들고 조회하기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781300"/>
            <a:ext cx="115214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781300"/>
            <a:ext cx="11521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테이블 만들기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3448050"/>
            <a:ext cx="11521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8810" y="3448050"/>
            <a:ext cx="11330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 TABLE demo.db.t (…) USING iceberg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파티션과 함께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4171950"/>
            <a:ext cx="11521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8810" y="4171950"/>
            <a:ext cx="11330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 TABLE … PARTITIONED BY (days(order_date))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스냅샷 이력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895850"/>
            <a:ext cx="11521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8810" y="4895850"/>
            <a:ext cx="11330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* FROM demo.db.t.snapshots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시점 조회 (id)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5619750"/>
            <a:ext cx="11521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8810" y="5619750"/>
            <a:ext cx="11330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* FROM demo.db.t VERSION AS OF 스냅샷id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시점 조회 (시각)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23560" y="6343650"/>
            <a:ext cx="11521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8810" y="6343650"/>
            <a:ext cx="11330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* FROM demo.db.t TIMESTAMP AS OF '…'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demo.db.t 는 오늘의 demo.lakehouse.orders — 카탈로그.데이터베이스.테이블 세 단계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정리·회고 0.5H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 SQL — 되돌리기 · 바꾸기 · 정리하기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781300"/>
            <a:ext cx="115214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781300"/>
            <a:ext cx="11521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롤백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3448050"/>
            <a:ext cx="11521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8810" y="3448050"/>
            <a:ext cx="11330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CALL demo.system.rollback_to_snapshot('db.t', id)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컬럼 추가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4171950"/>
            <a:ext cx="11521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8810" y="4171950"/>
            <a:ext cx="11330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ALTER TABLE demo.db.t ADD COLUMN c STRING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 목록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895850"/>
            <a:ext cx="11521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8810" y="4895850"/>
            <a:ext cx="11330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* FROM demo.db.t.files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스냅샷 정리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5619750"/>
            <a:ext cx="11521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8810" y="5619750"/>
            <a:ext cx="11330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CALL demo.system.expire_snapshots('db.t', TIMESTAMP '…')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작은 파일 병합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23560" y="6343650"/>
            <a:ext cx="11521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8810" y="6343650"/>
            <a:ext cx="11330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CALL demo.system.rewrite_data_files('db.t')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expire_snapshots 로 정리한 시점 이전으로는 못 돌아간다 — 보관 기간(보통 7~30일)을 정하는 것이 운영 결정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정리·회고 0.5H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4-3 을 위한 상태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상태 확인 — 그리고 down → up 뒤에도 4행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폴더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6387" y="27813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8787" y="27813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 ~/lakehouse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컨테이너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26387" y="34290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8787" y="34290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행 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26387" y="40767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8787" y="40767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spark-sql -e "SELECT count(*) FROM demo.lakehouse.orders;"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원천 CSV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26387" y="47244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78787" y="47244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exec mc mc ls --recursive local/raw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내리기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26387" y="53721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78787" y="53721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down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0198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60198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다시 올리기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26387" y="60198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78787" y="60198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up -d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66675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66675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다시 행 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26387" y="66675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78787" y="66675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count 명령 → 4 그대로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컨테이너 4개 Up · count 4 · raw 에 orders_2026-08-01.csv · down → up 뒤에도 count 4 — rest-catalog 볼륨 덕분, down -v 는 쓰지 않기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정리·회고 0.5H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열두 개를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9220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9220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2781300"/>
            <a:ext cx="70027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9220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9220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#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9220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7315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03120" y="3448050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8370" y="3448050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파일만 쌓으면 안 되는 것 세 가지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448050"/>
            <a:ext cx="9220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9250" y="3448050"/>
            <a:ext cx="7315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04120" y="3448050"/>
            <a:ext cx="70408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9370" y="3448050"/>
            <a:ext cx="68503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snapshots id 로 VERSION AS OF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43375"/>
            <a:ext cx="9220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43375"/>
            <a:ext cx="7315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03120" y="4143375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98370" y="4143375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카탈로그→…→데이터 파일 사슬 그리기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4143375"/>
            <a:ext cx="9220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9250" y="4143375"/>
            <a:ext cx="7315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4143375"/>
            <a:ext cx="70408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9370" y="4143375"/>
            <a:ext cx="68503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시점을 UNION ALL 로 비교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38700"/>
            <a:ext cx="9220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38700"/>
            <a:ext cx="7315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03120" y="4838700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8370" y="4838700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4개 모두 Up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4838700"/>
            <a:ext cx="9220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250" y="4838700"/>
            <a:ext cx="7315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04120" y="4838700"/>
            <a:ext cx="70408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9370" y="4838700"/>
            <a:ext cx="68503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롤백: snapshots 그대로 · history +1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534025"/>
            <a:ext cx="9220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534025"/>
            <a:ext cx="7315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103120" y="5534025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98370" y="5534025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8181 응답 · Spark 카탈로그 설정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5534025"/>
            <a:ext cx="9220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9250" y="5534025"/>
            <a:ext cx="7315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104120" y="5534025"/>
            <a:ext cx="70408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99370" y="5534025"/>
            <a:ext cx="68503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ADD COLUMN 뒤 parquet 그대로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229350"/>
            <a:ext cx="9220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229350"/>
            <a:ext cx="7315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03120" y="6229350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98370" y="6229350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 만들고 INSERT · UPDATE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44000" y="6229350"/>
            <a:ext cx="9220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9250" y="6229350"/>
            <a:ext cx="7315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104120" y="6229350"/>
            <a:ext cx="70408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99370" y="6229350"/>
            <a:ext cx="68503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files 에는 유효한 파일만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924675"/>
            <a:ext cx="9220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6924675"/>
            <a:ext cx="7315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103120" y="6924675"/>
            <a:ext cx="70027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98370" y="6924675"/>
            <a:ext cx="68122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에 metadata/ · data/ 생김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44000" y="6924675"/>
            <a:ext cx="9220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39250" y="6924675"/>
            <a:ext cx="7315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104120" y="6924675"/>
            <a:ext cx="70408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99370" y="6924675"/>
            <a:ext cx="68503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down → up 뒤에도 테이블 유지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하나라도 비면 그 단계의 노트로 돌아가 다시 해 보세요 — 12번이 4-3 출발 조건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정리·회고 0.5H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환경 · 카탈로그에서 막힐 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5082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CREATE TABLE 에서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NoSuchBucket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warehouse 버킷을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만들지 않았다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mb -p local/warehouse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뒤 다시 시도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UnknownHostException: rest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/ connection refused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rest 가 멈췄다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 아직 뜨는 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719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719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ps · logs rest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compose up -d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down → up 뒤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TABLE_OR_VIEW_NOT_FOUND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예전 판 compose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(rest-catalog 볼륨 없음)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958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958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1단계 compose 로 교체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재설정 뒤 다시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TABLE_OR_VIEW_NOT_FOUND 때도 MinIO 의 warehouse 파일은 그대로 — 사라진 것은 카탈로그의 테이블 목록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정리·회고 0.5H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시점 조회 · 메모리에서 막힐 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VERSION AS OF 에서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Cannot find snapshot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예시 숫자 · 다른 테이블 id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(따옴표는 원인 아님)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snapshots 의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snapshot_id 를 복사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TIMESTAMP AS OF 실패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또는 현재 값이 나옴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시계는 UTC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 한국 시각과 9시간 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1719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1719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committed_at 값을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그대로 복사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spark-sql 이 뜨다 죽거나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매우 느림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에 할당된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메모리 부족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8958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8958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메모리 8GB 이상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· 안 쓰는 컨테이너 stop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Docker Desktop → Settings → Resources → Memory · WSL2 는 .wslconfig 의 memory= · 안 쓰는 컨테이너는 stop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정리·회고 0.5H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 와 Delta Lake 중 뭘 배워야 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개념이 거의 같다 — Iceberg 는 엔진 중립적이라 Spark·Trino·Flink 가 함께 쓰기 좋고, Delta 는 Databricks 생태계에서 강하다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스냅샷이 계속 쌓이면 저장 비용이 늘지 않나요?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늘어난다 — expire_snapshots 로 보관 기간을 정해 정리한다, 보통 7~30일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UPDATE 마다 파일을 통째로 다시 쓰면 느리지 않나요?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느리다 — 대량 배치 갱신에 맞고 건건이 수정하는 업무는 여전히 RDB, 4-3 의 MERGE INTO 가 배치 갱신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카탈로그가 죽으면 데이터도 잃나요?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파일은 남는다 — 다만 「무엇이 현재 상태인지」를 잃으므로 카탈로그도 백업 대상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4-3 · MinIO–Iceberg 데이터 파이프라인 구축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파이프라인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설계 · 멱등성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원천 데이터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raw 버킷 적재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Spark ETL 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MERGE 적재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스냅샷 이력으로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적재 결과 검증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준비: 오늘 구성 그대로 docker compose up -d 로 4개 컨테이너 · spark-sql 에서 orders 를 SELECT 해 살아 있는지 확인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4-2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4-3 MinIO–Iceberg 파이프라인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raw 버킷의 CSV 를 PySpark 로 정제해 MERGE INTO 로 오늘의 orders 테이블에 중복 없이 적재합니다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랜딩 존(raw) → 정제 → 적재 단계 설계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멱등성이 파이프라인의 기본 원칙인 이유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s3a 로 MinIO 의 원천 CSV 읽기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MERGE INTO 업서트 · 스냅샷으로 검증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4개 컨테이너 Up · orders SELECT 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