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7-4 · MinIO·Qdrant 연동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247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버킷 구성과</a:t>
            </a:r>
          </a:p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문서 적재 실습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3627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를 띄우고 파이썬으로 버킷·객체를 다룬다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run 으로 MinIO 를 띄우고 웹 콘솔(9001)에 로그인한다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raw-docs 버킷을 만들고 7-2 의 notes 문서 두 개를 올린다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일부러 secure=True 로 붙어 SSL 오류를 직접 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get_object 로 읽고 close()·release_conn() 을 finally 에 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4·6주차에서 띄운 MinIO 가 아직 떠 있으면 port is already allocated — 먼저 내려 주세요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단계 — 컨테이너 하나, 버킷 하나, 파이썬 객체 mc 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7-2 에서 만든 notes.txt·long_notes.txt 가 있는 폴더에서 시작합니다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MinIO 기동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run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install minio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버킷·업로드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raw-docs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notes/ 두 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일부러 실패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secure=True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읽기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get_object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release_conn()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5·6. 없는 키·prefix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NoSuchKey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접두사로 훑기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run 한 줄 — 옵션마다 뜻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87630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8763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옵션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876300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857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run -d --name minio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44100" y="3448050"/>
            <a:ext cx="72009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39350" y="3448050"/>
            <a:ext cx="7010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백그라운드로, 이름은 minio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70350"/>
            <a:ext cx="876300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70350"/>
            <a:ext cx="857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-p 9000:9000 -p 9001:9001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4100" y="4070350"/>
            <a:ext cx="72009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9350" y="4070350"/>
            <a:ext cx="7010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9000 = API · 9001 = 웹 콘솔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92650"/>
            <a:ext cx="876300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92650"/>
            <a:ext cx="857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-e MINIO_ROOT_USER=minioadmin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44100" y="4692650"/>
            <a:ext cx="72009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39350" y="4692650"/>
            <a:ext cx="7010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로그인 계정 = 코드의 access_key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314950"/>
            <a:ext cx="876300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314950"/>
            <a:ext cx="857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-e MINIO_ROOT_PASSWORD=minioadmin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44100" y="5314950"/>
            <a:ext cx="72009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39350" y="5314950"/>
            <a:ext cx="7010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비밀번호 = 코드의 secret_key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937250"/>
            <a:ext cx="876300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937250"/>
            <a:ext cx="857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-v minio_data:/data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44100" y="5937250"/>
            <a:ext cx="72009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39350" y="5937250"/>
            <a:ext cx="7010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데이터를 담는 볼륨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559550"/>
            <a:ext cx="876300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559550"/>
            <a:ext cx="857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minio/minio server /data --console-address ":9001"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44100" y="6559550"/>
            <a:ext cx="72009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39350" y="6559550"/>
            <a:ext cx="7010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 실행 · 콘솔 주소 지정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 포인트: http://localhost:9001 에 minioadmin / minioadmin 으로 로그인되면 성공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docker ps --filter name=minio 로 확인 · pip install minio · 4주차에 띄웠던 것이면 docker start minio 로 다시 켠다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실습 1H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버킷을 만들고 문서를 올린다 — 확인은 콘솔에서도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 = Minio("localhost:9000", …, secure=False)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로컬 컨테이너는 HTTP 이므로 secure=False — access_key·secret_key 는 minioadmin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bucket_exists → 없으면 make_bucket("raw-docs")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버킷은 한 번만 만든다 — 두 번째 실행에도 오류가 없게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fput_object(BUCKET, "notes/notes.txt", "notes.txt")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7-2 의 notes.txt·long_notes.txt 두 개를 notes/ 아래로 올린다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list_objects(BUCKET, recursive=True)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객체와 크기(bytes)가 찍힌다 — 웹 콘솔 raw-docs 에서도 같은 객체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객체 두 개가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콘솔에도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실습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secure=True 로 붙어 본다 — 한 줄이 몇 시간을 먹는다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secure=False — 로컬 컨테이너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로컬 MinIO 는 HTTP — bucket_exists 가 답을 준다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Minio("localhost:9000", …, secure=False)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실습의 기본값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4주차의 MinIO 코드와 같다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secure=True — 운영 HTTPS 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로컬에 붙이면 SSL 관련 오류가 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bad = Minio(…, secure=True)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bad.bucket_exists(BUCKET) → 예외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except 에서 type(e).__name__ 과 str(e)[:200] 출력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4·5단계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읽고, 반드시 돌려주고, 없는 키를 읽어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body = mc.get_object(BUCKET, "notes/notes.txt")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body.read().decode("utf-8") 로 원문 — len 과 앞 100자를 찍는다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finally: body.close(); body.release_conn()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오류가 나도 연결을 반드시 돌려준다 — 반복문에서 빼면 곧 연결 고갈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get_object(BUCKET, "notes/없는파일.txt")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NoSuchKey 계열 오류 — type(e).__name__ 과 e.code 를 출력해 본다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keys = [o.object_name for o in list_objects(…)]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키를 먼저 찍어 보는 습관 — 한글 키는 NFC/NFD 차이로 어긋난다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객체 키는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영문으로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통일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실습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접두사(prefix)로 범위를 좁힌다 — 4주차 raw/orders/ 처럼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전체 — recursive=True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manual/guide.txt 를 하나 더 올리면 세 객체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notes/notes.txt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notes/long_notes.txt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manual/guide.txt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prefix="notes/" — 범위 좁히기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notes/ 아래 두 객체만 훑는다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notes/notes.txt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notes/long_notes.txt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종류·부서·연도별 접두사 → 「이 폴더만 재색인」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localhost:9001 에 minioadmin / minioadmin 으로 로그인된다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list_objects 에 두 객체와 크기가 찍히고 콘솔에서도 보인다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secure=True 로 붙으면 SSL 관련 오류가 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get_object 의 원문이 찍히고 close()·release_conn() 이 finally 에 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없는 키는 NoSuchKey · prefix="notes/" 는 두 객체만 나온다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7-4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MinIO → 임베딩 → Qdrant 파이프라인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버킷을 훑어 자르고 임베딩해 Qdrant 에 넣는 ingest() 를 만들고, 재실행해도 늘지 않는지 assert 로 잽니다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ingest() — 순회 → 자르기 → 임베딩 → upsert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재실행 전후 count 를 assert 로 비교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uuid4 로 바꿔 중복이 쌓이는 것을 재현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source 로 원본 역참조 · 줄어든 문서 재적재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 객체 · raw-docs 버킷 · 7-3 의 emb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