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MinIO–Iceberg 데이터 파이프라인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파이프라인 다섯 단계를 한 장으로, 4-4 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파이프라인을 랜딩·읽기·형 변환·정제·적재 다섯 단계로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Trino 가 읽을 orders 테이블의 행 수를 적어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Trino 준비물(8080 포트 · 이미지 pull)을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의 fetch·parse·load 와 같은 세 덩어리 — 규모와 도구가 달라져도 구조는 유지됩니다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파이프라인 —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7962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랜딩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를 받은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s3://raw/orders/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읽기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 로 접두사 통째로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DataFrame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형 변환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cast · to_date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정제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제거 + 키별 최신 한 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⑤ 적재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INTO (있으면 갱신·없으면 삽입)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읽기(②) · 정제(③④) · 적재(⑤) — 2-5 의 fetch·parse·load 와 같은 세 덩어리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차시를 위한 상태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Trino 가 읽을 테이블 — 지금 행 수를 적어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 이면 된다 — order_id 1~5,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* … ORDER BY order_id;"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는 61000 · 2 는 35000 · 6 은 걸러져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exec mc mc ls local/raw/orders/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orders_bad.csv 는 빠져 있고 08-01 · 08-02 · 08-03 세 파일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적어 둘 숫자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존을 따로 두는 이유를 두 가지 이상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멱등성이 왜 파이프라인의 기본인지 설명할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--conf 4종의 의미를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 을 짜기 전에 spark-shell 로 읽기부터 되는지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중복을 안 줄이고 MERGE 해서 카디널리티 오류를 직접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dropDuplicates 대신 ROW_NUMBER 로 결정적 중복 제거를 구현했다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스크립트를 두 번 실행해도 행 수가 늘지 않음을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파일만 추가해 증분 배치를 돌리고 불량 행이 걸러짐을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ClassNotFoundException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S3AFileSystem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환경에 hadoop-aws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라이브러리가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hadoop-aws:3.3.4 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읽기 403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AccessDenied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access.key·secret.key 누락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path.style.access 미설정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--conf 4종 재확인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는 http://minio:9000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multiple source rows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matched a single target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원천에 같은 order_id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전 ROW_NUMBER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키별 한 행만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실행마다 결과가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미묘하게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없는 중복 제거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(dropDuplicates)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+ row_number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규칙 명시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dropDuplicates 는 어느 행이 남을지 보장하지 않는다 — 규칙을 명시해야 실행마다 같은 결과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매번 랜딩 존 전체를 읽으면 느리지 않나요?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느려진다 — 날짜 파티션 경로만 읽거나 처리한 파일을 다른 접두사로 옮긴다. 8주차 Airflow 에서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대신 INSERT OVERWRITE 는요?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단위로 통째로 갈아 끼우는 방식이라 그것도 멱등 — 갱신 대상이 흩어져 있으면 MERGE 가 낫다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원천에 삭제가 오면요?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WHEN MATCHED AND s.op = 'D' THEN DELETE 를 붙인다 — 6주차 CDC 에서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불량 행을 그냥 버려도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권하지 않는다 — 별도 테이블에 남겨 두면 「왜 건수가 안 맞나」를 나중에 설명할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격리 테이블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걸러진 불량 행을 demo.lakehouse.orders_rejected 에 따로 적재 — 3-5 품질 리포트와 같은 발상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컴팩션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CALL demo.system.rewrite_data_files 로 작은 파일을 합치고 files 메타테이블로 전후 비교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경로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존을 dt=날짜 형태로 바꾸고 특정 날짜만 읽는 인자 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「최신」의 기준 바꾸기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order_date 대신 파일 이름으로 바꾸면 결과가 어떻게 달라지는지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· Trino 기반 S3 SQL 엔진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 SQL 엔진의 이해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코디네이터·워커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Trino 컨테이너와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카탈로그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SQL 실습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집계·CTAS·타임 트래블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것을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장으로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4개 컨테이너 up · orders 6행 확인 · 8080 포트 비우기 · docker pull trinodb/trino 미리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4-4 Trino SQL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Spark 로 적재한 그 테이블을, Trino 가 아무것도 옮기지 않고 그대로 읽는 것을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코디네이터·워커 구조와 커넥터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저장과 계산이 분리된 구조의 장점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iceberg.properties 로 REST 카탈로그·MinIO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CLI 로 집계·CTAS·타임 트래블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6행 · 8080 포트 · trinodb/trino pull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