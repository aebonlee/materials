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7-3 · Embedding과 Vector DB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 컬렉션 생성·적재·검색 실습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340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띄우고, 만들고, 넣고, 찾고, 걸러 본다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 를 볼륨과 함께 띄우고 대시보드를 연다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size·distance 를 지정해 컬렉션을 만들고, 차원을 일부러 틀려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payload 를 담아 적재하고 query_points 로 의미 검색한다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payload 필터를 걸고, 7-2의 조각 전체를 적재·검색한다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8단계의 검색 결과가 7-5에서 LLM 에게 넘길 「근거」가 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단계 — 컨테이너 하나, 컬렉션 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1H 실습에서 만든 emb 객체와 v1 을 그대로 이어서 씁니다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기동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run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curl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컬렉션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size=DIM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COSINE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실패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size=10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일부러 틀리기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4·5·6. 적재·검색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upsert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query_points·필터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7·8. 조각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7-2 조각 적재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확인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 를 띄우고 응답을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13314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331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76142" y="2781300"/>
            <a:ext cx="1486885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8542" y="2781300"/>
            <a:ext cx="145640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run -d --name qdrant … qdrant/qdrant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13314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1331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포트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76142" y="3429000"/>
            <a:ext cx="1486885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8542" y="3429000"/>
            <a:ext cx="145640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-p 6333:6333 -p 6334:6334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13314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1331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볼륨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76142" y="4076700"/>
            <a:ext cx="1486885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8542" y="4076700"/>
            <a:ext cx="145640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-v qdrant_storage:/qdrant/storage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13314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1331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76142" y="4724400"/>
            <a:ext cx="1486885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28542" y="4724400"/>
            <a:ext cx="145640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 --filter name=qdrant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13314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1331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응답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76142" y="5372100"/>
            <a:ext cx="1486885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28542" y="5372100"/>
            <a:ext cx="145640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curl http://localhost:6333/collections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019800"/>
            <a:ext cx="113314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6019800"/>
            <a:ext cx="113314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대시보드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76142" y="6019800"/>
            <a:ext cx="1486885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28542" y="6019800"/>
            <a:ext cx="1456405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http://localhost:6333/dashboard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{"result":{"collections":[]}…} 이 오면 정상 · 볼륨이 없으면 컨테이너를 지울 때 적재한 벡터가 전부 사라진다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실습 1.5H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size 와 distance 를 지정해 컬렉션 생성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QdrantClient(url=…)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http://localhost:6333 — 대시보드와 같은 포트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DIM = len(v1)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임베딩 모델의 차원과 반드시 일치 — 1H 실습에서 메모한 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없을 때만 create_collection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collection_exists() 확인 → VectorParams(size=DIM, distance=COSINE)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출력에서 볼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size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distance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컬렉션 이름 lecture_notes — 대시보드의 Collections 목록에도 나타난다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차원을 틀린 컬렉션에 넣어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Vector dimension error 계열 메시지 — 모델을 바꿨을 때 만나는 바로 그 오류를 미리 봐 둡니다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wrong_dim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size=10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COSINE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v1 을 upsert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1536(768)차원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벡터를 넣기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except 로 잡기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type(e).__name__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str(e)[:300]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삭제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delete_collection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("wrong_dim")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실습 1.5H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payload 를 담아 여섯 문장 적재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781300"/>
            <a:ext cx="92430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781300"/>
            <a:ext cx="92430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category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8821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6916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448050"/>
            <a:ext cx="92430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8490" y="3448050"/>
            <a:ext cx="90525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ETL은 추출, 변환, 적재 순서로…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70350"/>
            <a:ext cx="18821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70350"/>
            <a:ext cx="16916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4070350"/>
            <a:ext cx="92430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8490" y="4070350"/>
            <a:ext cx="90525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ELT는 먼저 적재한 뒤 안에서 변환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070350"/>
            <a:ext cx="48006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070350"/>
            <a:ext cx="4610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92650"/>
            <a:ext cx="18821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92650"/>
            <a:ext cx="16916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692650"/>
            <a:ext cx="92430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8490" y="4692650"/>
            <a:ext cx="90525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Airflow는 워크플로 오케스트레이션…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692650"/>
            <a:ext cx="48006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692650"/>
            <a:ext cx="4610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314950"/>
            <a:ext cx="18821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314950"/>
            <a:ext cx="16916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314950"/>
            <a:ext cx="92430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8490" y="5314950"/>
            <a:ext cx="90525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Kafka는 이벤트 스트리밍 플랫폼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314950"/>
            <a:ext cx="48006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314950"/>
            <a:ext cx="4610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937250"/>
            <a:ext cx="18821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937250"/>
            <a:ext cx="16916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5937250"/>
            <a:ext cx="92430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58490" y="5937250"/>
            <a:ext cx="90525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Iceberg는 오브젝트 스토리지 위의…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5937250"/>
            <a:ext cx="48006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5937250"/>
            <a:ext cx="4610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559550"/>
            <a:ext cx="18821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559550"/>
            <a:ext cx="16916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63240" y="6559550"/>
            <a:ext cx="92430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58490" y="6559550"/>
            <a:ext cx="90525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Spark는 대용량 데이터를 분산 처리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344400" y="6559550"/>
            <a:ext cx="48006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439650" y="6559550"/>
            <a:ext cx="4610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payload = {text, category, source: "lecture"} — 대시보드에서 포인트를 눌러 payload 가 함께 들어갔는지 본다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emb.embed_documents(texts) 로 배치 임베딩 → PointStruct(id, vector, payload) → client.upsert · count=6 이면 성공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실습 1.5H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5·6단계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의미 검색, 그리고 payload 필터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search(q) — client.query_points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query=emb.embed_query(q), limit=3, query_filter=flt → .points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「작업 순서를 관리하는 도구는?」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 문장이 1등 — 질문에 Airflow 도 오케스트레이션도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Filter(must=[FieldCondition(…)])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key="category", match=MatchValue(value="도구") — 도구만 남는다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실무에서는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부서만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올해 문서만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의미 검색과 조건 검색을 함께 쓰는 방식 — 「데이터를 옮기는 방법」을 필터 없이·있이 두 번 비교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7·8단계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7-2에서 만든 조각을 통째로 넣고 검색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TextLoader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long_notes.txt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Splitter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chunk_size=500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overlap=50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my_notes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size=DIM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없을 때만 생성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embed → upsert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payload={text,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**metadata}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query_points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점수 순 3개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출처 함께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조각 수와 count 가 같으면 성공 — 7-2에서 정한 chunk_size 를 그대로 쓴다 · 이것이 7-5에서 LLM 에게 넘길 「근거」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「배치와 스트리밍은 어떻게 다른가요?」— 관련 조각이 점수 순으로 나오고 출처(source)가 함께 찍힌다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실습 1.5H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19125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146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384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curl …/collections 가 JSON 을 돌려주고 대시보드가 열린다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05212"/>
            <a:ext cx="16002000" cy="619125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648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771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05212"/>
            <a:ext cx="14573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lecture_notes 의 size·distance 가 출력됐다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338638"/>
            <a:ext cx="16002000" cy="619125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3815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5053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338638"/>
            <a:ext cx="14573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wrong_dim 에 넣으니 Vector dimension error 가 났다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072062"/>
            <a:ext cx="16002000" cy="619125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072062"/>
            <a:ext cx="14573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client.count 가 6 · 대시보드에서 payload 가 보인다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805488"/>
            <a:ext cx="16002000" cy="619125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8483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9721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805488"/>
            <a:ext cx="14573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 없는 질문에 Airflow 문장이 1등이다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538912"/>
            <a:ext cx="16002000" cy="619125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581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705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538912"/>
            <a:ext cx="14573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필터를 걸면 category="도구" 만 나온다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7272338"/>
            <a:ext cx="16002000" cy="619125"/>
          </a:xfrm>
          <a:prstGeom prst="roundRect">
            <a:avLst>
              <a:gd name="adj" fmla="val 769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73152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74390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7272338"/>
            <a:ext cx="145732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my_notes 의 count 가 조각 수와 같고 출처가 찍힌다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실습 1.5H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7-3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쓴 명령을 표로 정리하고, 자주 겪는 오류 네 가지를 증상으로 찾아 보고, 7-4 MinIO 연동을 준비합니다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임베딩·Qdrant 명령 요약표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오늘의 체크리스트 14개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오류: dimension·refused·409·엉뚱한 결과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7-4 준비: qdrant·minio 둘 다 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떠 있는 qdrant 컨테이너 그대로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