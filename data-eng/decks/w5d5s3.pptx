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파티셔닝과 셔플링 최적화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배치 스크립트로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마트 산출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mart.py 한 파일 — 이것이 5주차 산출물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설정을 코드에 담은 mart.py 를 spark-submit 으로 실행한다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 돌려 결과가 같은 것(멱등)을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인자·로그·종료 코드를 넣어 실무형으로 다듬는다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스크립트·마트 조회 결과·실측표를 제출 형태로 정리한다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결과물 = ① mart.py ② 마트 테이블 조회 캡처 — 제출은 사이트 「산출물 제출」 페이지에서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셸의 --conf 를 코드 안으로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5-3 에서 셸에 길게 주던 접속 옵션을 스크립트 안에 담는 것부터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작성·실행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mart.py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멱등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 더 실행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3행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실무형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인자·로그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종료 코드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실측표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mart.py 의 처리 흐름 — 일별 매출 마트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s3a·Iceberg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설정을 코드에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join + amount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qty × price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groupBy 날짜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daily_amount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order_cnt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coalesce(1)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테이블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1개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원천은 5-4 의 주문·상품 데이터 — 실무라면 원천 테이블을 읽는다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writeTo("lake.db.daily_sales_mart").createOrReplace() — 테이블을 통째로 교체해 저장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복사 · 제출 · 재실행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복사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8581" y="27813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0981" y="27813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cp mart.py spark-master:/tmp/mart.py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78581" y="34290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30981" y="34290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spark-master /opt/spark/bin/spark-submit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581" y="40767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0981" y="40767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--master spark://spark-master:7077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패키지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8581" y="47244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30981" y="47244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--packages hadoop-aws:3.3.4, iceberg-spark-runtime-3.5_2.12:1.5.2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재실행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581" y="53721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30981" y="53721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 /tmp/mart.py 2&gt;&amp;1 | tail -n 12   # 같은 3행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 끝에 날짜별 3행(08-24·25·26) — MinIO 의 daily_sales_mart/data/ 에 Parquet 1개면 coalesce(1) 효과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멱등 — 전체 교체 vs 증분 병합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createOrReplace — 전체 교체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번을 돌려도 같은 3행이 나온다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테이블을 통째로 바꿔 쓴다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다시 계산해도 되는 작은 집계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마트에는 이쪽이 단순하다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— 증분 병합 (4-3)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바뀐 행만 끼워 넣는다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원천이 크고 일부만 바뀔 때 유리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에서 배운 방식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멱등, 다른 전략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실무형으로 — 인자 · 로그 · 종료 코드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날짜를 인자로 받는다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sys.argv[1] — 있으면 그 날짜만 filter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로그와 검증을 남긴다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[mart] 원천 N행 · 마트 N행 — 원천이 0행이면 중단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종료 코드로 알린다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sys.exit(1) — 8주차 Airflow 가 이 값을 보고 재시도 여부를 정한다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grep 으로 골라 볼 글자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[mart]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1-2 에서 배운 종료 코드가 여기서도 쓰인다 — 배치는 사람이 아니라 스케줄러가 읽는다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있는 날짜와 없는 날짜 — 실패로 끝나야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2026-08-25 — 있는 날짜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날짜만 처리 · 마트 1행 · 정상 종료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 날짜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2026-08-25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원천 2행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마트 1행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[mart]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정상 종료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2099-01-01 — 없는 날짜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「원천이 비어 있습니다 — 중단」 · 종료 코드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 날짜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2099-01-01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원천 0행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sys.exit(1)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종료 코드 1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— 산출물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5주차 산출물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mart.py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배치 스크립트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인자·로그·종료 코드 포함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마트 조회 결과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spark-sql 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콘솔 캡처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③ 실측표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수 · 200→8 시간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수 · 스큐 시간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README 의 실측표를 본인 수치로 — 환경마다 달라도 정상, 중요한 것은 방향. 제출 후 산출물 갤러리에도 올려 동료와 비교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끝에 날짜별 3행의 daily_amount · order_cnt 표가 찍힌다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warehouse/db/daily_sales_mart/data/ 에 Parquet 1개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번째 실행도 같은 3행 — createOrReplace 의 멱등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2026-08-25 를 주면 그 날짜만, 2099-01-01 은 실패로 끝난다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mart.py · 조회 캡처 · 실측표가 제출 형태로 모였다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및 산출물 점검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 닷새를 표 하나로 되짚고, 튜닝 체크리스트와 자주 겪는 오류를 정리한 뒤 6주차 Kafka 로 넘어갈 준비를 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5주차에 지나온 길 · 튜닝 체크리스트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정돈 — stop 만, down -v 금지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6-1 Kafka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mart.py 와 실측표 — 제출 전 마지막 점검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