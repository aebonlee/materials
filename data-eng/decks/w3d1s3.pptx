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3-1 · Pandas를 활용한 데이터 처리 · 실습 1.5H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선택·필터·변환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고르고, 바로잡고, 파생 열을 만들어 저장까지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1.5시간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열 하나(Series)·여럿(DataFrame), iloc·loc 로 행을 골라낸다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불리언 인덱싱과 loc 로 조건과 열 목록을 한 번에 지정한다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str.strip()·to_datetime·assign 으로 타입을 바로잡고 파생 열을 만든다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결측 처리 세 방법을 실행하고 orders_step1.parquet 를 저장한다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2단계에서 strip 을 일부러 빼고 세어 봅니다 — 20건이 조용히 사라지는 것을 수치로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여덟 단계 — orders.csv 에서 step1.parquet 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1~8단계는 transform.py 한 파일에 이어 붙인다 — 4단계부터 df 가 바뀌니 순서를 건너뛰지 않는다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고르기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열·행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iloc·loc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2·3. 거르기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조건 필터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unique·counts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4·5. 변환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to_datetime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assign·.dt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6. 결측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dropna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fillna·mean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7·8. 저장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Parquet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미니 과제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1·2단계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고르기와 거르기 — 핵심 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70027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70027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코드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열 하나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df['price']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704320" y="3448050"/>
            <a:ext cx="54406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99570" y="3448050"/>
            <a:ext cx="52501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Series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열 여럿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43375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43375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df[['order_id', 'price']]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04320" y="4143375"/>
            <a:ext cx="54406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99570" y="4143375"/>
            <a:ext cx="52501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DataFrame — 대괄호 두 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위치로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38700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38700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df.iloc[0:3]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704320" y="4838700"/>
            <a:ext cx="54406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99570" y="4838700"/>
            <a:ext cx="52501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3행 — 끝 제외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이름표로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534025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534025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df.loc[0:2]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704320" y="5534025"/>
            <a:ext cx="54406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799570" y="5534025"/>
            <a:ext cx="52501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3행 — 끝 포함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조건 필터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6229350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6229350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df[(조건1) &amp; (조건2)]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704320" y="6229350"/>
            <a:ext cx="54406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9570" y="6229350"/>
            <a:ext cx="52501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big — 고액·다수량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조건 + 열 목록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663440" y="6924675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8690" y="6924675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df.loc[isin([1, 2, 3]), [열 3개]]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704320" y="6924675"/>
            <a:ext cx="54406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799570" y="6924675"/>
            <a:ext cx="52501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sub — 3개 열만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확인 포인트: iloc[0:3] 과 loc[0:2] 가 둘 다 3행 — loc 은 끝을 포함하기 때문 · sub 에는 지정한 3개 열만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실습 1.5H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 —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strip 없이 '식품' 을 세면 — 오류 없이 20건이 빠진다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눈으로는 똑같아 보이는 ' 식품 ' 이 다른 값으로 취급됩니다 — 실무에서 집계가 미묘하게 안 맞는 흔한 원인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strip 없이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df['category']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== '식품'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strip 하고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.str.strip()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== '식품'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건수 비교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놓친 건수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 20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왜?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' 식품 ' 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습관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문자열 열은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받자마자 strip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고유값과 분포 — 오염을 눈에 보이게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df['category'].unique()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'식품' 과 ' 식품 ' 이 따로 나온다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df['category'].nunique()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 가지로 세어지지만 실제 카테고리는 4 가지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df['category'].value_counts()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값마다 건수 — 두 줄로 갈린 것이 그대로 보인다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실제 카테고리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 가지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≠ 5 가지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공백 오염은 오류를 내지 않아 가장 잡기 어렵다 — 3-5 품질 리포트에서 이 항목을 자동 검사로 만든다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4·5단계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타입을 바로잡고 파생 열 · 날짜 부품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18582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공백 제거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28827" y="27813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81227" y="27813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df['category'] = df['category'].str.strip()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18582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날짜 변환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28827" y="34290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81227" y="34290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df['order_date'] = pd.to_datetime(df['order_date'])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18582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파생 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28827" y="40767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81227" y="40767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 = df.assign(amount=df['price'] * df['quantity'])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18582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날짜 부품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28827" y="47244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81227" y="47244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df['order_date'].dt.year · .dt.month · .dt.day_name()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18582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날짜 필터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28827" y="53721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81227" y="53721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df[df['order_date'] &lt; '2026-06-08'] — 6월 첫 주 주문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확인 포인트: order_date 가 datetime64[us] · amount 열 추가 · 카테고리 4가지 — 문자열인 채로는 .dt 자체를 쓸 수 없다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결측을 다루는 세 방법 — 오늘은 방법만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방법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66827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코드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① 버린다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df.dropna(subset=['price'])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704320" y="34480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99570" y="34480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결측 행 제거 — 985 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② 채운다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1719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1719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fillna(df['price'].median())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04320" y="41719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99570" y="41719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중앙값으로 — 결측 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③ 그대로 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8958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8958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df['price'].mean()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704320" y="48958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99570" y="48958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집계에서 자동 제외 (기본)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56388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df.isna().sum() — 결측은 price 에만 30건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「몇 건을 빼고 낸 평균인지」 모르면 위험 · 0 으로 채우면 「값을 모름」이 「값이 0」이 되어 평균 단가가 낮아진다 — 실제 결정은 3-5 에서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실습 1.5H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7단계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날짜 열을 두 형식으로 읽으면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CSV 로 읽은 order_date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타입을 저장하지 않아 다시 읽으면 문자열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dtype → str (pandas 2: object)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매번 to_datetime 이 필요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.dt 를 못 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Parquet 로 읽은 order_date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dtype 이 파일에 함께 저장된다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dtype → datetime64[us]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amount·year·month·weekday 도 그대로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3-2 에서 바로 쓴다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1.5시간이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67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71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95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67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df['price'] 는 Series, df[['order_id', 'price']] 는 DataFrame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24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829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952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724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strip 없이 세면 20건이 빠진다 — 놓친 건수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5815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6863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8101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5815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unique() 에 '식품' 과 ' 식품 ' 이 따로 나온다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4387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5435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6673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4387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order_date 가 datetime64[us], amount·year·month·weekday 추가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296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400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524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296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orders_step1.parquet 를 다시 읽은 order_date 가 datetime64[us]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153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7258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7381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7153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미니 과제: 카테고리 4가지 평균 · quantity 5 · amount 상위 10건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실습 1.5H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3-1 · 실습 1.5H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정리·회고 (0.5H)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쓴 Pandas 문법을 한 장으로 모으고, 3-2 가 쓸 orders_step1.parquet 를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Pandas 요약표 — 읽기부터 저장까지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ls -lh 로 파일 네 개 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3-2 Pandas 데이터 분석 예고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orders_step1.parquet · (1015, 10) 안팎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