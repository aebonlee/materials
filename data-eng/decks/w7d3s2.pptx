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Embedding과 Vector DB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생성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차원을 세고, 유사도를 손으로 계산한다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langchain-openai(또는 ollama)와 qdrant-client 를 설치한다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embed_query 로 벡터를 만들고 차원(1536 또는 768)을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cos 함수를 짜서 비슷한 문장과 다른 문장의 값을 비교한다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5개의 유사도 표를 만들고 배치 처리 속도를 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여기서 메모한 차원 수를 다음 1.5H 실습의 컬렉션 size 에 그대로 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~/data-eng/week7 의 .venv 안에서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 키와 로컬 Ollama 중 하나를 고릅니다 — 둘 다 없어도 다음 실습은 가짜 벡터로 진행할 수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설치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langchain-openai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qdrant-client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차원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embed_query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len(v1)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유사도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cos 함수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유사도 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문장 5개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5×5 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배치·한계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embed_documents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부정문·식별자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설치와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8486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8486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68" y="2781300"/>
            <a:ext cx="1391713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0268" y="2781300"/>
            <a:ext cx="1361233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~/data-eng/week7 · source .venv/bin/activate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208486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208486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 A — OpenAI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68" y="3429000"/>
            <a:ext cx="1391713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0268" y="3429000"/>
            <a:ext cx="1361233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langchain-openai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208486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208486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 B — Ollama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68" y="4076700"/>
            <a:ext cx="1391713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0268" y="4076700"/>
            <a:ext cx="1361233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langchain-ollama · ollama pull nomic-embed-text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208486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208486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68" y="4724400"/>
            <a:ext cx="1391713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0268" y="4724400"/>
            <a:ext cx="1361233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qdrant-client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208486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208486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68" y="5372100"/>
            <a:ext cx="1391713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0268" y="5372100"/>
            <a:ext cx="1361233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list | grep -i "openai\|ollama\|qdrant"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API 키는 코드에 적지 않는다 — 7-1에서 만든 .env 에 두고 환경변수로 읽는다 · .env 가 .gitignore 에 있는지 다시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임베딩을 만들고 차원을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 A — OpenAI (1536차원)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text-embedding-3-small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langchain_openai import …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OpenAIEmbeddings(model=…)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len(v1) → 1536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 B — Ollama (768차원)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nomic-embed-text 모델 · 로컬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langchain_ollama import …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OllamaEmbeddings(model=…)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len(v1) → 768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포인트 — 차원 수, 그리고 유사도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차원이 1536(또는 768)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값은 -1~1 근처의 소수 — 이 숫자를 메모, 다음 실습의 size 에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v2 「배치 작업을 하루에 한 번 돌립니다」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v1 「데이터 파이프라인을 매일 실행합니다」와 겹치는 단어가 거의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v3 「오늘 점심은 김치찌개입니다」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「비슷한 문장」 값이 「다른 문장」보다 뚜렷하게 높아야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키워드 검색이라면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cos(a, b) = dot / (na × nb) — 이론에서 본 네 줄을 그대로 짠다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5개의 유사도 표 — 예상과 대조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84429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8442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8442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8252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ETL은 추출, 변환, 적재 순서로…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1과 가장 가깝다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8442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8252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ELT는 먼저 적재하고 나중에 변환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0과 가장 가깝다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8442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8252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Airflow는 작업 순서를 관리하는 도구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8442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8252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Kafka는 이벤트를 실시간으로…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8442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8252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날씨가 참 좋습니다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3436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3436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나머지 전부와 가장 멀다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대각선은 1.00(자기 자신) · 예상과 다른 쌍이 있으면 왜 그런지 이야기해 보세요 — 임베딩의 한계를 아는 기회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하나씩 vs 한꺼번에 — time 으로 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하나씩 — embed_query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문으로 문장마다 한 번씩 호출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왕복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왕복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… 문장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왕복 5번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— embed_documents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리스트를 통째로 한 번에 호출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5문장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37262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왕복 1번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56407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69742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훨씬 빠르다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임베딩이 약한 곳 — 부정문과 식별자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「성공했습니다」 vs 「실패했습니다」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반대말인데도 유사도가 높게 나온다 — 문맥이 거의 같기 때문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「주문번호 A-1001」 vs 「A-1002」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숫자·코드는 잘 구분하지 못한다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정확한 식별자를 찾는 일은 벡터 검색에 맡기지 않는다 — 키워드·조건 검색으로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실습에서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필터(조건 검색)와 의미 검색을 함께 쓰는 방식을 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이론의 비교표를 기억하세요 — 정확한 코드·품번은 키워드 검색이 강하다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list 에 openai(또는 ollama)와 qdrant 가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len(v1) 이 1536 또는 768 — 메모해 두었다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「비슷한 문장」 값이 「다른 문장」보다 뚜렷하게 높다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유사도 표의 대각선이 1.00, 날씨 문장(4)이 가장 멀다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배치(embed_documents)가 하나씩보다 훨씬 빠르다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성공 vs 실패, A-1001 vs A-1002 의 유사도가 높게 나왔다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Qdrant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를 도커로 띄우고 컬렉션을 만들어 오늘 만든 벡터를 적재하고, 단어가 겹치지 않는 질문으로 검색합니다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qdrant 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size·distance 로 컬렉션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차원을 일부러 틀려 오류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query_points 로 의미 검색·필터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 객체와 v1 · 메모한 차원 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