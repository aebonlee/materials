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Hybrid Search 구현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Hybrid 결합과 주차 산출물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RRF 열 줄, 답변 체인, 그리고 산출물 두 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rrf() 를 작성하고 이론 시간의 예시로 assert 검증한다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hybrid_search 로 세 방식을 나란히 비교하고 k 를 바꿔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컨텍스트 밖 질문에 「모른다」고 답하는 체인과 출처 표시를 붙인다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vector-schema.yaml · build_kb.py 를 검증하고 제출한다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전 확인 — 두 번 실행해도 총 개수가 같은가 · size 가 실제와 같은가 · API 키가 코드에 없는가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아홉 단계 — 결합 · 체인 · 산출물 ·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실습의 bm25_rank · vector_rank · text_by_id · records 를 그대로 이어서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RRF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rrf()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hybrid_search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3·4.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compare()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 실험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체인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ask()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ask_with_source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7·8.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schema.yaml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build_kb.py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9.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실행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sk-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코드 — 결합과 체인 다섯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608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608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RRF 한 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3872" y="2781300"/>
            <a:ext cx="147411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6272" y="2781300"/>
            <a:ext cx="144363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scores[doc_id] = scores.get(doc_id, 0.0) + 1.0 / (k + rank + 1)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2608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2608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3872" y="3429000"/>
            <a:ext cx="147411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6272" y="3429000"/>
            <a:ext cx="144363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assert rrf([["A","B","C"], ["B","D","A"]])[0] == "B"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2608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2608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03872" y="4076700"/>
            <a:ext cx="147411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56272" y="4076700"/>
            <a:ext cx="144363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fused = rrf([bm25_rank(query), vector_rank(query)])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2608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2608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3872" y="4724400"/>
            <a:ext cx="147411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6272" y="4724400"/>
            <a:ext cx="144363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chain = prompt | llm | StrOutputParser()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2608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2608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호출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03872" y="5372100"/>
            <a:ext cx="147411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6272" y="5372100"/>
            <a:ext cx="144363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chain.invoke({"context": context, "question": question})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assert 가 통과해야 실제 데이터에 쓴다 — 순서를 바꾸면 틀려도 모른다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합치고, 세 방식을 나란히 놓고, k 를 흔든다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hybrid_search(query, top_k=3)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상위였던 조각이 맨 위 · 한쪽에만 있던 문서도 뒤에 남는다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compare() — ERR-4021 · 풀어 쓴 질문 · Kafka 파티션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하이브리드가 좋은 쪽을 따라가는가 — 손해 보는 질문도 적어 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 = 1 · 5 · 60 · 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작을수록 각 검색기 1등이 강하게, 커지면 후보가 고르게 섞인다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기본값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 = 60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무난한 지점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id 타입을 섞으면 같은 문서가 합쳐지지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vector_rank 의 str(h.id) 에서 str 을 잠시 빼고 rrf 를 돌려 보세요 — 같은 문서가 다른 키로 집계됩니다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str 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[h.id for h in hits]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 · UUID 객체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rrf 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문서가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키로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결과가 두 배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합쳐지지 않음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되돌리기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str(h.id)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통일 → 정상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답변 체인 — 근거 안에서만 답하고 출처를 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 | llm | StrOutputParser()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system: 아래 컨텍스트만 근거로 · 없는 내용이면 모른다고 답해줘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ask(question)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hybrid_search 결과를 --- 로 이어 {context} 에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질문으로 확인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「도구가 뭐야?」는 근거로 답 · 「김치찌개 끓이는 법」은 모른다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ask_with_source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의 source 집합을 정렬해 답변 아래 [근거] 로 덧붙인다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의 가장 큰 가치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답을 검증할 수 있게 — 7-2 의 메타데이터가 여기서 값을 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주차 산출물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vector-schema.yaml — 정의서를 코드로 대조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lecture_kb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7-4 와 같은 이름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embedding.model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text-embedding-3-small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43375"/>
            <a:ext cx="5760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43375"/>
            <a:ext cx="5570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nomic-embed-text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vector.size · distance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1536 · Cosine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38700"/>
            <a:ext cx="5760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38700"/>
            <a:ext cx="5570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nomic 은 768 — 반드시 일치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 · source · chunk_index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534025"/>
            <a:ext cx="5760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534025"/>
            <a:ext cx="5570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string · string · integer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 500 · overlap 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6229350"/>
            <a:ext cx="5760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6229350"/>
            <a:ext cx="5570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8단계 스크립트와 같은 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id_rule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uuid5(source#chunk_index)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384280" y="6924675"/>
            <a:ext cx="57607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79530" y="6924675"/>
            <a:ext cx="55702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 안전(멱등)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splitter: RecursiveCharacterTextSplitter · 대조: assert cfg.size == spec["vector"]["size"] — 문서와 실제가 어긋나는 것이 가장 흔한 사고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8·9단계 — 주차 산출물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build_kb.py — 두 번 돌리고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의 .txt 를 읽어 Qdrant 에 색인 — delete → upsert 와 uuid5 id 로 몇 번 실행해도 결과가 같다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build_kb.py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| tail 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 개수가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같으면 합격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CHUNK_SIZE=300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개수는 달라지되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grep -rn "sk-"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키가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섞이지 않았는가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yaml · py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 기록(권장)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assert rrf(…)[0] == "B" 가 통과한다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하이브리드 상위에 양쪽 상위였던 조각, 뒤에 한쪽 문서도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 를 바꾸면 상위 2개가 달라지는 것을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지식베이스 밖 질문에 「모른다」고 답하고 [근거] 가 붙는다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정의서의 size 가 실제 컬렉션과 같다 (assert 통과)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build_kb.py 두 번의 총 개수가 같고 grep "sk-" 에 아무것도 없다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7-5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7주차 닷새를 한 표로 잇고, 자주 겪는 오류 네 가지를 짚은 뒤 8주차 Airflow 를 준비합니다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7-1~7-5 한 일과 남은 결과물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체크리스트로 오늘 실습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id 타입 · 조사 · 컬렉션 이름 · 재색인 오류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version — 8주차 준비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완료 · 검색 비교 기록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