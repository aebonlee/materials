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MinIO·Qdrant 연동 · 이론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9187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오브젝트 스토리지와</a:t>
            </a:r>
          </a:p>
          <a:p>
            <a:pPr algn="l">
              <a:lnSpc>
                <a:spcPct val="105000"/>
              </a:lnSpc>
            </a:pPr>
            <a:r>
              <a:rPr sz="6300" b="1" spc="-235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Vector DB의 역할 분담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6033516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창고와 카드함 — 원본은 어디에, 색인은 어디에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 보관(MinIO)과 검색 색인(Qdrant)의 역할 분담을 설명한다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색인을 「언제든 다시 만들 수 있는 파생물」로 설계하는 이유를 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의 source 로 원본 문서를 역참조하는 구조를 그린다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포인트 id 를 uuid5(경로 + 조각번호)로 정해 재실행을 안전하게 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 1H 실습에서 MinIO 를 띄우고 파이썬으로 버킷·객체를 직접 다룹니다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0. 4주차에서 이어집니다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저장소를 두 방향으로 — 정형 위에 비정형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버킷 · 객체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파일을 버킷 안의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객체로 저장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S3 호환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AWS S3 와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API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4주차 · Iceberg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정형 테이블을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올렸다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이번 주 · 문서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스토리지에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비정형을 올린다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「레이크하우스에 모든 것을 모은다」는 말의 실제 모습 — 한 저장소, 두 쓰임새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MinIO 는 AWS S3 와 같은 API 를 쓰는 S3 호환 스토리지 — 로컬에서 배운 코드가 클라우드에서 그대로 통한다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왜 나누는가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창고와 카드함 — 카드에서 찾고, 선반 번호로 원본을 꺼낸다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질문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뜻으로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찾고 싶다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976812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05412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 · 카드함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05412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38762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+ 벡터 + 출처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빠르게 찾는다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9039225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67825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source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67825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01175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minio://버킷/키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선반 번호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3101638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330238" y="2781300"/>
            <a:ext cx="3814762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 · 창고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330238" y="3657600"/>
            <a:ext cx="3814762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463588" y="3657600"/>
            <a:ext cx="3548062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문서 전체를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꺼내 근거로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원본은 창고에 통째로, 카드함에는 찾기 위한 카드만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카드함에는 「이 내용이 창고 어느 선반에 있다」는 요약 카드(벡터 + 출처)만 꽂아 둔다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왜 나누는가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MinIO(창고)와 Qdrant(카드함) — 여섯 가지 차이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4823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/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63440" y="2781300"/>
            <a:ext cx="572262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MinIO (창고)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424160" y="2781300"/>
            <a:ext cx="672084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 (카드함)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34480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38250" y="34480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담는 것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663440" y="34480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758690" y="34480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원본 문서 전체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0424160" y="34480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519410" y="34480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조각 + 벡터 + 출처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1433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1433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크기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63440" y="41433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58690" y="41433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크다 (GB~TB)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424160" y="41433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519410" y="41433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작다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43000" y="483870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38250" y="483870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정본 여부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483870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758690" y="483870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정본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424160" y="483870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9410" y="483870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파생물 — 다시 만들 수 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53402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553402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수정·삭제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63440" y="553402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758690" y="553402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여기서 한다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424160" y="553402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519410" y="553402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재적재로 따라간다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143000" y="6229350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238250" y="6229350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권한 관리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663440" y="6229350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758690" y="6229350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여기서 한다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424160" y="6229350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519410" y="6229350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보조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143000" y="6924675"/>
            <a:ext cx="3482340" cy="619125"/>
          </a:xfrm>
          <a:prstGeom prst="roundRect">
            <a:avLst>
              <a:gd name="adj" fmla="val 6153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8250" y="6924675"/>
            <a:ext cx="32918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찾는 방식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663440" y="6924675"/>
            <a:ext cx="572262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758690" y="6924675"/>
            <a:ext cx="553212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경로를 알아야 한다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424160" y="6924675"/>
            <a:ext cx="6720840" cy="619125"/>
          </a:xfrm>
          <a:prstGeom prst="roundRect">
            <a:avLst>
              <a:gd name="adj" fmla="val 615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9410" y="6924675"/>
            <a:ext cx="6530340" cy="619125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뜻으로 찾는다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원본의 정본은 한 곳에만 두어야 수정·삭제·권한 관리가 한 번에 된다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 왜 나누는가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원문 전체를 벡터DB 에 넣지 않는 이유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정본은 한 곳에만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수정·삭제·권한 관리를 한 곳에서 한 번에 끝낸다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색인은 파생물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날려도 원본에서 다시 만든다 — 모델 교체·파라미터 변경이 두렵지 않다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source 역참조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payload 에 minio://버킷/키 를 남기면 원본 전체를 근거로 다시 꺼낸다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설계 원칙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색인은 버리고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다시 만든다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7581900"/>
            <a:ext cx="38100" cy="323850"/>
          </a:xfrm>
          <a:prstGeom prst="rect">
            <a:avLst/>
          </a:prstGeom>
          <a:solidFill>
            <a:srgbClr val="BFD3F5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314450" y="7581900"/>
            <a:ext cx="1583055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이 원칙이 지켜지면 chunk_size 변경·임베딩 모델 교체가 스크립트 재실행 한 번이 된다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멱등한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같은 스크립트를 두 번 돌려도 같아야 — 포인트 id 가 답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순번 · uuid4() — 재실행이 위험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돌릴 때마다 결과가 달라진다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0, 1, 2 … 순번: 문서가 바뀌면 엉뚱한 조각을 덮어씀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uuid4() 무작위: 중복이 계속 쌓임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4주차 MERGE 에서 본 것과 같은 문제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uuid5(경로 + 조각번호) — 권장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입력이면 항상 같은 UUID (해시 기반)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uuid5(NAMESPACE_URL, "minio://raw-docs/notes/notes.txt#0")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몇 번을 돌려도 같은 값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upsert 는 같은 id 면 덮어쓴다 → 재실행이 안전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2. 멱등한 적재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멱등이 완벽하지는 않다 — 문서가 줄면 옛 조각이 남는다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문서를 수정해 조각 수가 줄면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앞부분 조각은 같은 id 로 덮어쓰이지만, 예전 뒷부분 조각은 그대로 남는다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검색하면 지워진 내용이 나온다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실무에서 가장 골치 아픈 종류의 버그 — 눈에 잘 띄지 않는다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실습 마지막에 직접 재현한다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문서를 줄여 다시 올려 보고, 해결까지 해 본다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1.5H 실습에서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구멍 재현과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해결까지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정리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1시간에서 꼭 가져갈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원본은 스토리지에, 색인은 벡터DB 에 둔다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색인은 파생물이므로 언제든 다시 만들 수 있어야 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payload 의 source 로 원본을 역참조한다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포인트 id 를 「경로 + 조각번호」에서 만들면 재실행이 안전하다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문서가 줄어들 때는 옛 조각 정리가 따로 필요하다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7-4 · 이론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7-4 · 이론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MinIO 버킷 구성과 문서 적재 실습 (1H)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MinIO 를 띄우고 파이썬으로 버킷·객체를 다루며, 일부러 HTTPS 로 붙어 SSL 오류도 직접 봅니다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docker run 으로 MinIO 기동 · 콘솔 9001 로그인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raw-docs 버킷 생성과 notes 문서 두 개 업로드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secure=True 로 붙어 SSL 오류 보기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get_object · 없는 키 · prefix 로 훑기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준비할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7-3 Qdrant 컨테이너 · 9000·9001 포트 비우기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