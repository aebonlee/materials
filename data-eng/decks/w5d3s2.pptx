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Iceberg · MinIO 연결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↔ MinIO(s3a)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를 붙이고, Parquet 왕복으로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compose 끝에 MinIO 를 한 번 붙여 컨테이너 4개를 Up 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 버킷을 만들고 lake-pyspark.sh 로 셸을 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로 Parquet 을 쓰고 읽어 count 100 · 파티션 4 를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· 열쇠 · 주소 · path style 오류 네 가지를 구분한다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막히면 Iceberg 문제가 아니라 연결 문제 — 다음 1H 전에 왕복까지 끝냅니다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5-2 compose 위에서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MinIO 는 쓰지 않습니다 — 9000 · 9001 이 겹치니 stop 만 (지우지 않음)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&gt;&gt;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덧붙이기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버킷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mb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PySpark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lake-pyspark.sh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 1~2분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왕복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100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일부러 틀리기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재시도 1번으로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네 가지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붙이기 — cat &gt;&gt; 는 딱 한 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&gt;&gt; docker-compose.yml &lt;&lt; 'EOF'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덩이(2칸) + volumes 덩이(0칸)를 파일 끝에 덧붙인다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config --services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spark-worker · minio 세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stop → up -d → 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4개 Up — spark-master · spark-minio · worker-1 ·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mb -p m/warehouse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Bucket created successfully — 네트워크 week5_default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두 번 붙이면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volumes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already defined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lake-pyspark.sh — 열두 줄을 파일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lake-pyspark.sh &lt;&lt; 'EOF'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spark-master pyspark + --master · --packages · --conf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--conf spark.jars.ivy=/tmp/.ivy2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받은 jar 를 둘 곳 — 이 줄이 없으면 바로 끝난다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4줄 + Iceberg 4줄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endpoint http://minio:9000 · admin · warehouse=s3a://warehouse/lake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띄우기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lake-pyspark.sh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endpoint 는 localhost 가 아니라 minio(서비스 이름) — 셸이 컨테이너 안에서 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왜 spark.jars.ivy 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jar 를 둘 곳 · 받는 데 걸리는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빼면 — 바로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apache/spark 이미지의 spark 사용자는 홈 폴더가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--packages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~/.ivy2 에 받으려 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/home/spark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곳이 없다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FileNotFound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…/resolved-…xml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넣으면 — /tmp/.ivy2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캐시는 컨테이너 안 — stop 뒤 남고 down 하면 다시 받음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첫 실행 1~2분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jar 4개 316MB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aws-java-sdk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혼자 74.6초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번째 10~20초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already retrieved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왕복 — count 100 이면 연결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쓰기 → 읽기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전에 「그냥 파일 읽고 쓰기」부터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spark.range(1, 101)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write.parquet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smoke-test/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read → 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수 = 파티션 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셸에서는 4 — 워커 둘의 코어 4개만큼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getNumPartitions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smoke-test/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 4개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coalesce(1)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smoke-one/ 1개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 안에서 다시 시도를 1번으로 줄이고 틀린다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setLogLevel("ERROR")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빼면 S3A 재시도 경고가 자바 스택 수십 줄로 결과를 덮는다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try_read("s3a://no-such-bucket/x/")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버킷은 1초 만에 404 — 재시도 없이 바로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attempts.maximum · retry.limit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impl.disable.cache=true — 하나씩 틀렸다 같은 줄에서 되돌림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그냥 두면 주소는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약 15분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열쇠 약 2.5분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끝나면 성공: 100 → 세 설정 unset → setLogLevel("WARN") 로 원래대로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틀린 것마다 찍히는 문구가 다르다 (실측)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틀린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찍히는 문구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1562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 볼 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이름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UnknownStoreException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NoSuchBucket (404)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949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콘솔의 버킷 목록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열쇠(secret)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AccessDeniedException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403 Forbidden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6424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949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MINIO_ROOT 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주소(endpoint)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Unable to execute HTTP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request: mini0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철자 · 서비스 이름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path style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Unable to execute HTTP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request: warehouse.minio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6424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949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path.style.access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셸이 몇 분 말없이 멈추면 고장이 아니라 재시도 — Ctrl+C 뒤 endpoint · 열쇠 · path style 부터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에 컨테이너 4개가 Up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localhost:9001 에 admin / password123 으로 들어가진다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lake-pyspark.sh 로 &gt;&gt;&gt; 가 뜬다 (두 번째부터 10~20초)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 100 · 파티션 4 · smoke-test part 4개 · smoke-one 1개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가지 오류를 문구로 구분하고, 마지막은 성공: 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Iceberg 카탈로그 구성과 테이블 생성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띄워 둔 셸에서 SQL 로 Iceberg 테이블을 만들고, MinIO 에 어떤 파일이 생기는지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NAMESPACE lake.db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… USING iceberg · INSERT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콘솔 lake/db/orders 의 metadata ·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snapshots 메타테이블과 타임 트래블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띄워 둔 PySpark 셸(&gt;&gt;&gt;) 그대로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