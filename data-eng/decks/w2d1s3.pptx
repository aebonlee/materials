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MySQL 9.7 설치 및 기초 쿼리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기초 쿼리 실습 — DDL·DML·SELECT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만들고 · 넣고 · 조건으로 뽑고 · 그룹으로 접기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로 products 표를 만들고 DESC 로 구조를 읽는다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제약조건을 일부러 어겨 DB 가 막는 것을 눈으로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· ORDER BY · LIMIT 으로 원하는 행만 뽑는다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+ 집계 함수로 접고, WHERE 와 HAVING 을 구별한다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모든 SQL 은 mysql&gt; 안에서 — -e LANG=C.UTF-8 을 넣은 docker exec 로 접속해 두세요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단계를 다섯 묶음으로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「확인 포인트」 건수가 맞아야 다음으로 넘어갑니다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· DESC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제약조건 일부러 어기기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넣기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5건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=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뽑기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· ORDER BY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 · OFFSET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+ 집계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vs HAVING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바꾸기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먼저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· DELETE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1·3단계 — DDL·DML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표의 구조와 오늘 넣을 다섯 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AUTO_INCREMENT 자동 번호 · NOT NULL 빈칸 금지 · DEFAULT 0 · PK 는 인덱스도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62556" cy="501967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62556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컬럼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1306" y="4838700"/>
            <a:ext cx="4676394" cy="501967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1306" y="4838700"/>
            <a:ext cx="4676394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타입 · 제약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90650" y="5405438"/>
            <a:ext cx="2162556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5900" y="5405438"/>
            <a:ext cx="1972056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91306" y="5405438"/>
            <a:ext cx="4676394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6556" y="5405438"/>
            <a:ext cx="4485894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 AUTO_INCREMENT PK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90650" y="5794058"/>
            <a:ext cx="2162556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5900" y="5794058"/>
            <a:ext cx="1972056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91306" y="5794058"/>
            <a:ext cx="4676394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6556" y="5794058"/>
            <a:ext cx="4485894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VARCHAR(100) NOT NULL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90650" y="6182677"/>
            <a:ext cx="2162556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5900" y="6182677"/>
            <a:ext cx="1972056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category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91306" y="6182677"/>
            <a:ext cx="4676394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6556" y="6182677"/>
            <a:ext cx="4485894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VARCHAR(50) NOT NULL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90650" y="6571297"/>
            <a:ext cx="2162556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85900" y="6571297"/>
            <a:ext cx="1972056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91306" y="6571297"/>
            <a:ext cx="4676394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6556" y="6571297"/>
            <a:ext cx="4485894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 NOT NULL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90650" y="6959917"/>
            <a:ext cx="2162556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5900" y="6959917"/>
            <a:ext cx="1972056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91306" y="6959917"/>
            <a:ext cx="4676394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6556" y="6959917"/>
            <a:ext cx="4485894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 NOT NULL DEFAULT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… VALUES 5건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가 5, id 가 1~5 로 자동으로 채워진다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20300" y="4838700"/>
            <a:ext cx="2712720" cy="501967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0300" y="4838700"/>
            <a:ext cx="2712720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name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771120" y="4838700"/>
            <a:ext cx="1337310" cy="501967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771120" y="4838700"/>
            <a:ext cx="1337310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category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46530" y="4838700"/>
            <a:ext cx="1474851" cy="501967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46530" y="4838700"/>
            <a:ext cx="1474851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659481" y="4838700"/>
            <a:ext cx="1237869" cy="501967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659481" y="4838700"/>
            <a:ext cx="1237869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stock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20300" y="5405438"/>
            <a:ext cx="2712720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15550" y="5405438"/>
            <a:ext cx="252222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노트북 파우치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771120" y="5405438"/>
            <a:ext cx="1337310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66370" y="5405438"/>
            <a:ext cx="114681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146530" y="5405438"/>
            <a:ext cx="1474851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241780" y="5405438"/>
            <a:ext cx="1284351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15000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659481" y="5405438"/>
            <a:ext cx="1237869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754731" y="5405438"/>
            <a:ext cx="1047369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20300" y="5794058"/>
            <a:ext cx="2712720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15550" y="5794058"/>
            <a:ext cx="252222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무선 마우스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771120" y="5794058"/>
            <a:ext cx="1337310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66370" y="5794058"/>
            <a:ext cx="114681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146530" y="5794058"/>
            <a:ext cx="1474851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241780" y="5794058"/>
            <a:ext cx="1284351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28000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659481" y="5794058"/>
            <a:ext cx="1237869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754731" y="5794058"/>
            <a:ext cx="1047369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20300" y="6182677"/>
            <a:ext cx="2712720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15550" y="6182677"/>
            <a:ext cx="252222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기계식 키보드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771120" y="6182677"/>
            <a:ext cx="1337310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866370" y="6182677"/>
            <a:ext cx="114681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146530" y="6182677"/>
            <a:ext cx="1474851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241780" y="6182677"/>
            <a:ext cx="1284351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89000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5659481" y="6182677"/>
            <a:ext cx="1237869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754731" y="6182677"/>
            <a:ext cx="1047369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20300" y="6571297"/>
            <a:ext cx="2712720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15550" y="6571297"/>
            <a:ext cx="252222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텀블러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2771120" y="6571297"/>
            <a:ext cx="1337310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866370" y="6571297"/>
            <a:ext cx="114681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146530" y="6571297"/>
            <a:ext cx="1474851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241780" y="6571297"/>
            <a:ext cx="1284351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19000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5659481" y="6571297"/>
            <a:ext cx="1237869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754731" y="6571297"/>
            <a:ext cx="1047369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020300" y="6959917"/>
            <a:ext cx="2712720" cy="323850"/>
          </a:xfrm>
          <a:prstGeom prst="roundRect">
            <a:avLst>
              <a:gd name="adj" fmla="val 1176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15550" y="6959917"/>
            <a:ext cx="252222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모니터 받침대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2771120" y="6959917"/>
            <a:ext cx="1337310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866370" y="6959917"/>
            <a:ext cx="114681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4146530" y="6959917"/>
            <a:ext cx="1474851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241780" y="6959917"/>
            <a:ext cx="1284351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32000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5659481" y="6959917"/>
            <a:ext cx="1237869" cy="323850"/>
          </a:xfrm>
          <a:prstGeom prst="roundRect">
            <a:avLst>
              <a:gd name="adj" fmla="val 117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754731" y="6959917"/>
            <a:ext cx="1047369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86" name="Oval 8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일부러 실패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정말 막는지 어겨 보기 — 오류가 나야 정상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 없이 넣기 — NOT NULL 위반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INTO products (category, price) VALUES ('전자', 10000);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Field 'name' doesn't have a default value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name 이 NOT NULL 이라 거부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가격에 글자 — 타입 위반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… (name, category, price) VALUES ('테스트', '전자', '비쌈');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Incorrect integer value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 가 INT 라 거부 — 기본 strict 모드(8.0 · 9.7 같음)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오류가 났다 = DB 가 잘못된 데이터를 막아 줬다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 — 뽑기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로 고르고, ORDER BY 로 세우고, LIMIT 으로 자른다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전자 카테고리만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category = '전자'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조건 모두(AND)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44043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044043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stock &gt; 0 AND price &lt;= 20000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044043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044043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노트북 파우치·텀블러 2건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640036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640036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 BETWEEN 20000 AND 50000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640036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640036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무선 마우스·모니터 받침대 2건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부분 일치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236029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236029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name LIKE '%키보드%'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236029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236029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기계식 키보드 1건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비싼 순 상위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5832021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5832021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price DESC LIMIT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832021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832021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행 기계식 키보드 89000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묶고 그 안에서 정렬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428014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428014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category, price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428014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428014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→ 가격 낮은 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4번째부터 2개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7024007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7024007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 LIMIT 2 OFFSET 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7024007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7024007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텀블러·노트북 파우치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재고 0 인 모니터 받침대가 AND 조건에서 빠졌다 — stock &gt; 0 이 걸렀다. WHERE 는 「행을 고르는」 단계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접기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— 여러 행을 하나의 값으로 접는다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FROM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묶기 전에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행을 거른다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category 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묶는다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COUNT·AVG·SUM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MAX 로 접는다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HAVING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묶은 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그룹을 거른다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순서는 2-2 의 Window Function 에서도 그대로 이어진다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GROUP BY category → 잡화 2개 · 평균 17000.0000 / 전자 3개 · 평균 49666.6667 (AVG 는 소수 넷째 자리까지)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접기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와 HAVING — 거르는 시점이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— 묶기 전에 행을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stock &gt; 0 → 재고 0 인 모니터 받침대를 빼고 묶는다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하나하나를 본다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함수(COUNT·SUM)를 쓰면 오류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HAVING AVG(price) &gt; 20000 → 전자 58500.0000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HAVING — 묶은 뒤 그룹을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HAVING COUNT(*) &gt;= 3 → 전자 1건만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 결과에 조건을 건다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함수를 조건에 쓸 수 있다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순서: WHERE → GROUP BY → HAVING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 — 바꾸고 지우기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습관 — SELECT 로 대상을 먼저 본 뒤 UPDATE · DELETE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로 대상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products WHERE name = '모니터 받침대';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WHERE 로 UPDATE → 다시 SELECT 로 15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products SET stock = 15 WHERE name = '모니터 받침대';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DELETE 도 같은 순서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임시상품을 INSERT → SELECT 로 확인 → DELETE … WHERE name = '임시상품';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마지막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COUNT(*)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건수가 맞으면 이 시간은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 products 에 컬럼 5개, id 의 Key 가 PRI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NOT NULL·타입 위반 INSERT 두 개가 모두 오류로 거부됐다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뒤 COUNT(*) = 5, id 1~5 자동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전자 3 · AND 2 · BETWEEN 2 · LIKE 1 · OFFSET 텀블러부터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AVG 17000.0000·49666.6667, HAVING 은 전자만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모니터 받침대 stock 15, 임시상품 삭제 후 COUNT(*) 다시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SQL 을 한 장으로 모으고, 컨테이너를 켜 둔 채 2-2 에서 이어 쓸 준비를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요약표 한 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CTE · Window Function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남겨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 컨테이너는 끄지 않는다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