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Python 기반의 크롤러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산출물 정리 — ERD 설계서 + 크롤러 소스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가지를 묶어 제출하고, 한 주를 되짚는다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파일 네 개를 ls 로 확인하고 .gitignore 를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만 보고 남이 재현할 수 있게 다섯 절을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 다섯 차시에서 남은 결과물을 한 표로 되짚는다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3주차 폴더를 만들고 de-mongo 를 정지한다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제출은 사이트 「산출물 제출」에서 — 마감 10-08(목) 23:59, 그 뒤 주차별 산출물 갤러리에도 공유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제출할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가지 — ~/data-eng/week2 에서 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ERD 설계서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ERD_설계서.md 또는 이미지 + 설명 문서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엔터티 · 관계 · 정규화 근거 · 반정규화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크롤러 소스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check_robots.py · README.md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crawler_pipeline.py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가상환경 폴더는 제출에서 뺀다 — echo '.venv/' &gt; .gitignore 그리고 __pycache__/ 도 한 줄 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README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다섯 절 — 남이 재현할 수 있게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12001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12001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 ERD 설계서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0" y="34480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34480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4개 · N:M 을 order_items 로 해소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 크롤러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41719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750" y="41719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fetch→parse→load · 예절 3가지 · UNIQUE + INSERT IGNORE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 실행 방법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8958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8958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start → venv → pip install → 스크립트 2개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4. 검증한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0" y="56197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38750" y="56197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실행 30건 · 재실행 saved 0 · COUNT(*) 30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5. 남은 개선점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43500" y="63436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38750" y="63436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tags 1NF 위반 → quote_tags 분리 + 본인이 찾은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README 만 보고 다른 사람이 처음부터 재현할 수 있으면 완성 — 5번에 스스로 찾은 것을 한 줄이라도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2주차에 지나온 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차시 — 배운 것과 남은 결과물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RDBMS 기본과 SQL 네 가지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컨테이너 · products 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 와 Window Function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monthly_sales 표 · 분석 쿼리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 DB 와 aggregate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de-mongo 컨테이너 · 로그 1,000건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정규화와 ERD 설계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 · orders · order_items 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 파이프라인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quotes 표 · 크롤러 소스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주를 관통한 생각: 데이터를 어디에, 어떤 모양으로 담을 것인가 — 3주차부터는 담은 데이터를 다룬다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상태코드 200·403·429 의 뜻과 대응을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robots.txt 확인·User-Agent·요청 간격을 코드에 넣었다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선택자가 틀렸을 때의 NoneType 오류를 겪고 방어 코드를 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페이지 링크가 None 이면 순회를 끝내게 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수집·정제·적재를 함수 3개로 분리했다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재실행 시 saved 0 으로 DB 제약의 중복 방지를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재시도·백오프를 붙이고 일부러 실패시켜 확인했다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ERD 설계서 + 크롤러 소스를 산출물 형식으로 정리해 제출했다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'NoneType' object has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attribute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선택자에 걸리는 요소 없음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(오타 · 구조 다름)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F12 로 HTML 재확인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None 검사 후 건너뛰기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OperationalError (2003)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Can not connect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꺼짐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호스트·포트 다름(3307)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로 PORTS 확인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host·port 맞추기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글자 깨짐 ·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Incorrect string value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연결·테이블 문자셋이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utf8mb4 가 아님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charset=utf8mb4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CREATE TABLE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실행할 때마다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건수가 늘어난다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UNIQUE 없음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IGNORE 아님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CREATE TABLE quotes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 UNIQUE 키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중복 방지를 파이썬 쪽 검사로 옮기는 것은 해결책이 아니다 — 이론에서 본 원칙 그대로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자바스크립트로 그려지는 페이지는?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 는 HTML 만 받는다 — Selenium·Playwright 가 필요하지만 무거우니 먼저 그 사이트의 API 를 찾는다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로그인이 필요한 페이지는?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requests.Session 으로 로그인 후 쿠키 유지 — 다만 그 데이터는 이용약관 제약이 훨씬 강하다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차단당하면?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우회하지 말고 멈춘다 — 간격을 늘리고, 그래도 막히면 그 사이트는 수집을 원하지 않는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매일 자동으로 돌리려면?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1-2 의 cron 이 가장 단순 — 8주차 Airflow 로 제대로 스케줄링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3-1 · Pandas 를 활용한 데이터 처리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기초와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불러오기와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선택 · 필터 · 변환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요약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점검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Python 3.11 이상 · venv 를 만들 수 있는 상태 · 2주차 수집 데이터가 없어도 시드 고정 생성 스크립트로 진행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3-1 Pandas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담은 데이터를 다루는 쪽으로 — Series·DataFrame, CSV·Parquet, loc·iloc 와 파생 컬럼까지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Series·DataFrame 구조와 dtype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CSV·Parquet 읽고 쓰기 · 두 형식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loc·iloc·불리언 인덱싱으로 행·열 고르기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시드 고정 실습 데이터 orders.csv 생성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de-mongo 정지 · week3 폴더 생성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