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2-2 · CTE, Window Function 분석 쿼리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문법 한 장으로 모으기, 실습 데이터 정리, 다음 회차 예고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2-2 에서 한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서브쿼리 중첩을 CTE 로 바꿔 위에서 아래로 읽히게 만들었다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BY(행 접힘)와 Window Function(행 유지)을 행 수로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ROW_NUMBER·RANK·DENSE_RANK·SUM OVER·LAG 로 순위·누적·전월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에 Window 별칭을 못 쓰는 이유를 계산 순서로 설명하고 CTE 로 풀었다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둘은 데이터 엔지니어가 가장 자주 쓰는 SQL 기능 — 5주차 SparkSQL 에서도 문법이 거의 그대로 통합니다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문법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 → 문법 → 주의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중간 결과에 이름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이름 AS ( … 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개는 쉼표, WITH 는 한 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 안 순번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969544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3969544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ROW_NUMBER() OVER ( … 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3969544"/>
            <a:ext cx="51206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3969544"/>
            <a:ext cx="49301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동점도 다른 번호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 안 등수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491038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491038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RANK() / DENSE_RANK()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491038"/>
            <a:ext cx="51206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491038"/>
            <a:ext cx="49301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동점 처리가 다르다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누적 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012531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012531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SUM(x) OVER ( … ORDER BY … 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012531"/>
            <a:ext cx="51206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012531"/>
            <a:ext cx="49301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없으면 전체 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앞/뒤 행 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5534025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5534025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LAG(x) / LEAD(x) OVER ( … 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5534025"/>
            <a:ext cx="51206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5534025"/>
            <a:ext cx="49301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NULL, 3번째 인자 기본값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이동 평균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055519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055519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AVG(x) OVER ( … ROWS BETWEEN … 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024360" y="6055519"/>
            <a:ext cx="51206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19610" y="6055519"/>
            <a:ext cx="49301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 범위를 직접 지정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창에 이름 붙이기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6577012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6577012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 w AS ( … ) … OVER 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024360" y="6577012"/>
            <a:ext cx="51206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119610" y="6577012"/>
            <a:ext cx="49301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창을 여러 번 쓸 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41224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39319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상위 N개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0" y="7098506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8770" y="7098506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 로 감싸고 WHERE rn &lt;= 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024360" y="7098506"/>
            <a:ext cx="51206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119610" y="7098506"/>
            <a:ext cx="49301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에 바로 못 쓴다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OVER 안은 PARTITION BY(그룹) · ORDER BY(창 범위) — ORDER BY 가 있으면 누적, 없으면 파티션 전체 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정리·회고 0.5H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데이터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동점 실험용으로 넣은 행을 지운다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* FROM monthly_sales WHERE category = '생활'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지울 행을 먼저 눈으로 확인한다 — id 11 (거부된 INSERT 가 10 을 썼다)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DELETE FROM monthly_sales WHERE category = '생활'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3단계에서 넣은 동점 행 하나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COUNT(*) FROM monthly_sales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9 가 되면 정리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지우지 말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monthly_sales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2-4 ERD 참고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직접 해 봤는지 하나씩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 중첩을 CTE 로 바꾸고, 다중 CTE 를 쉼표로 이어 봤다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vs Window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행이 접히는 것과 유지되는 것을 행 수로 확인했다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 절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 BY·ORDER BY 의 역할, ORDER BY 유무의 차이를 봤다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순위 3종 · LAG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동점 처리 차이를 확인했고, LAG 첫 행이 NULL 인 이유를 이해했다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상위 N개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ROW_NUMBER + CTE + WHERE rn — WHERE 실패 이유를 계산 순서로 설명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rank_in_month = 1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→ Unknown column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 별칭은 WHERE 시점에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없다 (SELECT 가 나중)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64340" y="34480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59590" y="34480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CTE(또는 서브쿼리)로 감싸고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바깥에서 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ERROR 1064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syntax error near WITH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5.7 이하이거나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쉼표·괄호 짝이 틀림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64340" y="41719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59590" y="41719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VERSION(); 8.0 이상 확인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a AS (…), b AS (…)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running_total 이 누적되지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않고 전체 합만 나온다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 에 ORDER BY 가 없어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전체가 한 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64340" y="48958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59590" y="48958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 (PARTITION BY …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ym)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상위 3개를 뽑았는데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4건이 나온다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RANK 를 썼는데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동점이 있었다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64340" y="56197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959590" y="56197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정확히 N개면 ROW_NUMBER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공동 순위는 RANK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동점 시 순서를 고정하려면 ORDER BY 에 보조 컬럼(예: category)을 추가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가 서브쿼리보다 느린가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9.7 에서도 대부분 비슷 (같은 실행 계획)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가독성을 우선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두 번 참조 = 두 번 계산?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상황에 따라 다르다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무거운 CTE 는 TEMPORARY TABLE 검토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에서도 되나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된다 — 5주차 SparkSQL 문법이 거의 그대로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배운 것이 이어진다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PARTITION BY + GROUP BY 같이?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된다 — 접은 결과 위에 Window 를 얹는다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헷갈리니 CTE 로 단계를 나눈다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정리·회고 0.5H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심화 과제 (선택)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더 해 보고 싶다면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재귀 CTE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RECURSIVE 12개 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달도 0 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FIRST/LAST_VALUE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달·마지막 달을 모든 행에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LAST_VALUE 창 범위 주의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NTILE(3)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매출을 3등분해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상·중·하 그룹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 순위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2-1 의 products 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 안 가격 순위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참고: MySQL 9.7 공식 문서 — with.html · window-functions.html · window-functions-usage.html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2-3 · MongoDB 구축 및 비정형 로그 적재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NoSQL 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지향 데이터베이스 개념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로 MongoDB 기동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mongosh 기본 조작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pymongo 로그 적재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aggregate 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Docker Desktop 실행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python3 · pip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이틀 동안 표(MySQL)를 다뤘습니다 — 다음은 표에 잘 안 맞는 데이터를 어디에 담을지 판단하는 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2-2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2-2 마무리 — 다음은 2-3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「MongoDB 를 배우는 것」보다 「이 데이터를 어디에 담아야 하는가」를 판단할 수 있게 되는 것이 다음 회차의 목표입니다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정형 vs 비정형 데이터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로 MongoDB 기동, mongosh 접속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insertMany·find·updateOne 문서 CRUD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pymongo 대량 적재 + aggregate 집계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Desktop · python3 · pip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