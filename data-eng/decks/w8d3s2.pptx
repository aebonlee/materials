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수집→Lake→Spark→VectorDB 흐름 자동화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수집→Lake→변환 태스크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네트워크에 Qdrant, 그 위에 세 태스크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Airflow 와 같은 compose 에 추가하고 서비스 이름으로 접근한다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qdrant-client·openai 패키지와 OPENAI_API_KEY 를 컨테이너에 전달한다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collect·transform·validate 세 태스크를 rag_pipeline 에 배선해 초록으로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문서를 일부러 넣어 validate 가 아래를 막는 것을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사전 준비: 8-1 Airflow 기동(docker compose ps) · OpenAI 키 · 8-2 분해안 · 따로 띄운 Qdrant 는 내린다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~/airflow-lab 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2단계(같은 네트워크)를 통과하지 못하면 뒤가 전부 실패합니다 — 반드시 먼저 통과시키세요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Qdrant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내리고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네트워크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http://qdrant:6333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패키지·키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두 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yaml 한 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태스크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collect·transform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배선·실패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「짧음」 넣기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compose 에 붙이고 두 곳에서 부른다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836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836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내리기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687" y="2781300"/>
            <a:ext cx="142183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9087" y="2781300"/>
            <a:ext cx="139135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qdrant &amp;&amp; docker rm qdrant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7836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7836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687" y="3429000"/>
            <a:ext cx="142183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9087" y="3429000"/>
            <a:ext cx="139135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services: 아래 qdrant 블록 — 6333:6333 · ./qdrant_storage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7836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7836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687" y="4076700"/>
            <a:ext cx="142183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9087" y="4076700"/>
            <a:ext cx="139135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qdrant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7836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7836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호스트에서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687" y="4724400"/>
            <a:ext cx="142183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9087" y="4724400"/>
            <a:ext cx="139135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http://localhost:6333/collections → {"result":{"collections":[]}…}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7836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7836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컨테이너 안에서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687" y="5372100"/>
            <a:ext cx="142183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9087" y="5372100"/>
            <a:ext cx="139135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airflow-scheduler python -c "… urlopen('http://qdrant:6333/collections').status" → 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네트워크 목록으로도 확인: docker network inspect airflow-lab_default — 결과에 qdrant 가 함께 있어야 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패키지와 API 키를 컨테이너 안까지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.env 에 두 줄 — 패키지 목록과 OPENAI_API_KEY=sk-본인키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_PIP_ADDITIONAL_REQUIREMENTS=qdrant-client 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docker-compose.yaml 에 한 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x-airflow-common 의 environment: 에 OPENAI_API_KEY: ${OPENAI_API_KEY:-}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로 재생성 — restart 로는 반영되지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 -c "import qdrant_client, openai; print('ok')" · env | grep OPENAI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먼저 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.env 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.gitignore 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_PIP_ADDITIONAL_REQUIREMENTS 는 학습용 편의 기능 — 시작할 때마다 설치가 다시 돈다. 운영은 커스텀 이미지 빌드가 정석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함수 — 같은 경로에 덮어쓴다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collect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DOCS 3건을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lake/raw.json 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strip · 빈 문서 제거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curated/docs.json 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비었거나 5자 미만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이면 raise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BASE = /opt/airflow/dags/data — dags/ 마운트 안의 실습용 저장소 · validate 는 건수만 return(작은 값이라 XCom 가능)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몇 번을 재시도해도 결과가 같다 — 8-2 의 멱등이 코드로 나타난 것 · 검증을 따로 두면 실패 지점이 화면에 그대로 드러난다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배선하고 돌려 본다 — 세 태스크가 초록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DAG 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schedule=None · catchup=False · retries 1 · retry_delay 30초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t_collect &gt;&gt; t_transform &gt;&gt; t_validate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임포트 오류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list-import-errors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unpause rag_pipeline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rag_pipeline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CLI="docker compose exec airflow-scheduler airflow" — 한꺼번에 만들면 어디가 틀렸는지 못 찾는다, 여기서 확실히 통과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검증이 실제로 막는지 — 「짧음」을 섞어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검사기는 일부러 깨뜨려 봐야 동작한다고 말할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DOCS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"짧음" (5자 미만)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 rag_pipeline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 빨강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「너무 짧은 문서가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섞여 있습니다」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아래는 시작 안 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나쁜 데이터가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내려가지 않는다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원래대로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DOCS 되돌리고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localhost:6333/collections 응답이 JSON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http://qdrant:6333 이 200 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import qdrant_client, openai 가 ok · env 에 OPENAI_API_KEY 가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rag_pipeline 의 collect → transform → validate 가 초록이다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「짧음」을 넣으면 validate 가 빨강이 되고 아래는 시작하지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임베딩→VectorDB 적재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embed_and_load 를 붙여 네 태스크를 끝까지 돌리고, 두 번 돌려 멱등을 확인한 뒤 @daily 스케줄을 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OpenAI 임베딩 → Qdrant lecture_docs 적재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points_count 3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개수가 그대로인지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SparkSubmitOperator 구조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초록이 된 세 태스크 · 되돌린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