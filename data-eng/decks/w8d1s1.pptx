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8-1 · Airflow 서비스 구축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오케스트레이션과 Airflow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cron 이 모르는 것 — 순서·실패·기록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오케스트레이션이 cron·수동 실행의 어떤 한계를 푸는지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웹서버·스케줄러·워커·메타데이터 DB 의 역할을 비유로 구분한다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가 무엇의 약자이고 왜 파이썬 코드로 쓰는지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가 왜 컨테이너 여섯 개로 뜨는지 설명한다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이 여섯 컨테이너를 공식 compose 로 직접 띄웁니다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cron 으로는 왜 부족한가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cron 은 시각만 안다 — 단계가 이어지면 부족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단계가 다섯 개만 되어도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「2번이 끝나야 3번을 돌리는데, 2번이 실패하면?」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cron 은 시각만 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단계가 끝났는지, 실패했는지 모른다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cron 이 나쁜 것은 아니다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 하나를 정해진 시각에 돌리는 일이라면 cron 이 옳다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도구 선택의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이어지는가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cron 으로는 왜 부족한가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필요한 것 일곱 — cron 과 Airflow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필요한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cron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Airflow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정해진 시각에 실행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작업이 끝나야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044043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044043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된다 — 시간으로 추측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044043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044043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의존성으로 보장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실패한 단계만 재시도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640036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640036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다시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640036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640036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태스크만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이력·로그 보관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236029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236029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만들어야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236029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236029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제공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 알림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5832021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5832021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만들어야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5832021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5832021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설정으로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과거 날짜 소급 실행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6428014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8970" y="6428014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된다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428014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428014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backfill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누가 언제 무엇을 고쳤나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7024007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8970" y="7024007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 수 없다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7024007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7024007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가 코드 → git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작업 사이에 순서가 생기는 순간부터 오케스트레이션이 필요해진다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이론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Airflow 의 구성 요소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구성 요소 넷 — 비유로 기억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웹서버 = 상황판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목록·이력·로그를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보는 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스케줄러 = 알람시계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시각이 되면 DAG 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깨워 큐에 넣는다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워커 = 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큐에서 태스크를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꺼내 실행한다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5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메타데이터 DB = 일지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실행 이력의 정본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깨지면 통째로 사라진다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메시지 큐(Redis)는 스케줄러와 워커 사이의 주문서 창구 · 트리거러는 기다리는 일을 워커를 붙잡지 않고 처리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Airflow 의 구성 요소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스케줄러가 넣고, 워커가 꺼내고, DB 에 적힌다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스케줄러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시각이 되면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태스크를 큐에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Redis 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워커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큐에서 꺼내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메타데이터 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 돌아 어떻게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끝났는지 기록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웹서버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보는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상황판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스케줄러는 Airflow 의 심장 · 워커는 여럿을 둘 수 있다 · 큐는 실행 방식(Executor)에 따라 없을 수도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메타데이터 DB 가 정본 — docker compose down --volumes 가 이것을 지우므로 함부로 쓰지 않는다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DAG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— 오늘은 이름만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Directed Acyclic 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방향이 있고 순환이 없는 그래프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요리 레시피 순서도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재료 손질 → 볶기 → 담기 — 담은 음식을 다시 손질하러 돌아가는 화살표는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파이썬 코드로 정의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git 으로 버전 관리하고 리뷰할 수 있다 — 8-2 에서 자세히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Airflow 의 모든 워크플로는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하나로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왜 컨테이너 여러 개인가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묶음으로 떠야 Airflow — 여섯 컨테이너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서비스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102412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72262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5321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airflow-webserver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48050"/>
            <a:ext cx="102412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8970" y="3448050"/>
            <a:ext cx="100507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보는 화면 (8080)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70350"/>
            <a:ext cx="572262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70350"/>
            <a:ext cx="55321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airflow-scheduler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070350"/>
            <a:ext cx="102412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8970" y="4070350"/>
            <a:ext cx="100507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시각을 보고 태스크를 큐에 넣는다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92650"/>
            <a:ext cx="572262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92650"/>
            <a:ext cx="55321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airflow-worker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692650"/>
            <a:ext cx="102412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692650"/>
            <a:ext cx="100507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큐에서 꺼내 실제로 실행한다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314950"/>
            <a:ext cx="572262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314950"/>
            <a:ext cx="55321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airflow-triggerer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5314950"/>
            <a:ext cx="102412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8970" y="5314950"/>
            <a:ext cx="100507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기다리는 일을 전담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37250"/>
            <a:ext cx="572262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937250"/>
            <a:ext cx="55321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postgres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5937250"/>
            <a:ext cx="102412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8970" y="5937250"/>
            <a:ext cx="100507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메타데이터 DB — 실행 이력의 정본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559550"/>
            <a:ext cx="572262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559550"/>
            <a:ext cx="553212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redis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6559550"/>
            <a:ext cx="1024128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6559550"/>
            <a:ext cx="100507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스케줄러와 워커 사이의 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1주차에서 배운 Compose 가 여기서 값을 한다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구성 요소가 각각 프로세스로 도는 작은 분산 시스템 — 그래서 공식 docker-compose 파일 하나로 묶어 기동하는 것이 표준 입문 방법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이론 1H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작업 사이에 순서가 생기면 cron 으로는 부족하다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는 순서·재시도·기록을 대신 관리한다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웹서버는 상황판, 스케줄러는 알람시계, 워커는 손, 메타데이터 DB 는 일지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는 방향 있고 순환 없는 순서도이며 파이썬 코드로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는 여러 컨테이너가 함께 떠야 도는 작은 분산 시스템이다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8-1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Airflow 기동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공식 docker-compose 구성을 받아 먼저 읽고, 초기화 → 기동 → 상태·로그 확인까지 직접 해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메모리 확인 · 안 쓰는 컨테이너 stop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파일을 grep 으로 먼저 읽기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airflow-init 뒤 up -d 로 기동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stop → start 로 데이터 유지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메모리 4GB(권장 8GB)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