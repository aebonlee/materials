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분산 처리와 Spark 아키텍처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 아홉 개를 한 표로, 5-2 클러스터 준비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개념 아홉 개를 「한 줄 정의 · UI 어디」로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를 위해 Spark 이미지와 Docker 메모리를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열한 개로 오늘 한 것을 스스로 점검한다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가지의 원인과 해결을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수와 cache 시간은 환경마다 다르게 나옵니다 — 내 숫자를 메모해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개념 아홉 개 — 한 줄 정의와 UI 위치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UI 에서 어디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계획을 세우고 결과를 모은다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Executors 탭의 driver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1160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1160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익스큐터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91160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391160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계산을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91160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91160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Executors 탭(5-2 에서 늘어남)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37515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37515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37515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37515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계획만 쌓는다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37515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37515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이 안 생김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3870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3870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실행을 시작한다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3870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3870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이 생김(하나 이상)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30225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30225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530225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530225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action 이 만든다(여럿도)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530225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530225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Jobs 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576580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576580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576580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576580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셔플을 경계로 나뉜다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576580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576580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상세 · Stages 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22935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22935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Task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622935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8690" y="622935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하나당 하나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622935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622935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Stage 상세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69290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69290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669290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8690" y="669290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노드 간 데이터 재배치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44200" y="669290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9450" y="669290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계획의 Exchange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43000" y="7156450"/>
            <a:ext cx="3482340" cy="387350"/>
          </a:xfrm>
          <a:prstGeom prst="roundRect">
            <a:avLst>
              <a:gd name="adj" fmla="val 983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8250" y="7156450"/>
            <a:ext cx="329184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663440" y="7156450"/>
            <a:ext cx="604266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8690" y="7156450"/>
            <a:ext cx="585216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계획 그림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744200" y="7156450"/>
            <a:ext cx="6400800" cy="387350"/>
          </a:xfrm>
          <a:prstGeom prst="roundRect">
            <a:avLst>
              <a:gd name="adj" fmla="val 98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39450" y="7156450"/>
            <a:ext cx="6210300" cy="38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상세 DAG Visualization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action 하나가 Job 여럿을 만들기도 한다 — Stage 는 셔플 경계, Task 는 파티션 하나당 하나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차시(5-2)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이미지와 Docker 메모리를 확인한다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476500"/>
            <a:ext cx="10477500" cy="142875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6850" y="29241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6850" y="2924175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6950" y="2571750"/>
            <a:ext cx="906780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셸은 이미 나왔다</a:t>
            </a:r>
          </a:p>
          <a:p>
            <a:pPr>
              <a:lnSpc>
                <a:spcPct val="125000"/>
              </a:lnSpc>
              <a:spcBef>
                <a:spcPts val="45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7단계에서 exit() — 4040 이 닫혀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057650"/>
            <a:ext cx="10477500" cy="142875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6850" y="4505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6850" y="4505325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6950" y="4287917"/>
            <a:ext cx="9067800" cy="377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확인 — 5-2 에서 그대로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6950" y="4760833"/>
            <a:ext cx="9067800" cy="495300"/>
          </a:xfrm>
          <a:prstGeom prst="roundRect">
            <a:avLst>
              <a:gd name="adj" fmla="val 1538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deckgen:code"/>
          <p:cNvSpPr txBox="1"/>
          <p:nvPr/>
        </p:nvSpPr>
        <p:spPr>
          <a:xfrm>
            <a:off x="2419350" y="4850749"/>
            <a:ext cx="8763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docker images apache/spark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638800"/>
            <a:ext cx="10477500" cy="142875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66850" y="6086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6850" y="6086475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6950" y="5869067"/>
            <a:ext cx="9067800" cy="377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 확인 — 5-2 는 컨테이너가 3개 이상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66950" y="6341983"/>
            <a:ext cx="9067800" cy="495300"/>
          </a:xfrm>
          <a:prstGeom prst="roundRect">
            <a:avLst>
              <a:gd name="adj" fmla="val 1538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deckgen:code"/>
          <p:cNvSpPr txBox="1"/>
          <p:nvPr/>
        </p:nvSpPr>
        <p:spPr>
          <a:xfrm>
            <a:off x="2419350" y="6431899"/>
            <a:ext cx="8763000" cy="3535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docker info | grep -i "total memory"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01500" y="2476500"/>
            <a:ext cx="5143500" cy="4591050"/>
          </a:xfrm>
          <a:prstGeom prst="roundRect">
            <a:avLst>
              <a:gd name="adj" fmla="val 165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0" y="2781300"/>
            <a:ext cx="4457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0" y="3238500"/>
            <a:ext cx="4457700" cy="88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apache/spark:3.5.3 · 1.56GB</a:t>
            </a:r>
          </a:p>
          <a:p>
            <a:pPr algn="l">
              <a:lnSpc>
                <a:spcPct val="135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Total Memory 4GiB 이상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실측 7.749GiB — 8GB 안팎 권장 · 모자라면 Docker Desktop → Settings → Resources(WSL2 는 .wslconfig 의 memory)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1~6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열한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65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65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스케일업과 스케일아웃의 차이를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337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3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6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337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「한 대로 되면 한 대로 한다」는 판단 기준을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9100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957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3195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9100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PySpark 셸을 컨테이너로 기동했다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4822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8529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768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4822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드라이버/익스큐터의 역할을 비유 없이도 설명할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05450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5102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6340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505450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단계에서 Job 이 안 생김을 UI 로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162675"/>
            <a:ext cx="16002000" cy="542925"/>
          </a:xfrm>
          <a:prstGeom prst="roundRect">
            <a:avLst>
              <a:gd name="adj" fmla="val 877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1674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2912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162675"/>
            <a:ext cx="14573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action 호출 후 Job → Stage → Task 계층을 UI 에서 열어 봤다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UI 는 셸을 띄운 순간부터 열려 있다 — action 전에도 Jobs 탭이 보인다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7~11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열한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9908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9908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 을 아래에서 위로 읽고 앞당겨진 조건과 Exchange 를 찾았다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9814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9814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DataFrame 의 컬럼을 쓰면 action 전에 AnalysisException 을 봤다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9720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9720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 의 「나누기」·「모아서 세기」를 Job·Stage(skipped)로 확인했다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9626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9626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수 = 첫 Stage Task 수, 셔플 뒤 Task 는 AQE 가 줄임을 봤다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9532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9532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cache 전후 시간을 재 보고 Storage 탭에서 캐시를 확인했다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051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05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종료 · OutOfMemoryError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004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메모리 부족 · 큰 데이터에 collect()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004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051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05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 4GB 이상 · show()·limit() 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8290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82905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038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03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8290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localhost:4040 이 안 열린다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133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82905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82905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4040:4040 누락 · 셸을 이미 나옴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133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8290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82905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038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03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8290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 매핑을 넣어 다시 기동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7625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7625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4972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4972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7625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Bind for 0.0.0.0:4040 failed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067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7625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7625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창의 pyspark 셸이 4040 을 쓰는 중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067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7625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7625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4972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4972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7625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셸 exit() · 또는 -p 4041:4040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6959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69595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59055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5905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6959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withColumn·filter 가 아무 출력 없음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0007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69595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69595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오류가 아니라 지연 평가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0007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6959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69595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59055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5905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6959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show()·count() 같은 action 을 붙인다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6294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6294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6838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683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6294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나갔더니 4040 이 안 열림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6934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6294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6294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는 앱이 살아 있는 동안만 뜬다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6934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6294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6294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6838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683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6294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 재기동 = 새 UI · History Server(심화)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action 을 안 했어도 셸이 떠 있으면 Jobs 탭은 열린다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76500"/>
            <a:ext cx="6286500" cy="12192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24765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 를 쓰면 안 되나요?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9500" y="247650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24765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메모리에 들어가면 Pandas 가 훨씬 빠르고 간단 — 작은 데이터에 Spark 는 오히려 느리다(분산 비용)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867150"/>
            <a:ext cx="6286500" cy="12192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38671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local[*] 인데도 분산인가요?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0" y="386715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2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8671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코어 수만큼 나눠 병렬로 — 여러 대는 아니지만 구조가 같다, 5-2 에서 진짜 클러스터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57800"/>
            <a:ext cx="6286500" cy="12192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52578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cache 를 항상 쓰면 좋은 것 아닌가요?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9500" y="525780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52578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메모리를 차지한다 — 한 번만 쓰면 손해, 「두 번 이상 쓰는가」로 판단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648450"/>
            <a:ext cx="6286500" cy="12192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600" y="66484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 UI 는 실무에서 얼마나 쓰나요?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9500" y="664845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52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0100" y="66484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아주 많이 — 느린 잡의 원인을 찾는 거의 유일한 도구, 오늘의 세 계층이 그 기초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해 볼 것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count() 두 번 + cache()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에서 두 Job 의 실행 시간을 비교하고, cache() 뒤 두 번째가 어떻게 달라지는지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파티션 수의 가설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df.rdd.getNumPartitions() 값이 어떻게 정해졌을지 — 답은 5-5 에서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끄고 groupBy 를 새로 만들기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 다섯에 Task 1·4·20·100·75(합 200) · shuffle.partitions 8 이면 1·4·3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join 하나의 explain()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가 몇 개 생기는지 세어 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AQE 끄기: spark.sql.adaptive.enabled false — 같은 DataFrame 변수를 다시 show() 하면 앞 계획을 써서 안 바뀐다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 · 10-26(월)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· Docker Compose 로 Spark 마스터-워커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클러스터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배포 구조 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Compose 로 마스터-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워커 클러스터 구축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spark-submit 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클러스터에 잡 제출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이론·실습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사전 준비: Docker Desktop 실행 + docker compose version 정상 출력 확인 · 5-1 의 단일 컨테이너 실습은 종료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5-2 Spark 마스터-워커 클러스터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파일 하나로 마스터 1 + 워커를 띄우고, spark-submit 으로 잡을 제출해 마스터 UI 에서 추적합니다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마스터와 워커의 역할 구분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로 클러스터 기동 · 워커 등록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spark-submit 으로 애플리케이션 제출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UI(8080)에서 워커 상태 · 실행 이력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version 확인 · 셸 종료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