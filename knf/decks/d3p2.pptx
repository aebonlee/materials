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2교시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층별로 쪼개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× 8/10 전/후 × 불량유형으로 쪼개고 일평균으로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뒤 가장 많이 늘어난 불량 유형을 숫자로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메모를 AI 로 분류하고 건수를 Excel 로 다시 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유형은 원인으로 가는 첫 번째 단서입니다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04 불량 기록 + 02 생산일지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04_defect_log.xlsx 의 DEFECT 시트 3,224행에서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기간구분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K열 수식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유형 피벗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× 8/10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× 불량유형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일평균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÷40일 · ÷22일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증가 배수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교대·로트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 필드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비고 분류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분류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 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기간구분 수식과 피벗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K2 수식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4814" y="27813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214" y="27813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=IF(--A2&gt;=DATE(2026,8,10),"8/10후","8/10전")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4814" y="34290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214" y="34290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= 소결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4814" y="40767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214" y="40767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4814" y="47244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214" y="47244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→ 기간구분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4814" y="53721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214" y="53721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수량 합계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 는 글자로 저장된 날짜(2026-07-01)를 날짜 숫자로 바꿔 준다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피벗 합계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유형별 수량 합계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688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3688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4125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4125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44562" y="2781300"/>
            <a:ext cx="35004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44562" y="2781300"/>
            <a:ext cx="35004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3250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8500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3688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8938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1,093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4125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39375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1,827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44562" y="34480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39812" y="34480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3,535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43250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8500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2,187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3688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8938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1,587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4125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39375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2,043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644562" y="41719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39812" y="41719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2,917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3250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8500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1,661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43688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8938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4125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39375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44562" y="48958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39812" y="48958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1,769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43250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8500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43688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8938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534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44125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39375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644562" y="56197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39812" y="56197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570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3436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3436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43250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38500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6,981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43688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38938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4,097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4125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39375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6,313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644562" y="63436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39812" y="63436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합계 확인용 — SF-02 8/10후 8,791 · 8/10전 6,313 이 나와야 한다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합계로 비교하면 SF-01 이 좋아진 것처럼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그대로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후 22일은 8/10 전 40일의 절반 남짓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균열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4496" y="4838700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6896" y="4838700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2,099 → 1,093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4496" y="5400675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6896" y="5400675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절반으로 줄었다?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÷40일 · ÷22일 해야 비교가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20300" y="4838700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0300" y="4838700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균열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64146" y="4838700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16546" y="4838700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52.5 → 49.7개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5400675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5400675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64146" y="5400675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16546" y="5400675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그대로 0.95배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일평균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뒤 가장 많이 늘어난 유형은 균열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0118" y="2781300"/>
            <a:ext cx="3256429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0118" y="2781300"/>
            <a:ext cx="3256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4647" y="2781300"/>
            <a:ext cx="3727076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4647" y="2781300"/>
            <a:ext cx="372707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배수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79824" y="2781300"/>
            <a:ext cx="3765176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79824" y="2781300"/>
            <a:ext cx="376517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배수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25588" y="34480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0838" y="34480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45.7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0118" y="34480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368" y="34480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160.7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4647" y="34480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9897" y="34480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3.5배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79824" y="34480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75074" y="34480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0.95배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25588" y="41719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0838" y="41719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51.1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0118" y="41719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5368" y="41719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132.6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4647" y="41719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9897" y="41719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2.6배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79824" y="41719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75074" y="41719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25588" y="48958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0838" y="48958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37.6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0118" y="48958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5368" y="48958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14647" y="48958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9897" y="48958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79824" y="48958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475074" y="48958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0.97배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25588" y="56197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20838" y="56197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23.5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0118" y="56197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5368" y="56197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25.9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14647" y="56197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09897" y="56197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379824" y="56197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475074" y="56197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0.94배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SF-02 8/10후 불량 8,791개 중 균열 3,535개(40.2%) — 8/10 전 비중 28.9%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교대·로트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불량률은 생산일지(02)에서 계산 필드로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층별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주간 / 야간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2.25 / 2.50%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3.32 / 3.62%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(8/9~8/20)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L-0821 (8/21~)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계산 필드 불량률 = (생산수량-양품수량)/생산수량 — 결론은 4교시에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비고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메모 140행을 주제로 묶기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설비·유형·기간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열·온도 관련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균열 · 8/10~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관련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소결로 밀도미달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 습도 관련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 밀도불균일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「느낌」「의심」「작업자 의견」은 추정 — 사실과 나눠 표시한다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피벗 합계 SF-02 8/10후 8,791 · 8/10전 6,313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 비교 — SF-02 균열 45.7 → 160.7개(3.5배)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대조 — 균열 0.95배 · 밀도미달 1.3배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로트별 불량률 SF-01 L-0809 2.72% · SF-02 L-0821 6.61%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비고 분류 건수를 COUNTIFS 로 다시 세어 합계 140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2교시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설비 로그 분석 (3교시)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「TC-3 지시값 확인 필요」는 무엇을 뜻할까요 — 알람 로그에서 사건 타임라인을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 597행 구조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로그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건수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사건 타임라인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유형 층별표 · 교대·로트표 · 비고 분류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