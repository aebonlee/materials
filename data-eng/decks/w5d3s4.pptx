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· Iceberg · MinIO 연결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설정을 한 장으로, 5-4 를 위한 상태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열 줄을 「없으면 무슨 오류」로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 열두 개로 스스로 점검한다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여섯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exit() → ps 넷 Up · ls 세 파일 → stop 으로 마친다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지우지 않고 멈춥니다 — 5-4 는 start 뒤 bash lake-pyspark.sh 로 시작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설정 요약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라이브러리와 스토리지 — 없으면 무슨 오류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없으면 · 틀리면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spark.jars.ivy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FileNotFound …/.ivy2/…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/tmp/.ivy2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--packages hadoop-aws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433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433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S3AFileSystem 못 찾음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433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433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hadoop-aws:3.3.4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--packages iceberg-…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3870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3870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catalog plugin 못 찾음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3870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3870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runtime-3.5_2.12:1.5.2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fs.s3a.endpoint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53402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53402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 request 실패 · 오래 멈춤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53402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53402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http://minio:9000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fs.s3a.access/secret.key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62293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62293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AccessDenied · 403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2293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2293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admin / password123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fs.s3a.path.style.access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69246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8970" y="69246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 실패: warehouse.minio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9246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9246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ivy·fs.s3a.* 는 --conf, 패키지 둘은 --packages — 모두 lake-pyspark.sh 한 파일에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정리·회고 0.5H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설정 요약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확장과 카탈로그 — 없으면 무슨 오류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없으면 · 틀리면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sql.extensions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MERGE·타임트래블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문법 오류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IcebergSparkSession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Extensions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sql.catalog.lake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REQUIRES_SINGLE_PART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_NAMESPACE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SparkCatalog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sql.catalog.lake.type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기본값으로 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sql.catalog.lake.warehouse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 바로 아래면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TABLES 실패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s3a://warehouse/lake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lake 는 내가 정한 카탈로그 이름 — 경로의 warehouse/lake/ 는 warehouse 값에서 온 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를 위한 상태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끝 — 지우지 않고 멈춥니다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exit()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&gt;&gt;&gt; 에서 PySpark 셸을 나옵니다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~/data-eng/week5 — 컨테이너 4개가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docker-compose.yml · first_job.py · lake-pyspark.sh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넷 Stopped — 데이터는 볼륨에, jar 는 컨테이너에 남음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down -v 를 하면 볼륨과 jar 가 둘 다 사라집니다 · 5-4 는 docker compose start → bash lake-pyspark.sh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정리·회고 0.5H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연결과 설정 —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커넥터가 무엇을 해 주는지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hadoop-aws · iceberg-spark-runtime 의 쓰임을 구분한다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라이브러리 버전이 Spark·Scala 와 맞아야 하는 이유를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· 워커 · MinIO 가 한 compose 네트워크에서 동작한다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경로로 Parquet 을 쓰고 읽는 왕복을 확인했다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버킷·열쇠·주소·path style 오류가 각각 다르고 오래 멈출 수 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정리·회고 0.5H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와 클러스터 —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67025"/>
            <a:ext cx="142875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6702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6702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6702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설정 네 줄의 뜻과 warehouse 를 버킷 안 폴더로 주는 이유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724275"/>
            <a:ext cx="142875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72427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72427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72427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spark.jars.ivy 를 빼면 왜 --packages 가 실패하는지 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581525"/>
            <a:ext cx="142875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58152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58152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58152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 카탈로그에서 폴더 구조가 곧 테이블 목록임을 이해했다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438775"/>
            <a:ext cx="142875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43877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43877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43877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콘솔에서 metadata/ 와 data/ 폴더 구조를 확인했다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296025"/>
            <a:ext cx="142875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29602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29602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29602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snapshots·files 메타테이블과 타임 트래블을 확인했다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153275"/>
            <a:ext cx="142875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715327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715327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715327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작업이 5-2 클러스터에서 도는 것을 마스터 UI 로 확인했다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정리·회고 0.5H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84380" y="2781300"/>
            <a:ext cx="4960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84380" y="2781300"/>
            <a:ext cx="4960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ClassNotFound S3AFileSystem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hadoop-aws 미로드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84380" y="3448050"/>
            <a:ext cx="4960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79630" y="3448050"/>
            <a:ext cx="4770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--packages 확인 · 재실행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403 · Access Denied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43375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43375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불일치 · path.style 빠짐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84380" y="4143375"/>
            <a:ext cx="4960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79630" y="4143375"/>
            <a:ext cx="4770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대조 · path.style=true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오래 멈춘 뒤 HTTP 요청 실패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38700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38700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네트워크 · endpoint 철자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84380" y="4838700"/>
            <a:ext cx="4960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279630" y="4838700"/>
            <a:ext cx="4770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http://minio:9000 으로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catalog plugin · SINGLE_PART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534025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534025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런타임 · 카탈로그 3줄 빠짐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184380" y="5534025"/>
            <a:ext cx="4960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279630" y="5534025"/>
            <a:ext cx="4770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--packages · 3줄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TABLES s3a://warehousedb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6229350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6229350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warehouse 가 버킷 바로 아래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184380" y="6229350"/>
            <a:ext cx="4960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279630" y="6229350"/>
            <a:ext cx="4770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s3a://warehouse/lake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FileNotFound /home/spark/.ivy2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6924675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8970" y="6924675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spark.jars.ivy 줄 빠짐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184380" y="6924675"/>
            <a:ext cx="4960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279630" y="6924675"/>
            <a:ext cx="4770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--packages 앞에 넣기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셸이 몇 분 말없이 멈추면 S3A 재시도 의심 — Ctrl+C 로 멈추고 설정부터 대조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정리·회고 0.5H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테이블에 붙을 수는 없나요?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type rest + uri 가 방법 — 네트워크·MinIO 계정·9000 포트를 맞춰야 하는 심화(실측 안 함)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--packages 를 매번 받아야 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/tmp/.ivy2 에 남아 두 번째부터 안 받음 — down 하면 다시 받으니 운영은 이미지에 미리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hadoop 카탈로그가 동시 쓰기에 약하다는 뜻은?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커밋이 파일 이름 바꾸기에 기대는데 S3 계열은 그것이 원자적이지 않음 — 여럿이면 rest·hive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4주차와 계정이 다른가요?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실습을 독립적으로 만들기 위해 — 실무에서는 하나로 통일하고 키를 시크릿으로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 · 10-28(수)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5-4 · Spark DataFrame 과 SparkSQL 데이터 가공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DataFrame 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SparkSQL 동작 원리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DataFrame API 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데이터 가공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SparkSQL 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집계와 뷰 만들기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사전 준비: 5-3 compose 기동 + lake.db.orders · cd ~/data-eng/week5 → docker compose start → bash lake-pyspark.sh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5-4 DataFrame 과 SparkSQL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· filter · groupBy · join 으로 가공하고, 같은 일을 SparkSQL 로도 해 두 방식이 한 엔진에서 만나는 것을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API — 선택 · 필터 · 파생 컬럼 · 집계 · 조인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임시 뷰로 같은 가공을 SparkSQL 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explain() 으로 같은 실행 계획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가공 결과를 Iceberg 테이블로 저장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start 뒤 bash lake-pyspark.sh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