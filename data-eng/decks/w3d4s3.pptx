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3-4 · DuckDB를 이용한 데이터 분석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Pandas 연동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 로 줄이고 Pandas 로 다듬는 왕복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LIMIT 100 결과를 .df() 로 받아 pd.cut 으로 등급을 매긴다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FROM top — 파이썬 변수를 SQL 이 곧바로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→ Pandas → SQL 을 이어 세그먼트 3종을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줄이기 전 .df() 의 시간·메모리를 실측해 규칙의 근거를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100만 행을 Pandas 로 직접 다루지 않는다 — 오늘 실습의 한 줄 요약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왕복을 한 번, 두 번, 여러 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무거운 집계는 DuckDB 가, 등급 매기기 같은 세밀한 가공은 Pandas 가 맡습니다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SQL → 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top 100 → .df()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pd.cut 등급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df → 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top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등급별 요약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왕복 잇기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users → cvr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segment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파일로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to_parquet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COPY … 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실패·과제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.df() 통째로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퍼널 전환율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로 100명으로 줄이고 pd.cut 으로 등급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duckdb.sql("…").df()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buy 만 user_id 로 묶어 spend DESC LIMIT 100 — shape (100, 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pd.cut(top['spend'], bins=…)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[0, 15000, 25000, inf] 경계로 B·A·S 라벨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경계는 분위수로도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quantile([0.33, 0.66]) 로 정하면 세 등급이 대체로 균등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type 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손으로 정한 경계는 치우치기 쉽다 — 실측 분포에 맞춰 조정해도 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반대 방향 — DataFrame 을 SQL 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→ DataFrame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.df() — 결과를 Pandas 로 받는다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672167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67216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호출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62817" y="4838700"/>
            <a:ext cx="6204883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5217" y="4838700"/>
            <a:ext cx="590008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duckdb.sql("…").df()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672167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67216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62817" y="5400675"/>
            <a:ext cx="6204883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5217" y="5400675"/>
            <a:ext cx="590008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전부를 메모리에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672167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67216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규칙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62817" y="5962650"/>
            <a:ext cx="6204883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15217" y="5962650"/>
            <a:ext cx="590008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줄인 다음에 부른다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→ SQL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top — 변수 이름을 그대로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672167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67216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호출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92467" y="4838700"/>
            <a:ext cx="6204883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44867" y="4838700"/>
            <a:ext cx="590008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grade, count(*) … FROM top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672167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67216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묶기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92467" y="5400675"/>
            <a:ext cx="6204883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44867" y="5400675"/>
            <a:ext cx="590008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grade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672167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672167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92467" y="5962650"/>
            <a:ext cx="6204883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44867" y="5962650"/>
            <a:ext cx="5900083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 3행의 요약표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→ Pandas → SQL 을 이어 세그먼트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100만 행 →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사용자별 요약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cvr 계산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segment 라벨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SQL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users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세그먼트별 요약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browser·normal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high_intent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 FILTER (WHERE 조건) — 조건에 맞는 것만 센다 · 2-2 의 CASE WHEN 합계와 같은 일을 더 짧게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① 이 5만 행 안팎으로 줄고 ③ 에 세그먼트 3종이 나오면 성공 — 100만 행을 Pandas 로 직접 다루지 않았다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세그먼트 규칙과 저장 — 핵심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0027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cvr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buys / views, fillna(0)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전환율 · round(3)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segment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433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433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cvr &gt;= 0.1 → high_intent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43375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43375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세밀한 규칙은 Pandas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segment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3870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3870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buys == 0 → browser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38700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38700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구매 없으면 browser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④ Pandas 저장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53402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53402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users.to_parquet(…)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534025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534025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index=False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④ DuckDB 저장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2293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2293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COPY (SELECT * FROM seg) TO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6229350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6229350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FORMAT parquet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9246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9246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os.path.getsize 로 KB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924675"/>
            <a:ext cx="54406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924675"/>
            <a:ext cx="52501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파일이 생긴다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어느 쪽으로 저장하든 결과는 같은 Parquet — 이후 어느 도구로든 읽을 수 있다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.df() 를 통째로 불러 본다 — 시간과 메모리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나쁜 예 — SELECT * 전체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100만 행이 통째로 DataFrame 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836801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83680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27451" y="4838700"/>
            <a:ext cx="6040249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9851" y="4838700"/>
            <a:ext cx="573544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time.perf_counter() 로 잰다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836801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83680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메모리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27451" y="5400675"/>
            <a:ext cx="6040249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79851" y="5400675"/>
            <a:ext cx="573544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memory_usage(deep=True) 수백 MB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836801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83680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끝나면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27451" y="5962650"/>
            <a:ext cx="6040249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9851" y="5962650"/>
            <a:ext cx="573544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 big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좋은 예 — 집계 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event_type 3행 뒤에 .df()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836801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83680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857101" y="4838700"/>
            <a:ext cx="6040249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09501" y="4838700"/>
            <a:ext cx="573544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순식간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836801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83680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메모리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857101" y="5400675"/>
            <a:ext cx="6040249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09501" y="5400675"/>
            <a:ext cx="573544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KB 단위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836801" cy="4857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83680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857101" y="5962650"/>
            <a:ext cx="6040249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09501" y="5962650"/>
            <a:ext cx="573544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변환은 항상 「작아진 다음」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미니 과제 세 가지 — 정답 예시는 퍼널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첫 구매일 → 주차별 사용자 수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힌트: min(ts) FILTER, date_trunc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지역×카테고리 교차표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orders_enriched.parquet 를 SQL 로 — PIVOT 또는 조건부 집계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view → cart → buy 퍼널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사용자 수와 다음 단계로 넘어간 비율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정답 예시 — 퍼널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per_user 에서 max(CASE WHEN …) 으로 viewed·carted·bought 를 만들고 합산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데이터가 무작위라 전환율이 현실적이지는 않다 — 계산 구조를 익히는 것이 목적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top 의 shape 가 (100, 2) 이고 grade 분포가 찍힌다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FROM top 이 등급 3행 요약표를 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users 가 5만 행 안팎, seg 에 세그먼트 3종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user_segments·segment_summary 두 Parquet 이 생겼다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전체 변환은 수백 MB, 집계 후 변환은 KB 단위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3-4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 문법을 표 하나로 정리하고, 3-5 하이브리드 설계에 쓸 재료를 모읍니다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분석 문법 요약표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 이 나았던 것·Pandas 가 나았던 것 적기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3-5 예고 — 정제 파이프라인·품질 리포트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5단계에서 잰 시간·메모리 두 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