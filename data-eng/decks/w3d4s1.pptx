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3-4 · DuckDB를 이용한 데이터 분석 · 이론 1H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21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0" b="1" spc="-280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SQL 분석 문법 — 집계·윈도 함수·CTE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334000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2-2 의 문법이 파일에 그대로 — QUALIFY 한 줄 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count(*)·count(열)·count(DISTINCT 열)의 차이를 말한다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윈도 함수가 행을 줄이지 않는 이유를 설명한다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QUALIFY 가 CTE 한 겹을 대신하는 지점을 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.df() 를 언제 불러야 하는지 판단한다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 1.5H 실습에서 파일끼리 JOIN 하고 Pandas 답과 교차 검증합니다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3-4 · 이론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1. 2-2 와 이어진다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MySQL(2-2) 과 DuckDB — 같은 것, 더해진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63627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MySQL 8.0 (2-2)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DuckDB (오늘)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3448050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8690" y="3448050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WITH … AS ( … 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64240" y="3448050"/>
            <a:ext cx="60807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9490" y="3448050"/>
            <a:ext cx="58902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Window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143375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4143375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OVER (PARTITION BY …)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064240" y="4143375"/>
            <a:ext cx="60807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59490" y="4143375"/>
            <a:ext cx="58902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순위 거르기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4838700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690" y="4838700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CTE로 감싸고 WHERE rn = 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064240" y="4838700"/>
            <a:ext cx="60807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159490" y="4838700"/>
            <a:ext cx="58902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QUALIFY rn = 1 (한 줄로)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GROUP BY 축약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5534025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8690" y="5534025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GROUP BY 1, 2 가능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064240" y="5534025"/>
            <a:ext cx="60807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159490" y="5534025"/>
            <a:ext cx="58902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같음 + GROUP BY ALL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SELECT 제외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663440" y="6229350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8690" y="6229350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없음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064240" y="6229350"/>
            <a:ext cx="60807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159490" y="6229350"/>
            <a:ext cx="58902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SELECT * EXCLUDE (열)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대상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663440" y="6924675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58690" y="6924675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적재된 테이블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064240" y="6924675"/>
            <a:ext cx="60807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159490" y="6924675"/>
            <a:ext cx="58902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파일·DataFrame 을 그대로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GROUP BY 는 접고 Window 는 붙인다 · OVER 안의 ORDER BY 가 누적을 만든다 — 2-2 도해 두 개를 다시 보고 오세요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3-4 · 이론 1H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2. 집계 함수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집계 함수 다시 보기 — count 세 가지와 avg 의 NULL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GROUP BY 는 접는다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그룹마다 하나의 값으로 요약 — 결과 행 수가 그룹 수만큼 줄어든다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count(*) 와 count(열)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count(열)은 그 열이 NULL 인 행을 세지 않는다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count(DISTINCT 열)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고유값 개수 — 조인 후 부풀려진 건수를 바로잡을 때(2-4에서 본 문제)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avg 는 NULL 을 빼고 계산한다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「몇 건을 빼고 낸 평균인지」 함께 보는 습관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3-4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3. 윈도 함수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윈도 함수 — 행을 줄이지 않고 옆에 붙인다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PARTITION BY — 「반」을 나눈다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PARTITION BY region 이면 지역마다 따로 순위를 센다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 BY — 창 안의 순서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순서를 정하고 동시에 누적 범위를 만든다(2-2 두 번째 도해)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ROWS BETWEEN — 창 범위 지정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이동 평균에 쓴다 — 6 PRECEDING AND CURRENT ROW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비유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전교 등수 아닌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반 안의 등수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rank·dense_rank·row_number 는 동률 처리가 다르다 — 「정확히 N개」면 row_number, 「공동 순위 모두」면 rank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3-4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4. QUALIFY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순위 거르기 — CTE 한 겹 vs QUALIFY 한 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CTE 방식 — 어디서나 통함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 에 윈도 함수를 못 쓰니 한 겹 감싼다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90650" y="4838700"/>
            <a:ext cx="3333274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0650" y="4838700"/>
            <a:ext cx="3333274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WITH ranked 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90650" y="5583555"/>
            <a:ext cx="3333274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24000" y="5583555"/>
            <a:ext cx="3066574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rank() OVER (…) AS rnk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742974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34426" y="4838700"/>
            <a:ext cx="3333274" cy="599122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34426" y="4838700"/>
            <a:ext cx="3333274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SELECT * FROM ranked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34426" y="5583555"/>
            <a:ext cx="3333274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67776" y="5583555"/>
            <a:ext cx="3066574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 rnk &lt;=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QUALIFY — DuckDB 방식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질의를 한 줄로 — 표준 SQL 은 아니다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020300" y="4838700"/>
            <a:ext cx="3333274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20300" y="4838700"/>
            <a:ext cx="3333274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rank() OVER (…) AS rnk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20300" y="5583555"/>
            <a:ext cx="3333274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53650" y="5583555"/>
            <a:ext cx="3066574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PARTITION BY region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13372624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564076" y="4838700"/>
            <a:ext cx="3333274" cy="599122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564076" y="4838700"/>
            <a:ext cx="3333274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QUALIFY rnk &lt;= 3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564076" y="5583555"/>
            <a:ext cx="3333274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697426" y="5583555"/>
            <a:ext cx="3066574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감싸지 않고 바로</a:t>
            </a:r>
          </a:p>
        </p:txBody>
      </p:sp>
      <p:sp>
        <p:nvSpPr>
          <p:cNvPr id="32" name="Oval 31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3-4 · 이론 1H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5. CTE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CTE — 긴 질의에 이름표를 붙여 단계로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78105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78105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71628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읽고 고치기 쉽다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「1. 육수 만들기, 2. 면 삶기」처럼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덩어리 중첩 질의보다 낫다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34500" y="3429000"/>
            <a:ext cx="78105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334500" y="3429000"/>
            <a:ext cx="78105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8350" y="3752850"/>
            <a:ext cx="71628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디버깅에 유리하다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각 CTE 를 따로 SELECT 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중간 결과를 확인할 수 있다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QUALIFY 는 DuckDB·Snowflake·BigQuery 에서만 된다 — 옮겨 다닐 코드라면 CTE 방식이 안전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3-4 · 이론 1H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6. DataFrame 왕복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DataFrame 왕복 — .df() 와 FROM 변수이름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SQL → DataFrame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duckdb.sql("SELECT … FROM 'events.parquet'").df()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DataFrame → SQL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파이썬 변수 df 를 그대로 FROM df 에 쓴다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다른 형태로도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.fetchall() 파이썬 리스트 · .to_arrow_table() PyArrow 테이블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.df() 의 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결과 전부를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메모리에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집계 전 원본에 부르면 100만 행이 통째로 올라온다 — 반드시 줄인 다음에 부른다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3-4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7. 역할 나누기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언제 SQL, 언제 Pandas — 무거운 것과 세밀한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72262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7226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작업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03720" y="2781300"/>
            <a:ext cx="38023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0372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어디서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72262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55321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수백만 행 필터·집계·조인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3448050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98970" y="3448050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SQL (DuckDB)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44200" y="3448050"/>
            <a:ext cx="64008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9450" y="3448050"/>
            <a:ext cx="62103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읽는 양을 줄이고 메모리를 아낀다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572262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55321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그룹별 순위·누적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03720" y="4143375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98970" y="4143375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SQL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4143375"/>
            <a:ext cx="64008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4143375"/>
            <a:ext cx="62103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윈도 함수가 간결하다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572262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55321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구간 나누기·라벨 붙이기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03720" y="4838700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98970" y="4838700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Pandas (pd.cut)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4838700"/>
            <a:ext cx="64008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9450" y="4838700"/>
            <a:ext cx="62103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경계 조정이 쉽다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572262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55321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정규식·문자열 세밀 처리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903720" y="5534025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98970" y="5534025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Pandas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44200" y="5534025"/>
            <a:ext cx="64008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39450" y="5534025"/>
            <a:ext cx="62103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함수가 풍부하다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572262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55321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시각화·머신러닝 입력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903720" y="6229350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98970" y="6229350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Pandas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744200" y="6229350"/>
            <a:ext cx="64008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839450" y="6229350"/>
            <a:ext cx="62103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라이브러리가 DataFrame 을 받는다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572262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55321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결과를 파일로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903720" y="6924675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998970" y="6924675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둘 다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744200" y="6924675"/>
            <a:ext cx="64008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839450" y="6924675"/>
            <a:ext cx="62103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COPY 또는 to_parquet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무거운 것은 SQL 로 줄이고, 세밀한 것은 DataFrame 으로 다듬는다 — 3-5 하이브리드의 밑그림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3-4 · 이론 1H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1시간에서 꼭 가져갈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2-2 의 CTE·Window 문법이 DuckDB 에서 그대로 통한다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QUALIFY 는 편하지만 DuckDB 계열에서만 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CTE 는 읽기 쉽게 만들 뿐 아니라 디버깅에도 유리하다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.df() 는 반드시 결과를 줄인 다음에 부른다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무거운 것은 SQL, 세밀한 것은 Pandas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3-4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3-4 · 이론 1H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SQL 집계·조인 분석 실습 (1.5H)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Parquet 와 CSV 를 적재 없이 곧바로 JOIN 하고, 3-2 의 Pandas 결과와 교차 검증합니다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상위 지출 사용자 — GROUP BY · LIMIT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파일끼리 JOIN 해 지역별 매출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CTE + 윈도 함수로 누적 매출·상위 3명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이동 평균 — Pandas rolling 과 비교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3-1·3-2·3-3 의 파일 넷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