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7장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비동기 처리와 HTTP 통신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 루프, Promise의 구조, fetch와 오류 처리, 데이터 저장소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루프로 비동기 코드의 실행 순서를 예측할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Promise의 상태와 체이닝을 이해하고 async/await로 바꿔 쓸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fetch의 오류 처리에서 무엇이 reject되고 무엇이 안 되는지 구분할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HTTP의 구성 요소와 주요 상태 코드를 설명할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저장소 세 가지의 차이와 쓰임을 구분할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이벤트 루프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8730" y="2781300"/>
            <a:ext cx="85828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8730" y="2781300"/>
            <a:ext cx="85828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콜 스택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2266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2266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태스크 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6899" y="2781300"/>
            <a:ext cx="107035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899" y="2781300"/>
            <a:ext cx="107035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Promise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2506" y="2781300"/>
            <a:ext cx="147226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2506" y="2781300"/>
            <a:ext cx="147226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async/await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0023" y="2781300"/>
            <a:ext cx="78016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0023" y="2781300"/>
            <a:ext cx="78016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fetch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5436" y="2781300"/>
            <a:ext cx="81742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5436" y="2781300"/>
            <a:ext cx="81742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HTTP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8110" y="2781300"/>
            <a:ext cx="84050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8110" y="2781300"/>
            <a:ext cx="84050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3866" y="2781300"/>
            <a:ext cx="150818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3866" y="2781300"/>
            <a:ext cx="150818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localStorage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607302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07302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오류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JavaScript는 한 번에 하나만 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JavaScript는 단일 스레드(single-thread) 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JavaScript는 한 번에 하나만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번에 한 줄씩만 실행합니다.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그런데도 화면이 멈추지 않고 여러 일이 동시에 되는 것처럼 보이는 이유가 이벤트 루프입니다.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루프의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8867775" cy="434816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실행 순서 예측하기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console.log(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'1'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setTimeout(() =&gt; console.log(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'2'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// 태스크 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Promise.resolve().then(() =&gt; console.log(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'3'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 // 마이크로태스크 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console.log(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출력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→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→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→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① 동기 코드(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)를 다 실행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② 마이크로태스크 큐를 비운다 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③ 그다음 태스크 큐 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JavaScript는 한 번에 하나만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setTimeout(fn, 0) 은 "지금 당장"이 아니라 "지금 하던 일이 다 끝나면 가장 먼저" 라는 뜻입니다.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무거운 작업 중간에 화면을 갱신하고 싶을 때 이 성질을 이용하기도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Promise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Promise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57404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574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22000" y="2781300"/>
            <a:ext cx="6223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2000" y="2781300"/>
            <a:ext cx="6223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574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554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대기 — 아직 결과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22000" y="3448050"/>
            <a:ext cx="6223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7250" y="3448050"/>
            <a:ext cx="603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시작 상태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fulfilled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574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554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이행 — 값이 들어옴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22000" y="4171950"/>
            <a:ext cx="6223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7250" y="4171950"/>
            <a:ext cx="603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pending에서 한 번만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rejected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574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554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거부 — 오류가 들어옴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22000" y="4895850"/>
            <a:ext cx="6223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17250" y="4895850"/>
            <a:ext cx="603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pending에서 한 번만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Promise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번 결정되면 다시 바뀌지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.then 을 나중에 붙여도 이미 완료된 결과를 받을 수 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체이닝 — 각 then이 새 Promise를 돌려준다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이 반환값이 다음 then으로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showError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위 어디서든 실패하면 여기로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finally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hideSpinner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성공·실패 상관없이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then 안에서 return을 빠뜨리면 다음 then이 undefined를 받습니다.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화살표 함수의 중괄호를 쓸 때 특히 자주 하는 실수입니다.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})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return 없음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{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})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더 간단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Promise 조합 메서드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전부 성공해야 함 — 하나라도 실패하면 즉시 reject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Promise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)]);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각각의 성공·실패를 모두 받음 — 하나가 실패해도 나머지를 얻는다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Promise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allSettled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)]);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'fulfilled'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warn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가장 먼저 끝난 것 하나 — 타임아웃 구현에 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Promise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timeout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)]);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여러 개를 한꺼번에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요청 세 개를 순서대로 await 하면 시간이 세 배 걸립니다.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서로 의존하지 않는 요청은 Promise.all 로 동시에 보내세요.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체감 속도가 크게 달라집니다.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async / await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async/await 는 Promise를 동기 코드처럼 위에서 아래로 읽히게 하는 문법입니다.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같은 일, 다른 모양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.then 방식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load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.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[]; 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async/await 방식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load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내부적으로는 여전히 Promise입니다.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같은 일, 다른 모양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하는 실수 세 가지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await 를 빠뜨림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대신 Promise { &lt;pending&gt; } 이 담깁니다. 가장 흔합니다.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try/catch 를 안 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통신은 실패하는 것이 정상입니다. 처리하지 않으면 unhandled rejection이 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순서대로 안 해도 되는 것을 순서대로 await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시간이 배로 걸립니다. Promise.all 을 쓰세요.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async 함수는 항상 Promise를 돌려줍니다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async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Promise { 1 }  ← 1이 아닙니다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그래서 async 함수를 부른 쪽도 결과를 쓰려면 await하거나 then을 붙여야 합니다.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실제 모양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7596188" cy="49768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4.2 메서드와 성질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47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47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781300"/>
            <a:ext cx="2247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781300"/>
            <a:ext cx="2247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2781300"/>
            <a:ext cx="3771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781300"/>
            <a:ext cx="3771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안전한가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25000" y="2781300"/>
            <a:ext cx="7620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0" y="2781300"/>
            <a:ext cx="7620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멱등인가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4480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4480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34480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0250" y="34480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(바꾸지 않음)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5000" y="3448050"/>
            <a:ext cx="762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0250" y="3448050"/>
            <a:ext cx="742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41719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4250" y="41719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41719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0250" y="41719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5000" y="4171950"/>
            <a:ext cx="762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20250" y="4171950"/>
            <a:ext cx="742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 (두 번 보내면 두 개 생김)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48958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4250" y="48958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통째로 교체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48958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10250" y="48958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25000" y="4895850"/>
            <a:ext cx="762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20250" y="4895850"/>
            <a:ext cx="742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PATCH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29000" y="56197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4250" y="56197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일부 수정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15000" y="56197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10250" y="56197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25000" y="5619750"/>
            <a:ext cx="762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20250" y="5619750"/>
            <a:ext cx="742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경우에 따라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DELETE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0" y="63436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24250" y="63436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삭제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5000" y="63436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10250" y="63436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25000" y="6343650"/>
            <a:ext cx="762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20250" y="6343650"/>
            <a:ext cx="742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4.2 메서드와 성질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멱등(idempotent) 은 "몇 번 보내도 결과가 같다"는 뜻입니다.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네트워크가 불안해 재시도할 때 안전한지를 판단하는 기준이 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POST가 멱등이 아니라서 "결제 버튼을 두 번 눌러 두 번 결제되는" 사고가 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4.2 메서드와 성질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GET으로 자료를 바꾸면 안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GET은 안전하다고 약속된 메서드라 브라우저가 미리 불러오거나 캐시할 수 있고, 검색엔진 크롤러도 자유롭게 방문합니다.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/delete?id=3 같은 GET 주소를 만들었다가 크롤러가 지나가며 자료를 전부 지운 사고가 실제로 있었습니다.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4.3 상태 코드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39624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흔한 상황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200 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정상 조회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201 Created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433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433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4337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4337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 성공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204 No Content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3870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3870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성공, 본문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3870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3870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 성공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301 / 302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53402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53402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영구 / 임시 이동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53402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53402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 변경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304 Not Modified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2293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2293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바뀜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622935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622935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캐시 사용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400 Bad Request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69246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9050" y="69246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요청이 잘못됨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44300" y="692467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39550" y="692467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보낸 값이 형식에 안 맞음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4.3 상태 코드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2771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277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781300"/>
            <a:ext cx="2247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781300"/>
            <a:ext cx="2247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흔한 상황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7277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7086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401 Unauthorized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4480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3450" y="34480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인증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 안 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7277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7086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403 Forbidden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41719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3450" y="41719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권한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로그인은 했지만 권한 부족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7277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7086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404 Not Found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48958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3450" y="48958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 오타, 파일 없음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7277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7086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409 Conflict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56197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3450" y="56197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충돌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있는 이메일로 가입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7277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7086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500 / 502 / 503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63436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3450" y="63436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오류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쪽 문제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fetch의 오류 처리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무엇이 reject되고 무엇이 안 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여기까지 왔다는 것은 "서버가 응답을 주긴 줬다"는 뜻입니다.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   404도 500도 여기까지 옵니다. reject되지 않습니다.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(!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       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res.ok === (200 &lt;= status &lt; 300)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throw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new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`HTTP ${res.status}`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본문이 JSON이 아니면 여기서 던짐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reject되는 경우: 네트워크 끊김, DNS 실패, CORS 차단, 요청 취소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+ 위에서 우리가 직접 throw한 것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message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fetch를 쓸 때의 체크리스트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res.ok 를 확인했는가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하면 404 응답의 오류 페이지를 정상 데이터로 착각합니다.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try/catch 로 감쌌는가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네트워크는 끊깁니다.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로딩 상태를 화면에 표시했는가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사용자에게 먹통으로 보입니다.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실패 상태를 화면에 표시했는가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콘솔에만 찍으면 사용자는 아무것도 모릅니다.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5.1 CORS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브라우저는 다른 출처(origin)로 보내는 요청을 기본적으로 막습니다.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출처는 프로토콜 + 호스트 + 포트 세 가지가 모두 같아야 같은 것으로 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이런 오류를 만나면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Access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'https://api.example.com/data'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origin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'http://localhost:5500'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has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blocked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CORS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policy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'Access-Control-Allow-Origin'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header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present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이건 내 코드의 문법 오류가 아닙니다.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서버가 "이 출처는 허용한다"는 응답 헤더를 보내야 통과됩니다.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프론트엔드에서 할 수 있는 것이 없습니다.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→ 해결: CORS를 허용한 공개 API를 쓰거나, 서버를 직접 만들거나,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      개발 중에는 프록시를 씁니다.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저장소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저장소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2259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2259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003698" y="2781300"/>
            <a:ext cx="442757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3698" y="2781300"/>
            <a:ext cx="442757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localStorage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9372" y="2781300"/>
            <a:ext cx="517185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9372" y="2781300"/>
            <a:ext cx="517185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sessionStorage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79326" y="2781300"/>
            <a:ext cx="446567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79326" y="2781300"/>
            <a:ext cx="446567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쿠키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82259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63209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수명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03698" y="3448050"/>
            <a:ext cx="44275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8948" y="3448050"/>
            <a:ext cx="42370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지울 때까지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69372" y="3448050"/>
            <a:ext cx="51718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4622" y="3448050"/>
            <a:ext cx="49813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탭을 닫으면 사라짐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79326" y="3448050"/>
            <a:ext cx="44656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74576" y="3448050"/>
            <a:ext cx="42751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만료일까지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82259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63209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용량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03698" y="4171950"/>
            <a:ext cx="44275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8948" y="4171950"/>
            <a:ext cx="42370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5~10MB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69372" y="4171950"/>
            <a:ext cx="51718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4622" y="4171950"/>
            <a:ext cx="49813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5~10MB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79326" y="4171950"/>
            <a:ext cx="44656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74576" y="4171950"/>
            <a:ext cx="42751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4KB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82259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63209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서버 전송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3698" y="4895850"/>
            <a:ext cx="44275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98948" y="4895850"/>
            <a:ext cx="42370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9372" y="4895850"/>
            <a:ext cx="51718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4622" y="4895850"/>
            <a:ext cx="49813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79326" y="4895850"/>
            <a:ext cx="44656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74576" y="4895850"/>
            <a:ext cx="42751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요청마다 자동 전송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182259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63209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JS 접근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03698" y="5619750"/>
            <a:ext cx="44275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98948" y="5619750"/>
            <a:ext cx="42370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69372" y="5619750"/>
            <a:ext cx="51718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64622" y="5619750"/>
            <a:ext cx="49813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679326" y="5619750"/>
            <a:ext cx="44656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774576" y="5619750"/>
            <a:ext cx="42751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HttpOnly면 불가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182259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163209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쓰임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03698" y="6343650"/>
            <a:ext cx="44275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8948" y="6343650"/>
            <a:ext cx="42370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설정·임시 저장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69372" y="6343650"/>
            <a:ext cx="51718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64622" y="6343650"/>
            <a:ext cx="49813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세션 동안만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679326" y="6343650"/>
            <a:ext cx="44656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74576" y="6343650"/>
            <a:ext cx="42751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 세션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안전하게 쓰는 형태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'app-todos'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save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localStorage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setItem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stringify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시크릿 모드, 용량 초과, 브라우저 설정에서 차단 — 실제로 던집니다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warn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'저장 실패'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안전하게 쓰는 형태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load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fallback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[])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localStorage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getItem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fallback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fallback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저장된 값이 깨졌을 수도 있습니다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localStorage에 넣으면 안 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비밀번호·주민번호·카드번호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JavaScript로 누구나 읽을 수 있고, XSS가 통하면 그대로 털립니다.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로그인 토큰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논쟁이 있지만, 보안이 중요한 서비스는 HttpOnly 쿠키를 씁니다.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사라지면 안 되는 자료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사용자가 브라우저를 정리하면 없어집니다. 서버에 두어야 할 것은 서버에.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다른 기기에서도 봐야 하는 것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브라우저에만 있습니다.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7장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저장소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학습·연습 단계에서는 localStorage로 충분합니다.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"이건 이 브라우저에만 남는다" 는 것만 정확히 알고 쓰면 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7장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7장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7장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비동기 처리와 HTTP 통신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12주차 · 13주차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