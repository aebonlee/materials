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2-2 · CTE, Window Function 분석 쿼리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 Function 실습 —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순위·누적·전월 비교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행을 접지 않는 집계를 직접 돌려 상위 N개까지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와 Window 의 차이를 행 수(3행 vs 9행)로 확인한다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OVER 의 ORDER BY 유무로 전체합과 누적이 갈리는 것을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ROW_NUMBER·RANK·DENSE_RANK 를 동점 데이터로 구별하고 LAG 로 전월 비교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rn = 1 실패를 보고 CTE 로 감싸 상위 N개 패턴을 완성한다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monthly_sales 9행이 그대로 있어야 합니다 — 값이 다르면 CTE 실습 1단계로 돌아가 다시 준비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진행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비교부터 이동 평균까지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5단계에서 한 쿼리에 모으고 WINDOW w AS (…) 로 OVER 반복을 줄입니다. 7단계는 미니 과제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1~2.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vs Window · ORDER BY 유무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순위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순위 함수 3종 + 동점 실험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전월 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LAG 로 prev·diff·pct_change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5~6. 모으기·상위 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WINDOW w · WHERE rn 실패 → CTE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7. 이동 평균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ROWS BETWEEN 2 PRECEDING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SUM(amount) — 접히는가, 옆에 붙는가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3행으로 접힌다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전자 3800 · 잡화 2000 · 식품 2400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개별 월 데이터가 사라진다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「이 달이 몇 %」를 한 쿼리로 못 구한다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SUM OVER (PARTITION BY)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9행 그대로, 옆에 cat_total 이 붙는다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전자 세 행 모두 cat_total 3800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amount * 100.0 / cat_total = pct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전자 1월 pct 31.6 (1200/3800) 이면 성공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 BY 하나로 결과가 달라진다 — 전자만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 BY 없음 · total_no_order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 = 파티션 전체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3800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3800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3800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 BY ym · running_total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 = 처음부터 현재 행까지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1200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2700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3800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1.5H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· 동점 실험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생활 2026-01 1200 을 넣으면 세 함수가 갈린다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amount (category)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34823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ROW_NUMBER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34823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RANK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DENSE_RANK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1200 (전자·생활)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893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0412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937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624560" y="34480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9810" y="34480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800 (식품)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893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937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 (건너뜀)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624560" y="41719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9810" y="41719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400 (잡화)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937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624560" y="48958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9810" y="48958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 차이가 「상위 N개」의 결과 개수를 바꾼다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동점이 없는 원래 데이터에선 세 값이 모두 같다 — INSERT ('생활', '2026-01', 1200) 뒤 2026-01 만 ORDER BY amount DESC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1.5H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LAG — 앞 행의 값을 가져와 전월 대비 증감을 계산한다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387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387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prev_amount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6878" y="2781300"/>
            <a:ext cx="1411812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9278" y="2781300"/>
            <a:ext cx="1381332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LAG(amount) OVER (PARTITION BY category ORDER BY ym)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88387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88387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diff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6878" y="3429000"/>
            <a:ext cx="1411812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79278" y="3429000"/>
            <a:ext cx="1381332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amount - LAG(amount) OVER (…)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88387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88387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pct_change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26878" y="4076700"/>
            <a:ext cx="1411812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79278" y="4076700"/>
            <a:ext cx="1381332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ROUND(diff * 100.0 / LAG(amount) OVER (…), 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88387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88387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각 카테고리 첫 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26878" y="4724400"/>
            <a:ext cx="1411812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79278" y="4724400"/>
            <a:ext cx="1381332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prev_amount · diff · pct_change 모두 NULL (앞 행이 없다)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88387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88387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전자 2월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26878" y="5372100"/>
            <a:ext cx="1411812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79278" y="5372100"/>
            <a:ext cx="1381332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diff 300 · pct_change 25.0 이면 성공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첫 행의 NULL 이 거슬리면 LAG(amount, 1, 0) 처럼 세 번째 인자로 기본값 — 단, 0 으로 나누면 증감률이 NULL 이 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 ·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상위 N개 — WHERE 에 바로 쓰면 실패, CTE 로 감싸면 성공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 — WHERE rn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Unknown column 'rn' in 'where clause'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3333274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SELECT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ROW_NUMBER() … AS rn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42974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4426" y="4838700"/>
            <a:ext cx="3333274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4426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WHERE rn =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4426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67776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는 2번, Window 는 5번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성공 — CTE 로 한 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달마다 한 행, 그 달의 1위 카테고리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WITH ranked 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2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ROW_NUMBER() … AS rn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FROM ranked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2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rn 이 실제 컬럼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WHERE rn =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2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바깥에서 거른다</a:t>
            </a:r>
          </a:p>
        </p:txBody>
      </p:sp>
      <p:sp>
        <p:nvSpPr>
          <p:cNvPr id="37" name="Oval 36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6~7단계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ROW_NUMBER 와 RANK — 결과 개수가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ROW_NUMBER · rn = 1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1월은 전자·생활 동점인데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중 하나만 나온다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RANK · rnk = 1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2026-01 이 두 행(생활·전자)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공동 1위를 모두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이동 평균 (과제)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ROWS BETWEEN 2 PRECEDING AND CURRENT ROW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전자: 1200 → 1350 → 1266.7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ROWS BETWEEN 은 창의 범위를 직접 지정 — 「2칸 앞부터 현재 행까지」. 첫 달은 자기 자신, 둘째 달은 2개월 평균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1.5H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값이 나왔으면 통과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3행, Window 9행 — 전자 cat_total 3800, 1월 pct 31.6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total_no_order 3800·3800·3800, running_total 1200→2700→3800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동점 1200 둘: rn 1·2, rnk 1·1 다음 3, dense 1·1 다음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LAG: 첫 달 NULL, 전자 2월 diff 300 · pct_change 25.0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rn = 1 은 Unknown column, CTE 로 감싸면 달마다 1위 한 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이동 평균 전자: 1200 → 1350 → 1266.7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2-2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2-2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문법을 한 장으로 모으고, 동점 실험용으로 넣은 「생활」 행을 지워 실습 데이터를 정리합니다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문법 요약 표 — 하려는 일 → 문법 → 주의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생활 행 DELETE 후 COUNT(*) = 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4가지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 2-3 MongoDB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남겨 둘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monthly_sales 는 2-4 ERD 실습에서 참고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