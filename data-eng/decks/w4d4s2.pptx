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Trino 기반 S3 SQL 엔진 구축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컨테이너와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카탈로그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가 쓴 테이블, Trino 로 그대로 읽기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히어독으로 iceberg.properties 를 쓰고 각 줄의 뜻을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trino:483 을 더한 compose 로 SERVER STARTED 까지 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CLI 로 SHOW CATALOGS · SHOW TABLES 를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엔진의 count·sum 을 대조해 같은 실체임을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값이 다르면 두 엔진이 다른 카탈로그를 보는 것 — rest-catalog.uri 와 warehouse 부터 대조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~/lakehouse 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까지의 컨테이너 넷(orders 6행)이 떠 있는 상태에서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설정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iceberg.properties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서비스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통째 교체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· until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설정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· logs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Added catalog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CLI 접속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같은 테이블?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count·sum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엔진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iceberg.properties — 핵심 일곱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connector.name=iceberg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4480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9130" y="34480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카탈로그가 로드되지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814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814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iceberg.catalog.type=rest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9814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9814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종류 — Spark 와 같아야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5148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5148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rest-catalog.uri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5148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130" y="45148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주소 — 컨테이너 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482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482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rest-catalog.warehouse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50482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9130" y="50482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파일 자리 — Spark 와 같아야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816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816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fs.s3.enabled=true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55816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55816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를 내장 방식으로 읽는 스위치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1150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1150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s3.endpoint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61150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9130" y="61150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주소 — 컨테이너 minio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648450"/>
            <a:ext cx="7002780" cy="4572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648450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s3.path-style-access=true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6648450"/>
            <a:ext cx="8961120" cy="457200"/>
          </a:xfrm>
          <a:prstGeom prst="roundRect">
            <a:avLst>
              <a:gd name="adj" fmla="val 8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9130" y="6648450"/>
            <a:ext cx="8770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는 true 여야 한다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전문 열 줄은 사이트 본문의 히어독 한 상자로. 줄 끝 # 주석은 값으로 읽히니 붙이지 않는다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rest-catalog.uri 와 warehouse 가 Spark 의 spark-defaults.conf 와 다르면 「각자 다른 테이블」을 보게 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를 바꾸고 trino 띄우기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358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358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8881" y="2781300"/>
            <a:ext cx="146661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1281" y="2781300"/>
            <a:ext cx="143613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판 통째 교체 + trino 서비스 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358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358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78881" y="3429000"/>
            <a:ext cx="146661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1281" y="3429000"/>
            <a:ext cx="143613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image: trinodb/trino:483 · ports "8080:8080"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358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358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볼륨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78881" y="4076700"/>
            <a:ext cx="146661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1281" y="4076700"/>
            <a:ext cx="143613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./catalog:/etc/trino/catalog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358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358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78881" y="4724400"/>
            <a:ext cx="146661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31281" y="4724400"/>
            <a:ext cx="143613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→ trino 만 Started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358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358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78881" y="5372100"/>
            <a:ext cx="146661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1281" y="5372100"/>
            <a:ext cx="143613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until … grep -q "SERVER STARTED" → Trino 준비 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3358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3358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78881" y="6019800"/>
            <a:ext cx="146661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1281" y="6019800"/>
            <a:ext cx="143613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에 다섯 Up · trino (healthy)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실측 18초 · 43초 — SERVER STARTED 전에 붙으면 연결 거부. 그래서 until 줄로 기다린다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설정이 읽혔는지, 연결이 되는지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 파일이 하나 보인다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trino ls -la /etc/trino/catalog/ → iceberg.properties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올라갔다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-E "Added catalog|has been replaced" → Added 한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에서 카탈로그·테이블이 보인다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 → iceberg · system · SHOW TABLES →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에 channel 이 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컬럼 — 4-2 에서 ADD COLUMN 한 열이 카탈로그로 전달됐다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파일이 안 보이면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./catalog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경로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오늘의 핵심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옮기지 않았는데 같은 값이 나오는가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— iceberg.lakehouse.orders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trino&gt; 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… ORDER BY order_id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AS cnt, sum(amount) AS total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실측: 6행 · cnt 6 · total 165000.0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— demo.lakehouse.orders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터미널에서 cd ~/lakehouse 부터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spark-iceberg spark-sql -e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AS cnt, sum(amount) AS total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실측: 6 · 165000.0 — Trino 와 같다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SERVER STARTED 전에 CLI 로 붙어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아직 부팅 중일 때 어떻게 죽는지 보고, until 줄이 왜 필요한지 확인합니다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지우고 다시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 -sf trino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up -d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곧바로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-it trino trino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오류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Failed to connect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 … :8080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아직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부팅 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기다린 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until 줄로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준비 완료 → 재조회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「Trino 준비 완료」 뒤 ps 에 다섯 Up · trino (healthy)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logs 에 Added catalog iceberg 한 줄, 바뀐 이름 경고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 에 iceberg · system, SHOW TABLES 에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에 channel varchar 까지 다섯 컬럼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와 Spark 모두 6 · 165000.0 — 같은 실체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주의: s3.endpoint 를 localhost 로 쓰면 SELECT 가 136초 멈춘다 — minio:9000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Trino SQL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집계·CTAS·타임 트래블을 Trino 문법으로 해 보고, Spark 와의 문법 차이를 정리합니다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고객별·채널별 집계와 윈도 함수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CTAS 로 daily_sales 만들고 Spark 에서 읽기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"orders$snapshots" 와 FOR VERSION AS 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INSERT·DELETE 뒤 Spark 에서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CLI 접속 · 두 엔진 6 · 165000.0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