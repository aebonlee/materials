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· DAG 이해 및 유즈케이스 연구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DAG 작성 — PythonOperator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세 개로 순서·병렬·재시도·실패를 직접 겪는다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hello_dag 를 dags/ 에 저장해 웹 UI 목록에서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tasks test 로 태스크 하나를 단위 실행한다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etl_practice 를 unpause → trigger 로 수동 실행한다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중간 태스크를 실패시켜 upstream_failed 와 Clear 를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사전 준비 — docker compose ps 로 전 서비스 healthy 확인, 내려가 있으면 up -d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아홉 단계 — ~/airflow-lab/dags 에 파일 세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dags/ 는 컨테이너 안 /opt/airflow/dags 에 마운트 — 저장하면 Airflow 가 자동으로 읽어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hello_dag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저장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파싱 오류 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tasks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하나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단위 실행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etl_practice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 DAG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unpause·trigger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실패·Clear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raise 넣기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 지점부터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8·9. fan_practice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병렬·합류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순환 오류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핵심 명령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변수 하나로 — 스케줄러 컨테이너의 airflow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파싱 오류 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list-import-errors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단위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tasks test hello_dag say_hello 2026-01-01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활성화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unpause etl_practice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trigger etl_practice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목록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list-runs -d etl_practice | head -5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새로 만든 DAG 는 기본이 일시정지(paused) — unpause 를 빼면 트리거해도 회색에 머문다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CLI="docker compose exec airflow-scheduler airflow" 를 먼저 선언해 두면 매번 길게 치지 않아도 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구문 오류 파일을 넣어 보고, 태스크 하나만 돌려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broken.py 로 구문 오류를 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"from airflow import DAG(((" &gt; dags/broken.py → sleep 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list-import-errors 에 표로 나온다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UI 상단에도 빨간 Import Error — 확인했으면 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tasks test hello_dag say_hello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 중간에 hello, airflow! · 마지막에 SUCCESS 면 성공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DAG 가 안 보일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가장 먼저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 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tasks test 는 DAG 를 켜지 않아도 돌고 메타데이터 DB 에 기록도 남기지 않는다 — 개발 중 가장 많이 쓰는 명령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etl_practice — t1 &gt;&gt; t2 &gt;&gt; t3 세 태스크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1) 데이터 수집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transform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2) 데이터 변환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3) 적재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schedule=None(수동 트리거 전용) · catchup=False · default_args={"retries": 1, "retry_delay": 30초}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Graph 화면에 화살표로 이어진 순서도가 보이면 unpause → trigger · Grid 에서 세 칸이 순서대로 초록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 에 raise 를 넣고 — 실패 지점부터만 다시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이론에서 본 「실패한 태스크만 골라 재실행」을 직접 겪어 봅니다 — cron 과 다른 지점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raise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ValueError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후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Grid 색 관찰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노랑 → 빨강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load 는 주황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raise 삭제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저장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빨간 transform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칸을 눌러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재실행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transform → load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 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Grid 에서 보이는 것 — 실패 전후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실패했을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extract 는 초록 그대로 — 여기가 cron 과 다르다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transform 노랑(재시도 대기) → 빨강(실패)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load 주황(upstream_failed) — 시작 안 함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칸 Logs 탭에서 print 출력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Clear 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태스크와 그 뒤 태스크만 다시 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extract 는 다시 돌지 않는다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transform → load 만 실행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안 돌리는 것 — Airflow 를 쓰는 가장 큰 이유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8·9단계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fan_practice — 갈라졌다 합류, 그리고 순환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start &gt;&gt; [a, b] &gt;&gt;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Graph 가 갈라졌다 합류하는 모양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시작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branch_a · branch_b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동시에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end &gt;&gt; start 를 잠깐 더하면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sleep 40 뒤 list-import-errors — 순환(cycle) 오류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Acyclic 은 규칙이 아니라 강제</a:t>
            </a:r>
          </a:p>
        </p:txBody>
      </p:sp>
      <p:sp>
        <p:nvSpPr>
          <p:cNvPr id="30" name="Oval 2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확인했으면 그 줄을 지운다</a:t>
            </a:r>
          </a:p>
        </p:txBody>
      </p:sp>
      <p:sp>
        <p:nvSpPr>
          <p:cNvPr id="32" name="Oval 3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워커가 하나면 A·B 가 순차로 보일 수 있다 — 관찰 대상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UI DAG 목록에 hello_dag 가 나타났다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broken.py 가 list-import-errors 표에 잡혔고, 지웠다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tasks test 로그에 hello, airflow! 와 SUCCESS 가 찍혔다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 실패 때 load 가 upstream_failed 로 멈췄다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Clear 뒤 extract 는 다시 돌지 않고 transform → load 만 돌았다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end &gt;&gt; start 순환이 cycle 오류로 거부됐다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유즈케이스 연구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 사례 다섯을 훑고, 7주 동안 만든 파이프라인을 태스크로 쪼개 8-3 의 골격 DAG 를 그립니다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 ETL·ML 재학습·리포트·품질 점검·RAG 갱신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태스크마다 「멱등한가」 적기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pipeline_skeleton 골격 DAG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분해안 문서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dags/ 의 세 파일과 Grid 색 기억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