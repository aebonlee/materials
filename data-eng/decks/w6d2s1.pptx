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6-2 · Docker 기반 Kafka 클러스터 · 이론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0" b="1" spc="-280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KRaft 필수 설정과 리스너 2계층 구조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334000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접속은 되는데 메시지가 안 오간다 — 원인은 리스너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listeners 와 advertised.listeners 의 차이를 설명한다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컨테이너 안과 밖에서 닿는 주소가 왜 다른지 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단일 브로커에서 내부 토픽 복제 수를 1로 주는 이유를 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컨슈머 그룹의 파티션 분배와 LAG 의 뜻을 말할 수 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2.5H 실습에서 이 설정을 compose 로 직접 쓰고 두 경로로 접속해 확인합니다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6-2 · 이론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1. 두 번 접속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클라이언트는 두 번 접속한다 — 대표번호, 그리고 직통번호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16890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1689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(1) 첫 접속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516890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490220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bootstrap-server 로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아무 브로커에나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33095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59550" y="2781300"/>
            <a:ext cx="516890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9550" y="2781300"/>
            <a:ext cx="51689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(2) 안내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59550" y="3657600"/>
            <a:ext cx="516890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92900" y="3657600"/>
            <a:ext cx="490220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「나에게 다시 붙으려면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 주소로」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174750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976100" y="2781300"/>
            <a:ext cx="516890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976100" y="2781300"/>
            <a:ext cx="51689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(3) 재접속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976100" y="3657600"/>
            <a:ext cx="516890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109450" y="3657600"/>
            <a:ext cx="490220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안내받은 주소로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실제 송수신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(2)의 주소가 advertised.listeners — Kafka 에서 가장 흔한 장애가 여기서 난다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(2)에서 알려 준 주소가 클라이언트 쪽에서 닿지 않으면 (1)은 성공하고 (3)에서 조용히 끊긴다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6-2 · 이론 1H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1. 두 번 접속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listeners 와 advertised.listeners — 둘은 다를 수 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listeners — 실제로 여는 포트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전화기를 놓는 자리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브로커가 실제로 열어 두는 포트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예: :29092 를 연다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열려 있어도 안내가 틀리면 소용없다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advertised.listeners — 안내 주소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안내하는 직통번호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클라이언트에 「이 주소로 다시 접속하세요」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예: kafka:29092 라고 안내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클라이언트 입장에서 닿는 주소여야 한다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6-2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2. 리스너 2계층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왜 리스너가 둘 이상인가 — 누가 붙느냐에 따라 주소가 다르다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700278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70027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접속하는 쪽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83880" y="2781300"/>
            <a:ext cx="47625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닿는 주소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984480" y="2781300"/>
            <a:ext cx="41605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984480" y="2781300"/>
            <a:ext cx="41605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리스너 이름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같은 compose 안의 다른 컨테이너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913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kafka:29092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984480" y="3448050"/>
            <a:ext cx="41605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079730" y="3448050"/>
            <a:ext cx="39700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PLAINTEXT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내 컴퓨터(호스트)의 프로그램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8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913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localhost:9092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984480" y="4171950"/>
            <a:ext cx="41605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079730" y="4171950"/>
            <a:ext cx="39700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EXTERNAL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브로커끼리(메타데이터 합의)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8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913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kafka:29093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984480" y="4895850"/>
            <a:ext cx="41605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079730" y="4895850"/>
            <a:ext cx="39700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CONTROLLER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56388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1-5·4-1 에서 본 「밖에서는 localhost, 안에서는 서비스 이름」이 설정으로 드러나는 자리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리스너를 하나만 두면 둘 중 하나가 반드시 깨진다 — 그래서 PLAINTEXT·EXTERNAL 둘 다 선언한다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6-2 · 이론 1H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3. KRaft 설정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KRaft — ZooKeeper 없이 브로커가 컨트롤러를 겸한다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66827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6827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설정(KAFKA_ 뒤)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2781300"/>
            <a:ext cx="92811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781300"/>
            <a:ext cx="92811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668274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64922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NODE_ID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448050"/>
            <a:ext cx="92811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9090" y="3448050"/>
            <a:ext cx="90906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 노드의 번호 — 클러스터에서 고유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43375"/>
            <a:ext cx="668274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43375"/>
            <a:ext cx="64922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PROCESS_ROLES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4143375"/>
            <a:ext cx="92811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9090" y="4143375"/>
            <a:ext cx="90906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broker,controller — 두 역할을 겸함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38700"/>
            <a:ext cx="668274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38700"/>
            <a:ext cx="64922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CONTROLLER_QUORUM_VOTERS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4838700"/>
            <a:ext cx="92811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9090" y="4838700"/>
            <a:ext cx="90906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1@kafka:29093 — 컨트롤러 후보 목록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534025"/>
            <a:ext cx="668274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534025"/>
            <a:ext cx="64922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CONTROLLER_LISTENER_NAMES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40" y="5534025"/>
            <a:ext cx="92811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9090" y="5534025"/>
            <a:ext cx="90906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컨트롤러 통신에 쓸 리스너 이름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229350"/>
            <a:ext cx="668274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229350"/>
            <a:ext cx="64922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INTER_BROKER_LISTENER_NAME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0" y="6229350"/>
            <a:ext cx="92811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9090" y="6229350"/>
            <a:ext cx="90906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브로커끼리 쓸 리스너 이름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924675"/>
            <a:ext cx="668274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6924675"/>
            <a:ext cx="64922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*_REPLICATION_FACTOR: 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63840" y="6924675"/>
            <a:ext cx="92811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9090" y="6924675"/>
            <a:ext cx="90906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내부 토픽 복제 수 — 단일 브로커라 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단일 브로커에서는 복제 수 설정 3개를 반드시 1로 — 내부 토픽 생성이 실패하면 컨슈머 그룹이 동작하지 않는다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6-2 · 이론 1H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4. 컨슈머 그룹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같은 그룹의 컨슈머가 파티션을 나눠 갖는다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604266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0426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상황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0" y="2781300"/>
            <a:ext cx="99212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2781300"/>
            <a:ext cx="99212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무슨 일이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604266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58521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파티션 3, 컨슈머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0" y="3448050"/>
            <a:ext cx="99212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9010" y="3448050"/>
            <a:ext cx="97307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컨슈머가 3개 다 맡음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43375"/>
            <a:ext cx="604266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43375"/>
            <a:ext cx="58521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파티션 3, 컨슈머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4143375"/>
            <a:ext cx="99212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9010" y="4143375"/>
            <a:ext cx="97307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2개 + 1개로 나뉨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38700"/>
            <a:ext cx="604266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38700"/>
            <a:ext cx="58521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파티션 3, 컨슈머 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23760" y="4838700"/>
            <a:ext cx="99212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9010" y="4838700"/>
            <a:ext cx="97307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하나씩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534025"/>
            <a:ext cx="604266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534025"/>
            <a:ext cx="58521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파티션 3, 컨슈머 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23760" y="5534025"/>
            <a:ext cx="99212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9010" y="5534025"/>
            <a:ext cx="97307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명은 논다 — 파티션보다 많으면 낭비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229350"/>
            <a:ext cx="604266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229350"/>
            <a:ext cx="58521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컨슈머 하나가 죽음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23760" y="6229350"/>
            <a:ext cx="99212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9010" y="6229350"/>
            <a:ext cx="97307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리밸런싱 — 남은 컨슈머가 넘겨받음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924675"/>
            <a:ext cx="604266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6924675"/>
            <a:ext cx="58521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다른 그룹의 컨슈머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23760" y="6924675"/>
            <a:ext cx="99212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9010" y="6924675"/>
            <a:ext cx="97307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독립적으로 전부 읽음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병렬로 읽을 수 있는 상한 = 파티션 수 — 5주차 Spark 의 「파티션 수가 병렬의 상한」과 같은 이야기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6-2 · 이론 1H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5. LAG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LAG — 얼마나 밀렸는가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LOG-END-OFFSET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 파티션에 쌓인 마지막 위치 — Producer 가 만든 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CURRENT-OFFSET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컨슈머가 읽은 위치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LAG = LOG-END-OFFSET − CURRENT-OFFSET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 이면 따라잡은 것, 계속 커지면 소비가 생산을 못 따라가는 것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운영에서 가장 먼저 보는 지표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LAG 0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= 따라잡음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6-2 · 이론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6. 보존 기간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retention — 며칠치를 되감아 읽을 수 있어야 하는가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retention.ms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토픽의 메시지 보존 기간 — 지나면 오래된 세그먼트부터 삭제, 기본 7일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retention.bytes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용량 기준 보존 — 둘 중 먼저 걸리는 쪽이 적용된다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지나면 못 읽는다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보존 기간이 지나면 --from-beginning 으로도 못 읽는다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정하는 기준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「며칠치를 되감아 읽을 수 있어야 하는가」— 재처리가 잦으면 길게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6-2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1시간에서 꼭 가져갈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안내받은 주소로 다시 붙는다 — advertised.listeners 가 틀리면 조용히 깨진다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컨테이너 안과 밖은 닿는 주소가 달라 리스너를 둘 이상 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단일 브로커에서는 내부 토픽 복제 수를 전부 1로 준다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같은 그룹의 컨슈머가 파티션을 나눠 갖고, 파티션 수가 병렬의 상한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LAG 은 「얼마나 밀렸는가」— 운영에서 가장 먼저 보는 지표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6-2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6-2 · 이론 1H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토픽 관리·컨슈머 그룹 실습 (2.5H)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compose 로 KRaft 브로커를 띄우고, 두 경로로 붙고, 컨슈머를 끄고 늘리며 LAG 과 리밸런싱을 눈으로 확인합니다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compose 로 KRaft 브로커 기동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kafka:29092 · localhost:9092 두 경로 접속 확인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orders 토픽 생성 · retention.ms 변경·복원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컨슈머 그룹 LAG · 분배 · 리밸런싱 관찰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rm -fv kafka · week6 폴더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