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Pandas·DuckDB 하이브리드 가공 · 수업 전 10분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실습점검 · 환경재설정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3주차 마지막 날 — 원본·가상환경·duckdb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왜 점검하나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3-5 는 3-1 의 원본 orders.csv 를 다시 꺼낸다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orders.csv 가 그대로인가 — 36244 bytes · wc -l 1016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week3 가상환경 — 3.0.6 25.0.1 1.5.6 …/week3/.venv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파일을 미리 안다 — 단계마다 작은 파일 하나씩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내일 4-1 은 도커로 돌아간다 — 순서만 미리 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새로 설치할 것은 없다 — 결측 30 · 공백 20 · 중복 15 를 정리하는 날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다섯 단계 — 지우는 것 없이 확인만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재설정(4단계)은 처음부터 다시 하고 싶을 때만 — 산출물 제출 전에는 하지 않는다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원본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 · wc -l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1016 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2. venv·판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3.0.6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duckdb 1.5.6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오늘 만들 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 일곱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parquet · md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재설정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것만 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4-1 미리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도커 순서만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치지 않는다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1·2단계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원본과 가상환경 — 명령 셋이면 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폴더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78581" y="27813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30981" y="27813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~/data-eng/week3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78581" y="34290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30981" y="34290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ls -l make_orders.py orders.csv · wc -l orders.csv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켜기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78581" y="40767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230981" y="40767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source .venv/bin/activate — Windows(WSL2)·macOS·리눅스 같다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8581" y="47244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30981" y="47244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python3 -c "import sys, pandas, pyarrow, duckdb; print(…)"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935581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없으면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078581" y="5372100"/>
            <a:ext cx="15066419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0981" y="5372100"/>
            <a:ext cx="14761619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make_orders.py(시드 고정) · pip install duckdb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확인 포인트: 36244 bytes · 1016 줄(머리글 1 + 1015행) · 3.0.6 25.0.1 1.5.6 …/week3/.venv 가 한 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수업 전 10분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만드는 파일 — 누가 만들고 누가 쓰나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0372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만드나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0" y="2781300"/>
            <a:ext cx="4800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누가 쓰나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baseline.py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03720" y="3448050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8970" y="3448050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1단계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344400" y="3448050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39650" y="3448050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clean_orders.py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4044043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98970" y="4044043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2단계 → 6단계 최종본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344400" y="4044043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39650" y="4044043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3·4단계 import · 제출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orders_clean.parquet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4640036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8970" y="4640036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2·6단계 · 1H 5단계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640036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439650" y="4640036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리포트 · 교차 검증 · 제출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check_rerun.py 외 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903720" y="5236029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8970" y="5236029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1.5H 3·4·5단계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2344400" y="5236029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439650" y="5236029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quality_report.py·csv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903720" y="5832021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8970" y="5832021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1단계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2344400" y="5832021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439650" y="5832021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2단계 · 제출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improve·crosscheck.py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903720" y="6428014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98970" y="6428014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2·3단계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344400" y="6428014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439650" y="6428014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오늘만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57226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55321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quality_report.md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903720" y="7024007"/>
            <a:ext cx="540258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98970" y="7024007"/>
            <a:ext cx="52120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1H 4단계 (편집기)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2344400" y="7024007"/>
            <a:ext cx="48006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9650" y="7024007"/>
            <a:ext cx="46101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clean_orders.py 는 6단계에서 최종본으로 통째로 바꾼다 · 3·4단계는 이 파일을 import 하니 같은 폴더에서 실행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수업 전 10분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 · 환경 재설정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것만 처음부터 — 3-1~3-4 파일은 남긴다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-f 오늘 만든 파일 (두 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baseline.py … crosscheck.py · t1·t2.parquet — 노트 4단계 명령 그대로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-rf __pycache__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import 할 때 파이썬이 만든 캐시 폴더라 지워도 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3-1~3-4 의 파일만 남으면 끝 — 직접 쓴 quality_report.md 는 지우지 않는다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제출 전에는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재설정하지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않는다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수업 전 10분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· 내일 4-1 미리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2주 만에 도커로 — 순서만 보고 치지 않는다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켜기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version --format '{{.Server.Version}}' 로 확인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 이미지 두 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pull pgsty/minio (216MB) · docker pull pgsty/mc (76.5MB)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~/lakehouse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폴더가 바뀐다 — 4-1 실습 1단계에서 만든다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3주차 마감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10-16(금)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23:59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내일 실습점검에서 켜기 · 9000·9001 포트 · 이미지 받기를 차례로 — 오늘 밤 이미지만 미리 받아 두면 좋다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수업 전 10분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파이썬, 이만큼이면 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새로 나오는 문법 6가지 — W3Schools 로 연결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33909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33909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33909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33909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타입 힌트 -&gt; pd.DataFrame · int() 로 보통 정수로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43815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43815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고르기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43815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43815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~ 로 True/False 뒤집기 · dict.values() 로 값만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5372100"/>
            <a:ext cx="1428750" cy="8191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53721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멈추기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53721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53721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any(v &gt; 0 for v in …) · raise SystemExit(1) → $? 가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2-5 · 3-1~3-4 표에 나온 것(def · if __name__ · from … import 등)은 뺐다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3-5 · 수업 전 10분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3-5 · 수업 전 10분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이론 1H — 하이브리드 파이프라인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(.venv) 가 켜진 터미널은 그대로 두세요. 실습 1.5H 에서 바로 씁니다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줄이는 DuckDB · 다듬는 Pandas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품질 점검 항목 다섯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결측 처리 — 정답보다 근거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측정 → 수정 → 측정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켜 둘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(.venv) 터미널 · orders.csv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