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10/29(목)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CSS3 고급 활용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Flexbox, Grid, 반응형 웹 디자인 기초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Flexbox의 주축·교차축 개념을 이해하고 정렬 속성을 정확히 쓸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Grid로 2차원 격자를 만들고 minmax·auto-fit을 활용할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미디어쿼리로 화면 폭에 따라 배치를 바꿀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미디어쿼리가 뒤 규칙에 덮여 죽는 문제를 진단하고 고칠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 변수로 색과 여백을 한 곳에서 관리할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631382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1382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flex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9632" y="2781300"/>
            <a:ext cx="174537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632" y="2781300"/>
            <a:ext cx="174537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justify-content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0252" y="2781300"/>
            <a:ext cx="138582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0252" y="2781300"/>
            <a:ext cx="138582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align-items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1330" y="2781300"/>
            <a:ext cx="63855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1330" y="2781300"/>
            <a:ext cx="63855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25133" y="2781300"/>
            <a:ext cx="65780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5133" y="2781300"/>
            <a:ext cx="65780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grid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8189" y="2781300"/>
            <a:ext cx="104639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8189" y="2781300"/>
            <a:ext cx="104639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minmax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9829" y="2781300"/>
            <a:ext cx="101112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9829" y="2781300"/>
            <a:ext cx="101112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auto-fit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6205" y="2781300"/>
            <a:ext cx="117218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26205" y="2781300"/>
            <a:ext cx="117218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미디어쿼리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93640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3640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모바일 우선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509370" y="2781300"/>
            <a:ext cx="109278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09370" y="2781300"/>
            <a:ext cx="109278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CSS 변수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Flexbox — 한 줄 정렬의 표준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Flexbox는 한 방향(가로 또는 세로)으로 요소를 늘어놓고 정렬하는 도구입니다.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켜는 곳은 자식이 아니라 부모입니다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.container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← 부모(flex container)에 선언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flex;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.container의 자식들(flex item)이 자동으로 가로로 늘어섭니다.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BD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내비게이션 메뉴, 카드 나열, 버튼 묶음, 가운데 정렬 — 실무에서 가장 많이 쓰는 배치 도구입니다.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주축과 교차축 — 이것만 이해하면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Flexbox에는 두 개의 축이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주축(main axis) 은 요소가 늘어서는 방향, 교차축(cross axis) 은 그것과 직각인 방향입니다.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flex-direction 이 주축을 정합니다.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주축과 교차축 — 이것만 이해하면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832074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83207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flex-direction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13174" y="2781300"/>
            <a:ext cx="135337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13174" y="2781300"/>
            <a:ext cx="135337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4652" y="2781300"/>
            <a:ext cx="135337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4652" y="2781300"/>
            <a:ext cx="135337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교차축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96130" y="2781300"/>
            <a:ext cx="834887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130" y="2781300"/>
            <a:ext cx="834887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justify-content가 움직이는 방향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4832074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46415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row (기본값)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3174" y="3448050"/>
            <a:ext cx="135337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424" y="3448050"/>
            <a:ext cx="116287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가로 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4652" y="3448050"/>
            <a:ext cx="135337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9902" y="3448050"/>
            <a:ext cx="116287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세로 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96130" y="3448050"/>
            <a:ext cx="834887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91380" y="3448050"/>
            <a:ext cx="815837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4832074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46415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column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13174" y="4171950"/>
            <a:ext cx="135337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08424" y="4171950"/>
            <a:ext cx="116287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세로 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4652" y="4171950"/>
            <a:ext cx="135337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9902" y="4171950"/>
            <a:ext cx="116287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가로 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96130" y="4171950"/>
            <a:ext cx="834887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91380" y="4171950"/>
            <a:ext cx="815837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4832074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46415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row-reverse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13174" y="4895850"/>
            <a:ext cx="135337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08424" y="4895850"/>
            <a:ext cx="116287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가로 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4652" y="4895850"/>
            <a:ext cx="135337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9902" y="4895850"/>
            <a:ext cx="116287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세로 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96130" y="4895850"/>
            <a:ext cx="834887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91380" y="4895850"/>
            <a:ext cx="815837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가로(역방향)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헷갈릴 때 이렇게 기억하세요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justify-content = 주축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을 따라 정렬 (요소가 늘어서는 방향)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align-items = 교차축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을 따라 정렬 (직각 방향)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flex-direction: column 이면 둘의 방향이 뒤바뀝니다. 안 먹는 것 같으면 direction부터 확인하세요.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 container 속성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.container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flex;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flex-direction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row;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row | column | row-reverse | column-reverse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justify-content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center;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주축 정렬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flex-start   ■■■□□□□□□   왼쪽 몰기 (기본)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center       □□□■■■□□□   가운데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flex-end     □□□□□□■■■   오른쪽 몰기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space-between ■□□■□□□□■  양끝 붙이고 사이 균등  ← 헤더에 많이 씀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space-around  □■□□■□□■□  각자 좌우 균등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 container 속성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space-evenly  □■□■□■□    간격 완전 균등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align-items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center;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교차축 정렬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stretch(기본) | flex-start | center | flex-end | baseline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flex-wrap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wrap;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넘치면 다음 줄로 (기본은 nowrap: 찌그러짐)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요소 사이 간격. margin보다 훨씬 편하다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24px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행 간격 열 간격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완벽한 가운데 정렬 — 세 줄이면 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.center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flex;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justify-content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center;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가로 가운데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align-items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center;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세로 가운데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height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300px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Flexbox 이전에는 이 간단한 것을 하려고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온갖 편법을 써야 했습니다. 지금은 세 줄입니다.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 item 속성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.item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flex-grow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남는 공간을 나눠 가진다 (0 = 안 늘어남)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flex-shrink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공간이 모자라면 줄어든다 (0 = 안 줄어듦)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flex-basis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220px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기본 크기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flex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220px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위 셋을 한 줄로 (grow shrink basis)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flex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= flex: 1 1 0  — "균등하게 나눠 가져라"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align-self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flex-end;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이 요소만 교차축 정렬을 다르게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order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순서 바꾸기 (HTML은 그대로)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1.3 자식에 주는 속성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629275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62927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자주 쓰는 조합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0375" y="2781300"/>
            <a:ext cx="1033462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0375" y="2781300"/>
            <a:ext cx="1033462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62927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43877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flex: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0375" y="3448050"/>
            <a:ext cx="1033462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5625" y="3448050"/>
            <a:ext cx="1014412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남는 공간을 균등하게 나눠 가진다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562927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543877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flex: 1 1 220px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0375" y="4171950"/>
            <a:ext cx="1033462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5625" y="4171950"/>
            <a:ext cx="1014412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220px인데 늘어나도 줄어도 된다 — 반응형 카드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562927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543877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flex: 0 0 200px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0375" y="4895850"/>
            <a:ext cx="1033462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5625" y="4895850"/>
            <a:ext cx="1014412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무슨 일이 있어도 200px 고정 — 사이드바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562927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543877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margin-left: auto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0375" y="5619750"/>
            <a:ext cx="1033462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5625" y="5619750"/>
            <a:ext cx="1014412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요소부터 오른쪽 끝으로 밀기 — 헤더의 로그인 버튼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기본값 nowrap의 함정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❌ 좁은 화면에서 카드가 찌그러진다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cards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flex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✅ 넘치면 다음 줄로 내려간다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cards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flex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flex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wrap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wrap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cards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 *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flex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220px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220px 아래로는 안 줄어들고 줄바꿈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1.4 flex-wrap을 빠뜨리면 생기는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Flexbox에 flex-wrap: wrap 과 flex-basis 를 함께 주면 미디어쿼리 없이도 반응형이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6주차에서 Grid의 auto-fit 과 함께 다시 다룹니다.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Flexbox 실전 패턴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헤더 — 로고 왼쪽, 메뉴 오른쪽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&lt;header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"nav"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&lt;strong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"logo"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MySite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&lt;/strong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&lt;nav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&lt;ul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"menu"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"#"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소개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"#"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작업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"#"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연락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&lt;/ul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&lt;/nav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&lt;/header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헤더 — CSS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.nav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flex;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justify-content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space-between;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양끝으로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align-items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center;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세로 가운데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height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border-bottom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solid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#e5e7eb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.menu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flex;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헤더 — CSS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list-style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none;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⚠ 점(•) 없애기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⚠ ul의 기본 왼쪽 여백 없애기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margin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.menu a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text-decoration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none;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#4b5563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.menu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hover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#4338ca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② 미디어 오브젝트 — 이미지 옆에 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.media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flex;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align-items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flex-start;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위쪽 정렬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.media img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flex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80px 고정 — 안 늘고 안 줄고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border-radius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%;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.media .body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flex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나머지 전부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③ 푸터를 화면 아래에 붙이기 (내용이 짧아도)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body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flex;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flex-direction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column;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min-height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100vh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화면 높이만큼 최소 확보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margin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main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flex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본문이 남는 공간을 다 차지 → 푸터가 아래로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흔한 실수 모음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display: flex 를 자식에 줬다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부모에 줘야 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flex-wrap 을 안 줘서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좁은 화면에서 다 찌그러진다.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ul 의 list-style: none; padding: 0; 을 빠뜨려서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점과 들여쓰기가 남는다.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align-items 와 justify-content 를 바꿔 썼다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direction이 column이면 뒤바뀝니다.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gap 대신 margin 을 써서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맨 끝에도 여백이 남는다. gap을 쓰세요.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Grid — 행과 열이 있는 2차원 배치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Flexbox가 한 줄을 다루는 도구라면, Grid는 행과 열이 모두 있는 격자를 다루는 도구입니다.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Grid — 행과 열이 있는 2차원 배치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004709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00470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185809" y="2781300"/>
            <a:ext cx="677126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5809" y="2781300"/>
            <a:ext cx="677126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Flexbox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95170" y="2781300"/>
            <a:ext cx="714983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95170" y="2781300"/>
            <a:ext cx="714983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00470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81420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차원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85809" y="3448050"/>
            <a:ext cx="677126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81059" y="3448050"/>
            <a:ext cx="658076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1차원 (한 방향)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95170" y="3448050"/>
            <a:ext cx="714983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90420" y="3448050"/>
            <a:ext cx="695933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2차원 (행 + 열)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00470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81420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85809" y="4171950"/>
            <a:ext cx="677126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81059" y="4171950"/>
            <a:ext cx="658076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내용 중심 — 내용이 크기를 정한다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95170" y="4171950"/>
            <a:ext cx="714983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90420" y="4171950"/>
            <a:ext cx="695933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틀 중심 — 격자를 먼저 정하고 채운다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00470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81420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잘 맞는 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85809" y="4895850"/>
            <a:ext cx="677126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81059" y="4895850"/>
            <a:ext cx="658076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내비게이션, 버튼 묶음, 카드 한 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95170" y="4895850"/>
            <a:ext cx="714983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90420" y="4895850"/>
            <a:ext cx="695933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갤러리, 대시보드, 페이지 전체 뼈대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00470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81420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85809" y="5619750"/>
            <a:ext cx="677126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81059" y="5619750"/>
            <a:ext cx="658076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더 자주 쓴다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95170" y="5619750"/>
            <a:ext cx="714983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90420" y="5619750"/>
            <a:ext cx="695933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큰 틀에 쓴다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사진 갤러리, 대시보드, 페이지 전체 레이아웃처럼 가로세로가 모두 중요한 곳에 씁니다.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Grid — 행과 열이 있는 2차원 배치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둘은 경쟁 관계가 아닙니다.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큰 틀은 Grid로 잡고, 각 칸 안은 Flexbox로 정렬하는 조합이 가장 흔합니다.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Grid 켜기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.grid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grid;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3열: 고정 · 남는 만큼 · 고정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grid-template-rows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auto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auto;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3행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fr은 "fraction(조각)"입니다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균등 3등분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repeat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위와 같음 — repeat로 줄여 쓰기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2:1 비율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왼쪽 고정, 오른쪽 나머지 전부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실무에서 반드시 알아야 할 함정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❌ 안에 든 것이 크면 칸이 안 줄어든다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repeat(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✅ 내용이 커도 칸이 줄어든다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repeat(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minmax(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왜? 1fr의 최소 크기는 auto(=내용 크기)입니다.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긴 URL이나 넓은 표가 안에 들어가면 그 칸이 안 줄어들어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격자가 통째로 화면 밖으로 삐져나갑니다.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minmax(0, 1fr)은 최소를 0으로 못 박아 이걸 막습니다.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미디어쿼리 없는 반응형 격자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.gallery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grid;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repeat(auto-fit, minmax(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240px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읽는 법: "240px보다 작아지지 않는 칸을, 들어가는 만큼 만들어라"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→ 화면이 1000px이면 4열, 600px이면 2열, 300px이면 1열.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브레이크포인트를 하나도 안 썼는데 반응형입니다.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3.4 auto-fit — 그 자체가 반응형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auto-fit 과 auto-fill 은 비슷하지만, 항목이 적을 때 auto-fit 은 남은 칸을 접어 항목을 늘리고, auto-fill 은 빈 칸을 남겨 둡니다.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대부분 auto-fit 이 원하는 동작입니다.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repeat(auto-fit, minmax(...)) 에 미디어쿼리를 덧붙이지 마세요.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이미 반응형인데 브레이크포인트를 얹으면 오히려 동작이 이상해집니다.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span과 grid-template-areas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칸 합치기 */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.wide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15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grid-column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span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가로 2칸 차지 */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.tall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15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grid-row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span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세로 2칸 차지 */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영역에 이름 붙이기 — 페이지 뼈대에 아주 편합니다 */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.layout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grid;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200px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grid-template-areas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"header header"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"side   main"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"footer footer"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gap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16px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.layout &gt; header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15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grid-area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header; }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.layout &gt; aside 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15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grid-area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side; }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.layout &gt; main  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15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grid-area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main; }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.layout &gt; footer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15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grid-area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footer;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 웹 — 하나의 코드로 모든 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사람들이 웹을 보는 화면은 320px 휴대폰부터 27인치 모니터까지 제각각입니다.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 웹 — 하나의 코드로 모든 화면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 웹은 화면 폭에 따라 배치가 알아서 바뀌게 만드는 것입니다.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viewport 메타 태그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"viewport"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"width=device-width, initial-scale=1"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이 한 줄이 없으면 휴대폰이 "이 페이지는 980px짜리 데스크톱 페이지겠지"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하고 축소해서 보여 줍니다. 그러면 미디어쿼리가 아예 발동하지 않아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반응형 CSS를 아무리 써도 소용이 없습니다.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"폰에서 글자가 개미만 해요"의 원인 1위입니다. --&gt;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 조건에 따라 다른 규칙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기본(모든 화면)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.grid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repeat(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minmax(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화면이 768px 이하일 때만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@media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max-width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768px)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 .grid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범위로도 쓸 수 있습니다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@media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min-width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769px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and (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max-width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1024px)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인쇄할 때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 조건에 따라 다른 규칙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@media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print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 .navbar, .footer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none;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기기의 다크모드 설정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@media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prefers-color-scheme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dark)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움직임을 줄여 달라는 설정 (멀미·발작 위험이 있는 사용자)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@media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prefers-reduced-motion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reduce)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 *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animation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none !important;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transition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none !important;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4.3 자주 쓰는 브레이크포인트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24452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2445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폭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5552" y="2781300"/>
            <a:ext cx="547983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5552" y="2781300"/>
            <a:ext cx="547983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23483" y="2781300"/>
            <a:ext cx="662151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23483" y="2781300"/>
            <a:ext cx="662151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보통 하는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2445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3395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~480px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5552" y="3448050"/>
            <a:ext cx="547983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0802" y="3448050"/>
            <a:ext cx="52893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휴대폰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23483" y="3448050"/>
            <a:ext cx="662151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18733" y="3448050"/>
            <a:ext cx="643101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1열, 메뉴는 햄버거로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2445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3395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~768px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05552" y="4171950"/>
            <a:ext cx="547983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0802" y="4171950"/>
            <a:ext cx="52893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휴대폰·작은 태블릿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23483" y="4171950"/>
            <a:ext cx="662151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18733" y="4171950"/>
            <a:ext cx="643101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1~2열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2445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3395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~1024px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05552" y="4895850"/>
            <a:ext cx="547983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00802" y="4895850"/>
            <a:ext cx="52893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태블릿·작은 노트북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23483" y="4895850"/>
            <a:ext cx="662151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18733" y="4895850"/>
            <a:ext cx="643101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2~3열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2445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3395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1025px~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05552" y="5619750"/>
            <a:ext cx="547983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00802" y="5619750"/>
            <a:ext cx="52893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데스크톱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23483" y="5619750"/>
            <a:ext cx="662151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18733" y="5619750"/>
            <a:ext cx="643101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배치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4.3 자주 쓰는 브레이크포인트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숫자는 법이 아닙니다.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 디자인이 깨지는 지점이 곧 내 브레이크포인트입니다.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 창을 천천히 줄여 보다가 어색해지는 폭에서 끊는 것이 가장 좋습니다.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두 가지 방향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방식 ① 데스크톱 우선 — 기본은 넓은 화면, max-width로 줄여 감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repeat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minmax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@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media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768px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방식 ② 모바일 우선 — 기본은 좁은 화면, min-width로 넓혀 감 (권장)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@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media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769px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repeat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minmax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 }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4.4 모바일 우선(Mobile First)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모바일 우선을 권하는 이유 — 대부분의 방문자가 휴대폰으로 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기본 스타일이 모바일이면 휴대폰은 미디어쿼리를 읽을 필요조차 없어 조금 더 빠르고, 무엇보다 "좁은 화면에서 어떻게 보일지"를 먼저 생각하게 되어 결과가 좋아집니다.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⚠ 미디어쿼리에는 우선권이 없습니다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이것은 실무에서 가장 자주, 가장 조용히 사람을 괴롭히는 문제입니다.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모바일 규칙이 죽는 순간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style.css 589번째 줄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@media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max-width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768px)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 .pg-grid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style.css 623번째 줄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.pg-grid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repeat(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}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← 이게 이깁니다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결과: 휴대폰에서도 2열 그대로.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화면에는 "좁은 화면에서 안 접힌다"로만 보이고,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빌드는 아무 오류 없이 통과합니다.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BD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실제로 여러 사이트를 전수 점검했을 때 65개 사이트 중 18건이 이 형태였습니다.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왜 이런 일이 생기는가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@media 안에 있다고 우선권이 생기지 않습니다.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특정도가 같으면 나중에 온 쪽이 이깁니다 — 4주차 캐스케이드 그대로입니다.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해결: 반응형 규칙을 파일 맨 뒤에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둡니다. 파일을 나눴다면 responsive.css 를 마지막에 불러옵니다.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진단: 개발자도구 Elements → Styles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에서 취소선이 그어진 규칙을 찾습니다. 그게 진 규칙입니다.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responsive.css 가 main.css 보다 앞에 있으면 이름과 달리 반응형이 아닙니다.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좁은 화면에서 넘치는 것들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이미지 반응형의 기본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img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max-width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%;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부모보다 커지지 않는다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height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auto;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비율 유지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block;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아래 생기는 정체불명의 4px 여백 제거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표는 감싸서 스크롤시킵니다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&lt;div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"table-scroll"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&lt;table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...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&lt;/table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&lt;/div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 — CSS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.table-scroll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overflow-x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auto;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표만 가로로 스크롤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-webkit-overflow-scrolling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touch;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.table-scroll table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min-width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480px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⚠ body에 가로 스크롤이 생기게 두면 안 됩니다.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넘치는 것은 그 요소 안에서만 스크롤되게 합니다.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한국어 + 긴 URL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p, li, td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word-break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keep-all;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어절 중간에서 안 끊는다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overflow-wrap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break-word;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공백 없는 긴 URL만 예외로 꺾는다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좌우 여백을 섹션마다 하드코딩하지 않기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root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@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media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640px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{ :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root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28px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}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@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media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1024px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 :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root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40px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}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inner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calc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1200px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*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내용 폭 + 좌우 패딩 */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margin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auto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⚠ max-width에 패딩을 포함시키지 마세요.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box-sizing: border-box 이면 패딩이 바뀔 때 내용 폭까지 흔들립니다.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반응형은 눈으로 확인해야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점검 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개발자도구의 기기 도구 모음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(F12 → 왼쪽 위 휴대폰 아이콘)으로 360·390·768·1024px을 차례로 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가로 스크롤이 생기는지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반드시 확인합니다. 생겼다면 어떤 요소가 넘치는지 Elements에서 하나씩 눌러 찾습니다.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창을 마우스로 천천히 줄여 보세요.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어색해지는 순간이 곧 브레이크포인트를 넣을 자리입니다.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 창 크기를 직접 조절하는 것은 정확하지 않습니다 — 브라우저 크롬 때문에 CSS 뷰포트와 어긋납니다. 기기 도구 모음을 쓰세요.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 변수 — 색을 한 곳에서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사이트의 주요 색을 바꾸려는데 그 색이 CSS 파일 40군데에 흩어져 있다면 어떻게 될까요?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 변수 — 색을 한 곳에서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하나라도 빠뜨리면 그 자리만 옛날 색으로 남습니다.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 변수(사용자 지정 속성) 는 이 문제를 없앱니다.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정의하고 꺼내 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root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          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문서 전체에서 쓸 변수는 :root에 */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#4338ca;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dark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#312e81;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#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111827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#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ffffff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radius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12px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h1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{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}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border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radius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radius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}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card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{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}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이제 --main 한 줄만 바꾸면 사이트 전체 색이 바뀝니다.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기본값과 지역 변수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변수가 없을 때 쓸 값을 함께 줄 수 있습니다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accent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#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666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특정 영역에서만 다른 값을 쓸 수도 있습니다 (상속됩니다)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dark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--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#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f9fafb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이 안에서만 --text가 밝은 색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변수로 묶어 두면 좋은 것들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색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주요 색, 글자색, 배경색, 테두리색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여백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좌우 패딩(--pad). 화면 폭마다 값만 바꾸면 전체가 따라옵니다.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모서리·그림자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사이트 전체의 인상을 한 번에 조절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컨테이너 폭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--container: 1200px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 변수 — 색을 한 곳에서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장식 요소도 변수에 묶으세요.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히어로의 떠 있는 칩을 right: 14px 로 고정해 두면, 본문 여백이 40px일 때 장식만 14px이라 어긋나 보입니다.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right: calc(var(--pad) + 4px) 처럼 묶어 두면 자동으로 따라옵니다.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시간의 실습 7개 — 학습사이트의 코드 실습장에서 직접 치고 실행합니다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CSS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.box 안의 내용을 가로·세로 모두 정확히 가운데에 놓으세요. 높이는 240px, 배경은 연한 보라색으로 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display:flex 를 켠 뒤 justify-content 와 align-items 를 씁니다.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.box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flex;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justify-content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center;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align-items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center;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height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240px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#eef2ff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border-radius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12px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CSS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ul을 가로 내비게이션 메뉴로 만드세요. 점(•)과 기본 들여쓰기를 없애고, li를 가로로 20px 간격으로 늘어놓고, 링크의 밑줄을 없앤 뒤 마우스를 올리면 색이 바뀌게 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ul에 list-style: none 과 padding: 0 을 함께 주는 것을 잊지 마세요.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ul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flex;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gap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list-style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none;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margin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ul a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text-decoration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none;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#4b5563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8px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4px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hover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#4338ca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· 심화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CSS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카드 목록을 미디어쿼리 없이 반응형으로 만드세요. 부모는 flex에 wrap과 16px 간격을 주고, 각 카드는 기본 240px이되 늘어나거나 줄어들 수 있게 하세요. 카드에는 padding·테두리·둥근 모서리도 줍니다.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flex: 1 1 240px 한 줄이면 됩니다. 화면이 좁아지면 알아서 아래로 접힙니다.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.cards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flex;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flex-wrap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wrap;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gap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16px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.card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flex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240px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1px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solid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#e5e7eb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border-radius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12px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#fff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실습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4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CSS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미디어쿼리 없이 반응형이 되는 갤러리 격자를 만드세요. 칸의 최소 폭은 200px이고, 화면이 넓어지면 열이 자동으로 늘어나야 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repeat(auto-fit, minmax(200px, 1fr)) 한 줄입니다.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실습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4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.gallery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grid;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repeat(auto-fit, minmax(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200px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gap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12px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.gallery img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100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%;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aspect-ratio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/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object-fit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cover;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block;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border-radius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8px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실습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5 · 응용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CSS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모바일 우선 방식으로 카드 격자를 만드세요. 기본은 1열이고, 640px 이상에서 2열, 1024px 이상에서 3열이 되게 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min-width 미디어쿼리를 좁은 것부터 넓은 것 순서로 씁니다. 순서가 중요합니다.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실습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5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.cards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grid;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gap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16px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@media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min-width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640px)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 .cards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repeat(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minmax(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 }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@media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min-width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1024px)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 .cards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repeat(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minmax(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 }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실습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6 · 심화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CSS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아래 CSS는 모바일에서 안 접힙니다. 원인을 찾아 고치세요. (규칙은 지우지 말고 순서만 바로잡으세요.)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미디어쿼리에는 우선권이 없습니다. 특정도가 같으면 나중에 온 것이 이깁니다.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실습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6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.grid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grid;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repeat(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minmax(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반응형 규칙은 파일 뒤쪽에 — 앞에 두면 뒤 규칙에 덮여 죽습니다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@media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max-width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768px)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 .grid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실습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7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CSS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:root에 주요 색·글자색·배경색·모서리 반경을 변수로 정의하고, h1·button·.card에서 그 변수를 꺼내 쓰세요.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정의는 --이름: 값; 꺼내 쓰기는 var(--이름) 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실습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7 모범답안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root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--main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#4338ca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--text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#111827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--bg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#ffffff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--radius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12px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h1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var(--main);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button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var(--main);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#fff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· 실습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7 모범답안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border-radius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var(--radius);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.card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var(--bg);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var(--text);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border-radius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var(--radius);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9주차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9주차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9주차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CSS3 고급 활용 — 이 시간에 다룬 것을 학습사이트에서 다시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3340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주차 페이지의 절마다 「이해했어요 · 실습했어요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7개를 실습장에서 「확인」 까지 — 「실습했어요」 체크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퀴즈 7 「퀴즈 7 — CSS3 고급 활용」 응시 (성적 미반영 · 학습 확인용)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또는 패들릿에 — 30분 넘게 혼자 막혀 있지 않기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10주차 · JavaScript 기초 문법 이해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