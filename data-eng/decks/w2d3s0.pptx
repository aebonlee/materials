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MongoDB 구축 및 비정형 로그 적재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 와 파이썬을 처음 쓰는 날 — 먼저 맞춥니다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맞춰 둘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가 꺼져 있다 — Cannot connect to the Docker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MongoDB 를 따로 설치해 뒀다 — 27017 을 먼저 잡고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mongo:7.0 이미지가 약 1.2GB — 실습 중에 받으면 손을 놓는다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가상환경이 안 만들어지거나, 만들어도 건너뛰어진다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명령을 쳐도 결과가 갈리는 이유를 수업 전에 없앤다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 버전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27017 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MongoDB 멈춤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mongo:7.0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가상환경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 도구 · alias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꼬였을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운영체제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다른 것은 두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4602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4602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41224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27017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netstat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MongoDB 중지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brew services stop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systemctl stop mongod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 가상환경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1719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1719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python3-venv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 python3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alias 면 unalias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python3-venv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· 3 ·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8958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8958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1·3·5 단계는 세 운영체제 같은 명령 — Windows 의 27017 확인만 PowerShell 에서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가상환경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가 붙어도 안심하면 안 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python3·pip 이 alias 로 걸려 있으면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가상환경을 켜도 그 alias 의 파이썬이 돈다 — type python3 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그대로 pip install pymongo 하면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설치도 되고 버전도 나온다 — 그런데 가상환경 밖에 설치된다(실측)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sys.prefix 로 확인한다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끝이 …/week2/.venv 여야 한다 — 아니면 unalias 뒤 hash -r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우분투·WSL2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python3-venv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먼저 설치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꼬였을 때 — 적재만 다시, 또는 통째로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load_logs.py 한 번 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문서만 지우고 다시 넣어 몇 번 돌려도 1003건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 de-mongo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지운다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rm de-mongo-data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logdb 의 모든 문서가 함께 지워진다(되돌릴 수 없음)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건드리지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2-1·2-2 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ECONNREFUSED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127.0.0.1:27017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준비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1초 뒤 ping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ensurepip is not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python3-venv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.venv 다시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module named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'pymongo'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 밖 · alias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activate · sys.prefix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inserted: 1000 인데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에선 안 보임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 가 설치된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 로 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2단계대로 멈춤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켜자마자 접속하면 준비 중이라 거부된다 — 1초 기다리고 ping 이 1 인지 본다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이 29.6.1 같은 버전 한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27017 확인 명령이 아무 줄도 내지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mongo 7.0 (약 1.18GB)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3.9 이상 · type python3 가 alias 가 아니다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수업 전 10분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NoSQL 과 문서 지향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점검이 끝났으면 터미널을 두 개 열어 두세요. 하나는 mongosh, 하나는 파이썬용입니다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표에 잘 안 맞는 데이터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문서·컬렉션·_id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스키마가 없다는 것의 양면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aggregate 파이프라인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열어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두 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