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11/12(목)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 코어 객체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Array, String, Math 등 주요 객체 다루기 · 함수와 객체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함수를 만들어 반복되는 코드를 묶고 재사용할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화살표 함수를 읽고 쓸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Array 메서드(map·filter·find·reduce)를 상황에 맞게 골라 쓸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String·Math 등 내장 객체의 주요 메서드를 활용할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객체로 여러 값을 하나로 묶고, 배열과 조합해 자료를 다룰 수 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값이 복사되는 것과 참조가 복사되는 것의 차이를 설명할 수 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9222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9222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0479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0479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화살표 함수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6209" y="2781300"/>
            <a:ext cx="87472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6209" y="2781300"/>
            <a:ext cx="87472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return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6181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6181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스코프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1422" y="2781300"/>
            <a:ext cx="8079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1422" y="2781300"/>
            <a:ext cx="8079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24666" y="2781300"/>
            <a:ext cx="245941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4666" y="2781300"/>
            <a:ext cx="245941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map/filter/find/reduce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328" y="2781300"/>
            <a:ext cx="86447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328" y="2781300"/>
            <a:ext cx="86447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String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052" y="2781300"/>
            <a:ext cx="77413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052" y="2781300"/>
            <a:ext cx="77413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Math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08440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8440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객체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532584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32584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구조 분해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 — 코드에 이름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코드를 세 군데에 복사해 붙였다면, 고칠 일이 생겼을 때 세 군데를 다 고쳐야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 — 코드에 이름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하나라도 빠뜨리면 버그입니다.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함수는 그 코드에 이름을 붙여 한 곳에만 두는 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 만들고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선언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a, b = 매개변수(parameter)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return = 결과를 돌려준다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호출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3, 4 = 인자(argument)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7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return이 없으면 undefined를 돌려줍니다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`안녕, ${name}`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출력만 하고 돌려주지는 않음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r은 undefined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 — 코드에 이름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console.log() 로 출력하는 것과 return 으로 돌려주는 것은 완전히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출력은 사람이 보는 것이고, return은 다른 코드가 이어서 쓰는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초보자가 가장 자주 헷갈리는 지점입니다.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요즘 더 많이 쓰는 모양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함수 선언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함수 표현식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화살표 함수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몸통이 return 하나면 중괄호와 return을 생략할 수 있습니다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요즘 더 많이 쓰는 모양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매개변수가 하나면 괄호도 생략 가능 (팀 관례에 따라 붙이기도 합니다)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double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매개변수가 없으면 빈 괄호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() =&gt;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new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객체를 돌려줄 때는 괄호로 감쌉니다 — 안 그러면 중괄호를 몸통으로 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makeUser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({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값이 안 넘어왔을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'손님'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'안녕하세요'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`${greeting}, ${name}님!`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'안녕하세요, 손님님!'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'안녕하세요, 한신님!'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'반가워요'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'반가워요, 한신님!'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중괄호 밖에서는 안 보입니다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global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'전역'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outer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'함수 안'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global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밖의 것은 안에서 보인다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ReferenceError: local is not defined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blockVar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'블록 안'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blockVar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const/let은 블록 밖에서 안 보인다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var는 블록을 무시하고 새어 나옵니다. 그래서 쓰지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함수의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이름이 하는 일을 말한다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calc() 가 아니라 calculateTotalPrice().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가지 일만 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이름에 "그리고"가 들어가면 두 개로 나눌 때입니다.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밖의 것을 몰래 바꾸지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받은 값으로 계산해 돌려주는 함수가 가장 다루기 쉽습니다.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짧다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넘어가면 나누는 것을 고려하세요.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배열 — 순서 있는 값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'사과'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'배'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'감'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'사과'   ← 0부터 셉니다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'감'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undefined (없는 자리)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마지막 요소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'감'  ← 뒤에서 세기 (더 편합니다)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추가·제거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뒤에 추가 → [1,2,3,4]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뒤에서 빼기 → 4를 돌려주고 [1,2,3]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unshift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앞에 추가 → [0,1,2,3]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shift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앞에서 빼기 → 0을 돌려주고 [1,2,3]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1번 자리부터 1개 삭제 → [1,3]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1번 자리에 99 끼워넣기 → [1,99,3]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위 메서드들은 원본을 바꿉니다.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배열 메서드 — 여기가 핵심입니다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배열을 다룰 때는 for 문보다 아래 메서드를 훨씬 많이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하려는지가 코드에 그대로 드러나기 때문입니다.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배열 메서드 — 여기가 핵심입니다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9394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9394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5049" y="2781300"/>
            <a:ext cx="503570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5049" y="2781300"/>
            <a:ext cx="503570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48854" y="2781300"/>
            <a:ext cx="819614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8854" y="2781300"/>
            <a:ext cx="819614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돌려주는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5049" y="34480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0299" y="34480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하나씩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854" y="3448050"/>
            <a:ext cx="81961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4104" y="3448050"/>
            <a:ext cx="80056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없음(undefined)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75049" y="41719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0299" y="41719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각각을 변형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8854" y="4171950"/>
            <a:ext cx="81961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4104" y="4171950"/>
            <a:ext cx="80056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길이의 새 배열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filter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75049" y="48958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0299" y="48958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 것만 고르기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8854" y="4895850"/>
            <a:ext cx="81961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4104" y="4895850"/>
            <a:ext cx="80056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짧아진 새 배열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75049" y="5619750"/>
            <a:ext cx="503570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0299" y="5619750"/>
            <a:ext cx="484520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맞는 첫 하나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48854" y="5619750"/>
            <a:ext cx="81961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4104" y="5619750"/>
            <a:ext cx="80056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요소 하나 (없으면 undefined)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배열 메서드 — 여기가 핵심입니다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돌려주는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하나라도 맞는가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/ 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맞는가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 / false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reduce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합쳐 하나로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결과값 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정렬된 배열 (원본도 바뀜)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map — 각각을 바꿔 새 배열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nums = [1, 2, 3];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doubled = nums.map(n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n * 2);        // [2, 4, 6]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console.log(nums);                            // [1, 2, 3]  ← 원본 그대로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names = 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tags = names.map(n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`&lt;li&gt;${n}&lt;/li&gt;`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// HTML 만들기에 자주 씁니다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filter — 조건에 맞는 것만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88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[95, 88, 67]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'영희'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freshmen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1학년만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find — 첫 하나만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name: '길동', year: 2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filter는 배열을, find는 요소 하나를 돌려줍니다. 자주 헷갈립니다.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[{ ... }]  ← 배열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... }    ← 객체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reduce — 하나로 합치기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                    ↑     ↑            ↑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                 누적값  현재값      시작값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진행: (0,10)→10 · (10,20)→30 · (30,30)→60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60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sort — ⚠ 함정이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[10, 100, 2, 9]  ← 문자열로 정렬해서 엉망!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[2, 9, 10, 100]  ← 오름차순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[100, 10, 9, 2]  ← 내림차순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한국어 이름 정렬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localeCompare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sort는 원본을 바꿉니다. 원본을 두려면 복사 후 정렬합니다.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메서드 이어 쓰기 (체이닝)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1학년만 고르고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이름만 뽑아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localeCompare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정렬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',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문자열로 합치기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'영희, 한신'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객체 — 이름표가 붙은 값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만들고 꺼내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'김한신'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dept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'AI·SW계열'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subjects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[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'웹프로그래밍'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'자료구조'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() {         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값이 함수여도 됩니다 (메서드)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`안녕, 나는 ${this.name}`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'김한신'   ← 점 표기 (기본)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'name'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'김한신'   ← 대괄호 표기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'year'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  ← 변수로 접근할 때는 대괄호만 가능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'안녕, 나는 김한신'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undefined (없는 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추가·수정·삭제·확인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email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'me@example.com'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추가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수정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delete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dept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삭제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'name'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['name', 'year', ...]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값들의 배열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entries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[['name','김한신'], ...]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보게 될 문법입니다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'김한신' 1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이름을 바꿔 받기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없을 때 기본값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'N/A'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배열도 됩니다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first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[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'사과'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'배'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함수 매개변수에서 바로 분해 (실무에서 아주 흔합니다)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printStudent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`${name} (${year}학년)`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printStudent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... 세 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[1, 2, 3]  ← a는 그대로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updated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name: '한신', year: 2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두 배열 합치기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merged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함수 인자로 펼치기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(...[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헷갈리는 지점입니다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기본형 — 값이 복사됩니다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  ← a는 그대로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참조형 — 주소가 복사됩니다 (같은 것을 가리킴)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헷갈리는 지점입니다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 😱 x도 바뀝니다!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진짜 복사하려면 펼침을 씁니다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 ← 이번엔 안 바뀝니다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펼침은 "얕은 복사"입니다. 안에 또 객체가 있으면 그건 여전히 공유됩니다.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deep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structuredClone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깊은 복사가 필요할 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배열 + 객체 — 실전 자료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거의 모든 웹 데이터가 이 모양입니다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products = [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id: 1, name: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'노트북'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price: 1200000, category: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'전자'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stock: 5 },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id: 2, name: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'마우스'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price: 25000,   category: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'전자'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stock: 0 },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id: 3, name: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'노트'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  price: 3000,    category: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'문구'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stock: 42 },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재고 있는 전자제품만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available = products.filter(p =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p.category ===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'전자'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&amp;&amp; p.stock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0);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이름만 뽑기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names = products.map(p =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p.name);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총 재고 금액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거의 모든 웹 데이터가 이 모양입니다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totalValue = products.reduce((sum, p)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sum + p.price * p.stock, 0);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id로 찾기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item = products.find(p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p.id === 2);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가격순 정렬 (원본 보존)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cheap = [...products].sort((a, b)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a.price - b.price);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화면에 그릴 HTML 만들기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html = products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.map(p =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`&lt;li&gt;${p.name} — ${p.price.toLocaleString()}원&lt;/li&gt;`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.join(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객체 ↔ 문자열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stringify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'{"name":"한신","year":1}'   ← 문자열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name: '한신', year: 1 }    ← 객체로 복원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보기 좋게 (들여쓰기 2칸)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stringify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JSON은 키를 반드시 큰따옴표로 감쌉니다. 함수와 undefined는 담기지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JSON — 자료를 주고받는 표준 형식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JSON은 12주차에 서버에서 자료를 받아 올 때, 그리고 localStorage 에 저장할 때 반드시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localStorage 는 문자열만 저장하므로 stringify 와 parse 가 늘 짝으로 나옵니다.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String — 문자열 객체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문자열 메서드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 Hello Web Programming 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25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앞뒤 공백 제거 — 입력값 검사에 필수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toUpperCase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대문자로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toLowerCase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소문자로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includes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'Web'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 — 포함하는가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startsWith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 He'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endsWith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indexOf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'Web'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8 — 없으면 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문자열 메서드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replace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'Web'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'웹'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첫 하나만 바꾼다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replaceAll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'_'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전부 바꾼다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공백으로 잘라 배열로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slice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일부 잘라내기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padStart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'0'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'007' 처럼 앞을 채우기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두 번 반복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문자열은 바뀌지 않습니다(immutable).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s.toUpperCase()는 새 문자열을 돌려줄 뿐 s 자체는 그대로입니다.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Math — 수학 객체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Math는 new 없이 바로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round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3.6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    반올림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3.9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    내림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ceil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    올림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trunc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3.9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-3   소수점 버리기(음수 주의: floor는 -4)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abs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5    절댓값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5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pow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1024  (2 ** 10 과 같음)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sqrt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3.141592653589793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 이상 1 미만 난수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1~n 무작위 정수 — 자주 쓰는 관용구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*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배열에서 무작위로 하나 고르기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'가위'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'바위'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'보'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*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Math — 수학 객체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Math.max(...arr) 처럼 펼침(spread) 과 함께 쓰면 배열의 최댓값을 구할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Math.max(arr) 는 배열을 숫자로 못 바꿔 NaN 이 나옵니다 — 자주 하는 실수입니다.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Number — 숫자 다루기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변환과 검사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42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'42px'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NaN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'42px'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42    앞에서부터 숫자만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parseFloat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'3.14m'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3.14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isNaN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NaN인가 (전역 isNaN보다 정확)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isInteger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4.0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3.14159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toFixed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'3.14'  ← 문자열로 돌려줍니다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1234567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toLocaleString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'ko-KR'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'1,234,567'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0.30000000000000004  ← 컴퓨터 소수 표현의 한계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toFixed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'0.30'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4개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원의 반지름을 받아 넓이를 돌려주는 함수 circleArea를 만들고, 반지름 5의 결과를 소수점 둘째 자리까지 출력하세요.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넓이는 Math.PI * r * r 입니다. 소수점은 toFixed(2)로 자릅니다. 출력이 아니라 return으로 돌려주는 것이…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circleArea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circleArea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toFixed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78.54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점수 배열 [95, 42, 88, 67, 55]에서 60점 이상만 골라 새 배열을 만들고, 그 개수와 평균을 출력하세요.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filter로 고르고, reduce로 합을 구한 뒤 length로 나눕니다.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88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avg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'합격:'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'인원:'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'평균:'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avg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toFixed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학생 객체 배열을 만들고(이름·학년·점수 3명 이상), 1학년만 골라 이름만 뽑은 뒤 쉼표로 이어 출력하세요.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filter → map → join 을 이어서 씁니다. 체이닝이라고 부릅니다.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'김한신'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88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'이길동'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'박영희'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freshmen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',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'1학년:'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freshmen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상품 배열에서 ① 총 재고 금액 ② 재고가 0인 상품 이름 ③ 가장 비싼 상품을 구해 출력하세요. 상품은 id·name·price·stock을 가집니다.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reduce로 합계, filter로 품절, sort나 reduce로 최고가를 구합니다. 원본을 정렬하지 않도록 복사해서…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products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'노트북'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1200000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'마우스'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25000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'노트'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① 총 재고 금액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totalValue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products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'총 재고 금액:'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totalValue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toLocaleString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+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'원'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② 품절 상품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soldOut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products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filter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'품절:'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soldOut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③ 가장 비싼 상품 (원본을 건드리지 않으려고 복사 후 정렬)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priciest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products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)[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'최고가:'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priciest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11주차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11주차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코어 객체 활용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9 「퀴즈 9 — JavaScript 코어 객체」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12주차 · HTML5 DOM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