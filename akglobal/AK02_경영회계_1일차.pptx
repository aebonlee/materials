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경영·회계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 경영지원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DX 실무 전문가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1일차 · 10/23(금) · 모듈 1·2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경영지원·재무·구매 데이터를 AI 로 분석하고 보고서를 자동 작성한다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기안문·회의록·보고서를 템플릿 프롬프트로 반복 없이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SCM·인사·ESG 데이터로 의사결정 시나리오를 세운다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우리 팀의 반복 업무를 자동화 로드맵으로 옮긴다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원칙은 짧게, 시간 대부분은 실습입니다 — 비식별·가상 데이터로 진행합니다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 · 22시간 · 6개 모듈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11163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584680" y="2781300"/>
            <a:ext cx="25603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AI·디지털전환 이해 및 실무 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584680" y="34480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79930" y="34480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1일차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433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433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데이터 분석 및 AI 보고 자동화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4584680" y="41433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79930" y="41433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3870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3870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문서 자동화 및 프롬프트 설계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584680" y="483870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79930" y="483870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2일차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53402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553402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SCM·구매·재고 데이터 AI 활용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584680" y="553402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679930" y="553402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6229350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78530" y="6229350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재무·인사 데이터 분석 및 HRD 혁신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584680" y="6229350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79930" y="6229350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2202180" cy="619125"/>
          </a:xfrm>
          <a:prstGeom prst="roundRect">
            <a:avLst>
              <a:gd name="adj" fmla="val 6153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20116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3일차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83280" y="6924675"/>
            <a:ext cx="111633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8530" y="6924675"/>
            <a:ext cx="109728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문서 자동화 및 프롬프트 설계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4584680" y="6924675"/>
            <a:ext cx="25603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679930" y="6924675"/>
            <a:ext cx="23698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2026년 10월 23일(금) ~ 25일(일) · 집합 · 강의와 실습 — 모든 프롬프트는 학습사이트에서 복사할 수 있습니다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누가 · 어떻게 · 무엇을 준비하나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대상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총무·인사·재무·회계·구매자재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경영지원팀 실무자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집합 교육 · 강의 20% 실습 80%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모듈마다 실습 3~4개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ChatGPT 또는 Claude 계정 · 엑셀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학습사이트 · 비식별 가상 데이터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재무제표·급여·계약 자료는 쓰지 않습니다 — 학습사이트의 가상 데이터로 실습합니다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1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AI·디지털전환 이해 및 실무 적용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제조업 디지털전환·탄소중립 흐름 속에서 생성형 AI 가 경영지원 업무의 어디에 들어오는지 찾습니다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세 가지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디지털전환 · 탄소중립 · 생성형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경영지원팀에 닿는 모습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디지털전환(DX)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종이·메신저로 오가던 일이 데이터와 양식으로 바뀐다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탄소중립·ESG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에너지·배출·협력사 데이터를 모아 공시하고 보고한다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생성형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글·표·코드를 만드는 AI — 초안과 해석을 맡긴다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경영지원의 자리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데이터·문서·보고가 모이는 허브 — AI 효과가 가장 빠르다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알루미늄 제조업의 경영지원은 현장과 경영진 사이의 데이터 통로입니다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업무별 AI 활용 영역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총무 · 인사 · 재무 · 구매, 어디에 쓸까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371475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총무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공지·규정 개정문 초안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자산·계약 대장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2924175"/>
            <a:ext cx="371475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인사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채용 공고·면접 질문 설계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교육 안내·면담 요약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2924175"/>
            <a:ext cx="371475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재무·회계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 결산 코멘트 초안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예산 대비 실적 해석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2924175"/>
            <a:ext cx="371475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2924175"/>
            <a:ext cx="371475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248025"/>
            <a:ext cx="306705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구매·자재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견적 비교표 정리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공급사 평가 초안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내 업무의 AI 활용 영역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반복·규칙·문서화 세 기준으로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 업무 디지털전환 컨설턴트로서 답해줘. 나는 알루미늄 제조사의 [담당 업무] 담당자이고 주요 업무는 [업무 1], [업무 2], [업무 3]이야. 각 업무를 반복성·규칙성·문서화 정도로 평가해 AI 적용 가능 영역을 표(업무·AI 가 맡을 부분·사람이 할 부분·기대 효과)로 정리해줘.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사람이 판단할 부분이 비어 있지 않은지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내 업무의 AI 활용 영역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업무를 동사로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「정산」 대신 「월말 경비 정산표 취합」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기준을 먼저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반복·규칙·문서화 — 기준이 있어야 표가 흔들리지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표로 받아 바로 쓰기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회의 자료에 열 그대로 붙여 넣는다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업무는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구체적일수록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답이 정확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요소로 공지문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역할·맥락·과업·형식·조건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제조사 총무팀 담당자로서 전 직원에게 보내는 [공지 주제] 공지문을 써줘. 배경 두 줄, 시행 내용, 적용 일자, 문의처 순서로 열 문장 이내, 존댓말, 일자와 담당자는 [빈칸]으로 둬.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내용을 현장 게시용 다섯 줄로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요소로 공지문 초안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역할·맥락을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「총무팀 담당자로서, 전 직원에게」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형식은 숫자로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「열 문장 이내」「다섯 줄」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확정 안 된 것은 빈칸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일자·담당자는 문서에서 직접 채운다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길이는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문장 수로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 적용 시나리오 — 우선순위 정하기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효과와 난이도 두 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 업무 자동화 기획자로서 답해줘. 아래 반복 업무 목록(비식별)을 효과(절감 시간)와 난이도(데이터 준비·검토 부담) 두 축으로 평가해 2×2 표로 나누고, 「먼저 할 것」 세 가지를 골라 첫 주에 할 일을 각각 두 줄로 제안해줘.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난이도 판단 근거가 적혀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3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 적용 시나리오 — 우선순위 정하기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목록은 10개 안팎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너무 많으면 평가가 흐려진다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축의 기준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효과 = 월 절감 시간, 난이도 = 준비·검토 부담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첫 주 할 일까지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시나리오는 「다음 행동」이 있어야 산다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고를 때는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효과 큰 것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쉬운 것부터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1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내 업무의 AI 적용 영역 표 — AI 몫과 사람 몫 구분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요소(역할·맥락·과업·형식·조건)로 쓴 공지문 프롬프트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 업무 우선순위 2×2 표와 첫 주 할 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다음 모듈부터는 이 표의 「먼저 할 것」을 데이터와 문서로 직접 만듭니다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· 모듈 2 · 3시간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 데이터 분석 및 AI 보고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Excel·CSV 데이터가 KPI 와 보고서가 되는 길을 AI 와 함께 지나갑니다 — 가상 데이터로 실습합니다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데이터가 보고가 되기까지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수집 → 정리 → 집계 → 해석 → 보고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Excel·CSV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그대로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 이름·형식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KPI 표로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코멘트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이상 변동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요약·차트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는 정리·집계·해석·보고를 돕습니다 — 수집과 최종 판단은 사람 몫입니다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KPI 구조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경영지원이 다루는 지표와 데이터 출처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0027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0027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 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출처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매출·원가율·영업이익률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결산 자료·ERP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구매·자재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원자재 단가 변동·재고 회전일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구매 대장·재고 현황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생산 연계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가동률·납기 준수율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생산 실적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인사·총무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70027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68122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인건비 비율·채용 리드타임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인사 자료(집계만)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지표는 「무엇을 결정하려는가」에서 거꾸로 정합니다 — 숫자가 많다고 좋은 보고가 아닙니다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CSV 붙여 넣고 KPI 집계·이상 변동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없는 값은 지어내지 말 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 데이터 분석가로서 아래 가상 월별 데이터(CSV)를 분석해줘. 매출·원가·영업이익을 월별로 집계하고 전월 대비 증감률을 표로 만든 뒤, 변동이 가장 큰 세 달을 골라 원인 후보를 두 가지씩 제안해줘. 데이터에 없는 값은 지어내지 말고 '데이터 없음'이라고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증감률 계산을 엑셀로 한 번 대조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4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CSV 붙여 넣고 KPI 집계·이상 변동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이름을 먼저 설명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「매출은 원화, 원가는 재료비 포함」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계산은 한 번 검산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의 산수는 엑셀 수식으로 확인한다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원인은 후보로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확정 원인이 아니라 「확인할 것」 목록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숫자는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가상 데이터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만 붙여 넣기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경영보고서 자동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임원이 1분에 읽는 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경영기획 담당자로서 위 집계 결과로 월간 경영보고서 초안을 써줘. 구성은 핵심 요약 세 줄, 지표별 현황 표, 특이 사항과 원인 후보, 다음 달 확인 사항. 임원이 1분 안에 읽도록 A4 한 장 분량, 표마다 어떤 차트가 어울리는지 한 줄씩 덧붙여줘.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내용을 팀 공유용 다섯 줄 메시지로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월간 경영보고서 자동 생성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구성을 먼저 정해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 → 표 → 특이 사항 → 다음 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차트는 제안만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차트 자체는 엑셀에서 — 종류와 축을 받는다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말투는 지난 보고서로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숫자를 지운 문단 하나 + 「이 말투로」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분량은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A4 한 장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숫자로 지정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원자재·생산 데이터로 의사결정 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가정을 표에 드러내기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제조업 경영 분석가로서 답해줘. 알루미늄 원자재 단가가 [변동률]% 오르고 생산량이 [변동률]% 줄어드는 가상 상황에서, 원가·재고·납기에 미치는 영향을 표로 정리하고 대응 시나리오 세 가지(가격 전가·구매 시점 조정·재고 조정)를 장단점과 함께 비교해줘. 가정은 표 첫 줄에 따로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가정이 바뀌면 결론이 어떻게 달라지는지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원자재·생산 데이터로 의사결정 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가정을 숫자로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[변동률]을 바꿔 가며 세 번 돌려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시나리오 이름 먼저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 축이 같아야 표가 읽힌다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결론은 사람이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는 비교표까지 — 선택은 회의에서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시나리오는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가지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이상 비교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2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가상 CSV 로 만든 KPI 집계표와 이상 변동 목록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임원용 월간 경영보고서 초안 프롬프트(구성 고정)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원자재 변동 시나리오 비교표 — 가정이 드러난 형태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보고서는 「구성을 먼저 정하고」 채워야 매달 같은 모양으로 나옵니다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에게 월별 경영 데이터를 분석시킬 때 가장 먼저 해야 할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실제 결산 파일을 통째로 붙여 넣는다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1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이름과 단위를 설명하고 가상 데이터를 넣는다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차트부터 그려 달라고 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결론을 먼저 정해 두고 근거를 찾게 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열 이름과 단위를 설명하고 가상 데이터를 넣는다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는 열의 뜻을 모릅니다. 단위와 뜻을 먼저 설명해야 집계가 맞고, 실제 결산 자료는 입력하지 않는 다섯 가지에 해당하므로 비식별·가상 데이터로 실습합니다.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