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7-4 · MinIO·Qdrant 연동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→ 임베딩 → Qdrant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적재 파이프라인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문서를 넣어 두면 알아서 검색 가능해지는 상태로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 순회 → 자르기 → 임베딩 → upsert 를 ingest() 한 함수로 잇는다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재실행해도 포인트 수가 늘지 않는 것을 assert 로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검색 결과의 source 로 MinIO 의 원본 전문을 다시 읽어 온다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문서가 줄었을 때 옛 조각이 남는 구멍을 재현하고 재적재로 막는다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emb 는 7-3 과 같은 임베딩 모델 객체를 그대로 — 차원이 달라지면 컬렉션을 새로 만들어야 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ingest() 하나를 만들고, 깨뜨리고, 고친다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7-3 의 Qdrant(6333)·방금 만든 raw-docs 버킷·같은 emb 객체로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ingest()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순회 → 자르기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임베딩 → upsert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재실행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before == after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assert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일부러 실패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uuid4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역참조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source 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읽기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5~7. 구멍·재적재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줄어든 문서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재색인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ingest() — 버킷의 .txt 를 훑어 lecture_kb 에 넣는다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list_objects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.txt 만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recursive=True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get_object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read().decode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finally 로 반환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split_text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chunk_size 500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overlap 50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embed_documents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조각을 배치로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번에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upsert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 = uuid5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(source#i)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payload = {text, source: minio://raw-docs/…, chunk_index} · 컬렉션 lecture_kb · COSINE · DIM = len(emb.embed_query(…))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문서별 「source → N chunks」가 찍히고 client.count 가 조각 총수와 같아야 한다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1.5H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 확인, 그리고 uuid4 로 바꿔 깨뜨려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uuid5 — 재실행해도 그대로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before == after 를 assert 로 잰다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before = client.count(COLLECTION).count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ingest() 한 번 더 → after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assert before == after, "멱등하지 않습니다"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uuid4 — 두 번째에 두 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실습용 별도 컬렉션 idempotency_test 에서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PointStruct(id=str(uuid.uuid4()), …) — 매번 새 id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ingest_bad() 두 번 → count 가 두 배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검색하면 같은 내용이 중복 · delete_collection(TMP)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검색 결과에서 원본을 역참조한다 — 카드함에서 창고로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query_points(…, query=emb.embed_query(질문), limit=1)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top.payload["text"][:60] 과 top.payload["source"] 를 출력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source 를 minio:// · 버킷 · 키로 쪼갠다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partition("minio://") → rest.partition("/") 로 bucket, 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mc.get_object(bucket, key) 로 원본 전체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출처가 minio://raw-docs/notes/notes.txt 로 찍히고 전문이 다시 읽힌다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카드 → 창고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source 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 전문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카드함에서 찾아 창고의 원본을 꺼내는 흐름 완성 — 이론에서 그린 그림이 코드로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문서가 줄어들 때의 구멍을 재현한다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count_of(SRC) — source 필터로 조각 수 세기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Filter(must=[FieldCondition(key="source", match=MatchValue(…))])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long_notes.txt 를 한 줄짜리 short.txt 로 덮어 올린다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fput_object(BUCKET, "notes/long_notes.txt", "short.txt")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ingest(prefix="notes/long_notes.txt") 다시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변경 후 count 가 줄어들지 않는다 — 앞부분만 덮어쓰고 뒷조각이 남았다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지워진 내용이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검색에 나온다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실무에서 가장 골치 아픈 종류의 버그 — 이론 시간의 「멱등이 완벽하지는 않다」가 이것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6·7단계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재적재로 고치고, 컬렉션째 다시 색인한다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reingest() — 지우고 다시 넣기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문서의 옛 조각을 모두 지우고 ingest(prefix=…)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client.delete(…, points_selector=FilterSelector(filter=…))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return ingest(prefix=object_name)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최종 count_of(SRC) 가 줄어든다 — 가장 단순하고 확실한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recreate_collection — 전체 재색인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chunk_size 500 → 300 으로 바꾸고 컬렉션째 새로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RecursiveCharacterTextSplitter(300, chunk_overlap=30)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recreate_collection(COLLECTION, VectorParams(DIM, COSINE))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ingest() → 조각 수가 늘어난다 — 원본이 MinIO 에 있으니 자유롭다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문서별 「source → N chunks」와 client.count 가 조각 총수와 같다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ingest() 를 다시 돌려도 before == after — assert 통과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uuid4 버전은 두 번째 실행에서 count 가 두 배가 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출처가 minio://raw-docs/notes/notes.txt 로 찍히고 원본 전문이 읽힌다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줄인 문서는 count 가 그대로 → reingest() 뒤에 줄어든다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chunk_size 300 으로 재색인하면 조각 수가 늘어난다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7-4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문법 여덟 줄을 한 표로 정리하고, 7-5 Hybrid Search 를 위한 준비를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MinIO·Qdrant 코드 요약표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로 qdrant·minio 둘 다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체크리스트와 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7-5 준비: langchain · streamlit 설치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lecture_kb 컬렉션에 포인트가 든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