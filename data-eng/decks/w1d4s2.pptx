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Dockerfile 작성 및 이미지 최적화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빌드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앱을 이미지로 굽고, 캐시가 깨지는 것을 눈으로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 앱과 Dockerfile 을 직접 쓰고 docker build 로 이미지를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재빌드 로그에서 CACHED 층을 찾는다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순서로 다시 빌드해 재빌드 시간 차이를 time 으로 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.dockerignore 로 빌드 컨텍스트 크기를 줄인다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time 이 찍어 준 real 값은 정리·회고 시간에 서로 공유합니다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~/data-eng/week1/app 한 폴더에서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1-3 에서 쓴 실습 폴더 아래에 app 폴더를 새로 만들고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앱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requirements.txt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Dockerfile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여섯 줄 작성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빌드·실행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data-app:0.1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재빌드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CACHED 찾기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실패·정리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나쁜 순서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.dockerignore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여섯 줄 — 한 줄씩 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python:3.12-slim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34480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4480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실행에 필요한 최소 베이스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WORKDIR /app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40703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0703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 작업 디렉터리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requirements.txt 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6926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150" y="46926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의존성 목록 먼저(잘 안 바뀜)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 pip install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3149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53149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의존성 설치 — 결과가 층에 굳는다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. 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59372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59372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소스는 나중에(자주 바뀜)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CMD ["python", "app.py"]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3900" y="65595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150" y="65595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시작 때 실행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먼저 app.py 와 requirements.txt(requests 한 줄) 두 파일을 같은 폴더에 만든다 — ls 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--no-cache-dir: pip 이 내려받은 설치 파일을 이미지에 남기지 않아 크기를 줄이는 옵션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빌드 · 확인 · 실행 · 재빌드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빌드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1512" y="27813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3912" y="27813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build -t data-app:0.1 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1512" y="34290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3912" y="34290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images data-app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1512" y="40767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3912" y="40767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--rm data-app:0.1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1512" y="47244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3912" y="47244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'print("…")' &gt;&gt; app.py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재빌드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1512" y="53721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3912" y="53721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build -t data-app:0.2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--rm 은 종료 때 컨테이너를 자동 삭제 · -t 는 이미지 이름:태그 · 마지막 점(.)이 빌드 컨텍스트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빌드하고, 한 줄 고치고, 다시 빌드 — 로그를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빌드가 오류 없이 끝난다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images data-app 에 0.1 태그가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실행하면 두 줄이 찍힌다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「데이터 파이프라인 앱이 실행되었습니다.」와 파이썬 버전 3.12.x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app.py 에 한 줄 더하고 0.2 로 재빌드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소스만 바뀌었으니 의존성 층은 그대로 — pip install 단계가 CACHED 로 순식간에 지나간다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빌드 로그에서 찾을 글자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. . 를 먼저 쓰는 나쁜 순서 — 시간을 재서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이론에서 본 「순서가 나쁘면 매번 다시 설치한다」를 직접 겪어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Dockerfile.bad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. . 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 빌드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-f Dockerfile.bad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오래 걸림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app.py 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 한 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time 으로 재빌드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good2 · bad2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real 값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한 줄을 고쳤는데 — 몇 초와 몇 분의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— 좋은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requirements.txt 가 그대로라 pip install 층은 CACHED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 requirements.txt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 pip install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CACHED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 . 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Dockerfile.bad — 나쁜 순서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소스가 바뀌면 그 아래층이 전부 깨져 pip install 이 다시 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 . 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 pip install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실행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CMD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.dockerignore — 빌드에 필요 없는 것을 전송에서 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Dockerfile.bad · __pycache__/ · *.pyc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이미지에 들어갈 이유가 없는 실험 파일과 파이썬 캐시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.git/ · *.log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이력과 로그 — 컨텍스트만 키운다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빌드 data-app:0.3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 첫 줄의 transferring context 크기가 이전보다 줄었는지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0.3 이 이날의 최종 후보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1H 최적화에서 크기를 더 다듬고 1-5 Compose 의 app 서비스로 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지금은 패키지가 requests 하나라 몇 초 차이 — pandas·pyspark 등 수십 개면 몇 분, 하루 스무 번 재빌드하면?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에 app.py·requirements.txt 두 파일이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에 「데이터 파이프라인 앱이 실행되었습니다.」가 찍힌다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재빌드 로그에서 pip install 단계가 CACHED 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순서는 pip install 이 다시 돌아 real 값이 훨씬 크다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.dockerignore 뒤에 transferring context 크기가 줄었다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이미지 최적화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베이스 이미지 교체와 멀티스테이지 빌드로 크기를 줄이고, 전후를 수치로 비교합니다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python:3.12 전체 베이스로 빌드해 크기 비교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 을 합쳐 층수 줄이기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멀티스테이지 빌드 맛보기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history 로 층별 크기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time 의 real 값 두 개(좋은·나쁜 순서)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