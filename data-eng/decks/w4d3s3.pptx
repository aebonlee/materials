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4-3 · MinIO–Iceberg 데이터 파이프라인 구축 · 실습 1.5H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ETL과 MERGE 적재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결정적 중복 제거와 MERGE — 두 번 돌려 검증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중복을 안 줄이고 MERGE 해 카디널리티 오류를 직접 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Window + row_number 로 키별 최신 한 행만 남기는 ETL 을 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스크립트를 두 번 돌려 행 수가 늘지 않음을 확인한다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새 파일만 추가해 증분 배치를 돌리고 불량 행이 걸러짐을 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스크립트는 /home/iceberg/scripts/ 에, spark-submit 의 --conf 네 개는 앞 챕터와 같습니다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여섯 단계 — 실패를 먼저, 검증은 두 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스크립트 하나(etl_orders.py)를 완성한 뒤에는 파일만 바꿔 가며 같은 명령을 반복합니다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실패 먼저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etl_bad.py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중복 안 줄임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ETL 작성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etl_orders.py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row_number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실행·확인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 · 4 · 4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amount 35000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멱등성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번 더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snapshots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5·6. 증분·불량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08-03 파일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orders_bad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중복을 안 줄이고 MERGE 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etl_bad.py — 읽기 · 형 변환 · 바로 MERGE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row_number 없이 updates 뷰를 만들어 MERGE INTO demo.lakehouse.orders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spark-submit --conf ×4 … etl_bad.py 2&gt;&amp;1 | tail -n 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마지막 20줄에서 오류 문구를 찾는다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multiple source rows matched a single target row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order_id 2 가 두 행이라 어느 값으로 갱신할지 정할 수 없다는 뜻 — 나야 정상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알아 둘 이름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카디널리티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etl_orders.py — 랜딩 존 → 정제 → MERGE 적재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1) 읽기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csv("s3a://raw/orders/")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원천 행 출력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2) 형 변환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bigint · double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to_date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3) 정제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filter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row_number = 1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4) 적재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MERGE INTO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total rows 출력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print 세 줄(원천 행 · 정제 후 행 · total rows)을 grep 으로 골라 본다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「가장 최근 order_date 의 행을 남긴다」는 규칙을 명시 — 2-2 의 ROW_NUMBER 를 PySpark 로 쓰는 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실습 1.5H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핵심 줄 — 정제와 적재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23851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23851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형 변환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81512" y="2781300"/>
            <a:ext cx="1476348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33912" y="2781300"/>
            <a:ext cx="1445868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cast("bigint") · cast("double") · F.to_date("order_date")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23851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23851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불량 제거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81512" y="3429000"/>
            <a:ext cx="1476348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33912" y="3429000"/>
            <a:ext cx="1445868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filter("order_id IS NOT NULL AND amount &gt;= 0")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23851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23851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창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1512" y="4076700"/>
            <a:ext cx="1476348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33912" y="4076700"/>
            <a:ext cx="1445868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Window.partitionBy("order_id").orderBy(F.col("order_date").desc())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23851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23851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최신 한 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81512" y="4724400"/>
            <a:ext cx="1476348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33912" y="4724400"/>
            <a:ext cx="1445868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withColumn("rn", F.row_number().over(w)).filter("rn = 1").drop("rn")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238512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238512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적재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81512" y="5372100"/>
            <a:ext cx="14763488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33912" y="5372100"/>
            <a:ext cx="14458688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MERGE INTO demo.lakehouse.orders AS t USING updates AS s ON t.order_id = s.order_id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filter 의 두 조건 — 키가 비었거나 금액이 음수인 행은 적재 전에 버린다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실행하고 출력 세 줄을 읽는다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spark-submit … etl_orders.py | grep 세 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--conf 네 개는 앞 챕터와 같다 → 원천 행 5 · 정제 후 행 4 · total rows 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왜 5 → 4 → 4 인가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order_id 2 의 중복 하나가 빠져 4행, 대상도 전부 갱신이라 4행 그대로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spark-sql -e "SELECT * … ORDER BY order_id;"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order_id 2 의 amount 가 35000(8-02) · 1 은 8-01 에만 있어 15000 그대로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출력 세 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 · 4 · 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 — 오늘의 핵심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명령을 한 번 더 — 결과는 같고 기록은 남는다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 번 더 spark-submit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total rows 가 여전히 4 — 중복 삽입이 없다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grep -E "total rows" 로 한 줄만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2-5 의 UNIQUE 제약이 한 일을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여기선 MERGE 의 키 조건이 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snapshots 메타테이블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MERGE 실행마다 커밋 이력이 한 건씩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 committed_at, snapshot_id, operation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FROM demo.lakehouse.orders.snapshots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 는 그대로, 실행 기록은 쌓인다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5·6단계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파일만 추가하고 같은 스크립트 — 실무의 하루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올린 파일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20421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20421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원천 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63740" y="2781300"/>
            <a:ext cx="20421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63740" y="2781300"/>
            <a:ext cx="20421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정제 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2781300"/>
            <a:ext cx="25222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total rows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무슨 일이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orders_2026-08-02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83480" y="3448050"/>
            <a:ext cx="2042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78730" y="3448050"/>
            <a:ext cx="1851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63740" y="3448050"/>
            <a:ext cx="2042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58990" y="3448050"/>
            <a:ext cx="1851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34480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34480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704320" y="34480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99570" y="34480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 갱신 35000 · 신규 없음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orders_2026-08-03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83480" y="4171950"/>
            <a:ext cx="2042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78730" y="4171950"/>
            <a:ext cx="1851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063740" y="4171950"/>
            <a:ext cx="2042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58990" y="4171950"/>
            <a:ext cx="1851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0" y="41719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9250" y="41719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04320" y="41719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99570" y="41719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 갱신 61000 · 5 신규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orders_bad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4895850"/>
            <a:ext cx="2042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4895850"/>
            <a:ext cx="1851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063740" y="4895850"/>
            <a:ext cx="20421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58990" y="4895850"/>
            <a:ext cx="18516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44000" y="48958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39250" y="48958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704320" y="48958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9570" y="48958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6(음수)·빈 키 걸러짐 · 7 신규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56388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매번 랜딩 존 전체를 읽는 방식 — 파일이 수천 개면 느려진다. 날짜 경로(dt=…)는 8주차 Airflow 에서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스크립트는 한 글자도 안 고쳤다 · 정리: mc rm local/raw/orders/orders_bad.csv 로 불량 파일은 랜딩 존에서 뺀다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실습 1.5H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1.5시간이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etl_bad.py 에서 multiple source rows matched 오류를 봤다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etl_orders.py 첫 실행 출력이 원천 5 · 정제 4 · total 4 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order_id 2 의 amount 가 35000 으로 갱신됐다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한 번 더 돌려도 total rows 4, snapshots 는 한 건 늘었다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08-03 · bad 파일 뒤 orders 가 6행(order_id 1~5, 7)이다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4-3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4-3 · 실습 1.5H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정리·회고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만든 파이프라인 다섯 단계를 한 장으로 정리하고, 4-4 Trino 가 읽을 테이블 상태를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랜딩 → 읽기 → 형 변환 → 정제 → 적재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체크리스트 · 자주 겪는 오류 4가지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 행 수 적어 두기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4-4 Trino 준비물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 6행(order_id 1~5, 7) · 불량 파일 삭제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