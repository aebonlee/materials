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4-5 · 데이터 카탈로그 연결 및 레이크하우스 통합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Spark–Trino 상호운용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양방향으로 쓰고 읽고, 같은 테이블인지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컨테이너 Up · Trino "6" · Spark 6 을 확인하고 시작한다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에서 넣고 Spark 에서, Spark 에서 바꾸고 Trino 에서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커밋 이력과 스냅샷 개수가 두 엔진에서 같은지 대조한다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이름만 다른 카탈로그와 실패한 쓰기로 「같은 테이블」을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단계의 확인 포인트를 다 지나면 두 엔진이 같은 메타데이터를 본다는 뜻입니다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셸 · trino&gt; · spark-sql 을 오가며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~/lakehouse 에서 시작합니다 — 상자의 [Trino CLI] 는 trino&gt; 안, [Spark] 는 셸에서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시작 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Up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"6" ·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Trino → Spark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8번 행 INSERT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Spark → Trino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memo 컬럼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choi vip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커밋 이력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orders$snapshots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개수 대조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실험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실패한 쓰기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 쓰는 창구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trino&gt; · spark-sql · 한 줄 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687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687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Trino CLI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1742" y="2781300"/>
            <a:ext cx="146332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4142" y="2781300"/>
            <a:ext cx="143284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-it trino trino → trino&gt;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687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687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나가기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1742" y="3429000"/>
            <a:ext cx="146332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4142" y="3429000"/>
            <a:ext cx="143284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trino&gt; 에서 quit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687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687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spark-sql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1742" y="4076700"/>
            <a:ext cx="146332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4142" y="4076700"/>
            <a:ext cx="143284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spark-iceberg spark-sql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687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687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나가기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1742" y="4724400"/>
            <a:ext cx="146332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64142" y="4724400"/>
            <a:ext cx="143284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spark-sql 에서 quit;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687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687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 실행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1742" y="5372100"/>
            <a:ext cx="146332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64142" y="5372100"/>
            <a:ext cx="143284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-T trino trino --execute "…"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trino&gt; 에서는 앞 결과가 다 나온 뒤 다음 줄을 친다 — 재시작 직후 첫 쿼리 3~9초, 그 사이 친 줄은 사라진다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시작 상태 — 다섯 Up · Trino "6" · Spark 6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7001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70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13014" y="2781300"/>
            <a:ext cx="150319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5414" y="2781300"/>
            <a:ext cx="14727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~/lakehouse &amp;&amp; docker compose up -d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97001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970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13014" y="3429000"/>
            <a:ext cx="150319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65414" y="3429000"/>
            <a:ext cx="14727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 — 다섯 컨테이너 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97001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970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3014" y="4076700"/>
            <a:ext cx="150319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5414" y="4076700"/>
            <a:ext cx="14727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spark-sql -e "SELECT count(*) FROM demo.lakehouse.orders;"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97001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970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13014" y="4724400"/>
            <a:ext cx="150319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65414" y="4724400"/>
            <a:ext cx="14727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-T trino trino --execute "SELECT count(*) …"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97001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970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13014" y="5372100"/>
            <a:ext cx="150319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65414" y="5372100"/>
            <a:ext cx="14727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"6" · Spark 6 — 같아야 시작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값이 다르면 4-4 의 카탈로그 설정 대조부터 — 여기가 안 맞으면 오늘 실습이 의미를 잃는다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양방향으로 쓰고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에서 쓰고 Spark 에서 읽기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trino&gt; 에서 INSERT, quit 뒤 셸에서 Spark 조회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(8, 'jung', 27000, DATE '2026-08-04', 'app')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INSERT: 1 row → count 7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끝 줄 8 jung 27000.0 2026-08-04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에서 바꾸고 Trino 에서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스키마 진화도 카탈로그를 통해 공유된다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ALTER TABLE … ADD COLUMN memo STRING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… SET memo = 'vip' WHERE order_id = 4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DESCRIBE 여섯 줄(memo varchar) · 4 | choi | vip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커밋 이력이 한 줄로 쌓이는가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trino&gt; 에서 "orders$snapshots" 를 시간순으로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append · overwrite · delete 가 섞여 엔진 구분 없이 한 이력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— orders.snapshots 의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spark-sql -e "SELECT count(*) AS snapshot_count FROM … .snapshots;"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— 바깥을 작은따옴표로 감싼 --execute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큰따옴표면 셸이 $snapshots 를 지워 orders 행 수 "7" 이 나온다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실측(쓰기 횟수마다 다름)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9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"9"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 이름은 별명 — iceberg2 를 하나 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uri·warehouse 는 그대로, 이름만 iceberg2 — 목록 실측 "iceberg" "iceberg2" "system"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iceberg2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 &gt; 히어독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uri·warehouse 같게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restart trino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until 로 대기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실측 48초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카탈로그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CATALOGS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iceberg2 추가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trino&gt; 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이름 모두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 · 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rm · restart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until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커밋 전에는 아무에게도 안 보인다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— 타입이 안 맞는 INSERT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자리에 문자열 '없는아이디' 를 넣는다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INSERT 시도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CANNOT_SAFELY_CAST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4297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커밋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4426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7776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STRING → BIGINT 불가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— 그대로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실패한 쓰기는 어디에도 흔적이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count(*)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20300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53650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"7" 그대로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37262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스냅샷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64076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97426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스냅샷 없음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컨테이너 Up · Trino "6" · Spark 6 으로 시작했다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INSERT: 1 row · count 7 · Spark 끝 줄에 8 jung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 끝에 memo varchar · 4 | choi | vip 한 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 개수가 Spark · Trino 에서 같다(실측 9 · "9")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· iceberg2 모두 count 7 — 지우고 restart 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CANNOT_SAFELY_CAST 한 줄 뒤에도 Trino count "7"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4-5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레이크하우스 통합 산출물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검증에 쓴 쿼리를 한 파일로 정리하고, 아키텍처 다이어그램을 그려 제출합니다(마감 10-23 23:59)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scripts/lakehouse_queries.sql 정리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구성 요소 5개 · 포트 다이어그램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「없으면」 열이 있는 설명 문서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→ up 재현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 7 · iceberg2 는 지운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