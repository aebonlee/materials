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Airflow 서비스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웹 UI·CLI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상황판을 읽는 법, 명령줄로 같은 일을 하는 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웹 UI 에 airflow / airflow 로 로그인해 예제 DAG 목록을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Grid·Graph·Code·Logs 네 화면이 각각 무엇을 보여 주는지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태스크 상태 색 일곱 가지를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로 같은 것을 확인하고 예제 DAG 를 하나 돌린다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색을 읽을 줄 알면 원인을 좁히는 속도가 크게 달라집니다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화면으로 보고 명령줄로 다시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실습에서 띄운 Airflow 가 전 서비스 (healthy) 인 상태에서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localhost:8080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/ airflow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화면과 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화면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일곱 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list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tasks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예제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unpause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7. 예제 끄기(선택)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LOAD_EXAMPLES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위치만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 네 가지 — 무엇을 보나, 언제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73228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보나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날짜별 × 태스크별 성공/실패 격자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평소에 가장 많이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사이의 화살표(의존성)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순서를 확인할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파이썬 소스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지금 도는 것이 어느 코드인지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 하나의 실행 로그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 원인을 찾을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예제 DAG 하나를 골라 네 화면을 모두 열어 본다 — Graph 에서 화살표로 이어진 순서도가 보이면 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 색 일곱 가지 — 무엇을 뜻하나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success (초록)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448050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9090" y="3448050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정상 종료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running (연두)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044043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4044043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failed (빨강)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640036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4640036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 — 로그를 봐야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up_for_retry (노랑)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5236029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9090" y="5236029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실패했고 재시도를 기다린다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upstream_failed (주황)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5832021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5832021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태스크가 실패해 시작 못 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skipped (분홍)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6428014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9090" y="6428014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조건에 걸려 건너뜀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66827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6492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queued·scheduled (회색)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7024007"/>
            <a:ext cx="92811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9090" y="7024007"/>
            <a:ext cx="90906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워커가 집어가지 않음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회색이 오래 지속되면 워커가 없거나 DAG 가 일시정지(paused) 상태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로 같은 것을 확인한다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진입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1508" y="27813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3908" y="27813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CLI="docker compose exec airflow-scheduler airflow"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버전 · 목록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1508" y="34290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3908" y="34290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version · $CLI dags 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파싱 오류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1508" y="40767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3908" y="40767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list-import-errors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태스크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1508" y="47244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3908" y="47244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tasks list example_bash_operator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의존성을 글자로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1508" y="53721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73908" y="53721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show example_bash_operator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778508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77850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방식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1508" y="6019800"/>
            <a:ext cx="14223492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73908" y="6019800"/>
            <a:ext cx="1391869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config get-value core executor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list-import-errors 가 비어 있으면 DAG 파일이 전부 잘 읽힌 것 — 8-2 에서 가장 요긴한 명령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예제 DAG 를 하나 돌려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unpause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unpause example_bash_operator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example_bash_operator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 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list-runs -d example_bash_operator | head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Grid 에서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태스크가 순서대로 초록으로 — 칸을 눌러 Logs 를 열면 실제 실행 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7단계(선택): grep -n "LOAD_EXAMPLES" docker-compose.yaml 로 위치만 확인 — 8-2 부터 우리 DAG 만 보려면 false 로, 다만 예제는 좋은 교재이니 급히 지우지 않는다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8080 포트 충돌 — 웹 UI 가 안 열릴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기동 로그에 port is already allocated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localhost:8080 에 접속이 안 된다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원인: 다른 프로그램이 8080 을 이미 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logs 로 먼저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webserver 의 ports 만 바꿔 다시 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20300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0300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53650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"8081:8080"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2191365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82818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재기동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82818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516168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4553882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45335" y="4838700"/>
            <a:ext cx="2152015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접속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745335" y="5583555"/>
            <a:ext cx="2152015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78685" y="5583555"/>
            <a:ext cx="1885315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localhost:8081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로그인 뒤 예제 DAG 가 수십 개 보인다 — 공식 compose 가 켜 둔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Graph 에서 태스크 상자들이 화살표로 이어진 순서도가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 version 이 출력되고 dags list 가 표로 나온다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list-import-errors 가 비어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trigger 뒤 Grid 에서 태스크가 순서대로 초록으로 바뀐다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8-1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8-1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정리·회고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쓴 명령을 표 하나로 정리하고, Airflow 를 켜 둔 채 8-2 DAG 작성을 준비합니다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compose·CLI 명령 한 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 요소 네 가지 한 문장씩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dags/ 폴더가 비어 있는지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예제 DAG 하나를 돌린 Grid 화면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