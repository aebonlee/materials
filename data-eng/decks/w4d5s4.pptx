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4-5 · 카탈로그 연결 및 레이크하우스 통합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주차 회고 · 산출물 점검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데이터를 한 곳에 두고 도구를 갈아 끼운다 — 4주차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4-1~4-5 에서 배운 것과 남은 결과물을 한 표로 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체크리스트로 4주차 산출물을 스스로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볼륨은 남기고 컨테이너를 정지해 5주차를 준비한다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주를 관통한 생각 — 데이터를 한 곳에 두고 도구를 갈아 끼운다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4주차에 지나온 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닷새 — 배운 것과 남은 결과물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73228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오브젝트 스토리지와 S3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· raw·warehouse 버킷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1719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1719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메타데이터 사슬과 타임 트래블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 테이블 · 스냅샷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8958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8958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랜딩 존 → 정제 → MERGE 멱등 적재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etl_orders.py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6197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6197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 로 같은 테이블 조회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iceberg.properties · daily_sales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63436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63436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 중심 상호운용 검증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아키텍처 다이어그램 · 쿼리 스크립트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3주차에서 도구를 목적에 따라 골랐다면, 4주차는 그것을 저장소 수준에서 가능하게 만드는 구조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5주차로 이어지는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그린 그림의 왼쪽에 붙는다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주는 spark-sql 로 가볍게 — 5주차엔 클러스터를 띄우고 드라이버·익스큐터·셔플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5주차 Spark 실습에서도 이번 주 테이블을 그대로 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파티셔닝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3-3 에서 맛보고 4주차에서 개념 — 5-5 에서 성능 문제로 다시 만난다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아키텍처 그림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왼쪽에 6주차 Kafka, 8주차 Airflow 가 붙는다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카탈로그가 단일 진실 원천인 이유를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카탈로그가 없으면 깨지는 것을 세 가지 이상 말할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REST·Hive Metastore·Glue·Nessie 의 차이를 대략 말할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INSERT → Spark 조회 · Spark 스키마 변경 → Trino 를 양방향 검증했다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엔진의 스냅샷 개수까지 일치하는 것을 확인했다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 이름은 별명 · uri·warehouse 가 실체임을 실험으로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다이어그램에 구성 요소 5개와 포트를 표기했다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lakehouse_queries.sql 이 끝까지 돌고 down→up 뒤에도 데이터가 남는다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테이블이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에 안 보임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엔진이 다른 카탈로그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(uri 또는 warehouse)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rest:8181 · s3://warehouse/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 값 대조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넣은 데이터가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다른 쪽에 안 보임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쓰기가 실패·미완료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커밋 전엔 어디서도 안 보임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성공 메시지 확인 →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$snapshots 새 스냅샷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FOR VERSION AS OF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스냅샷 못 찾음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테이블의 id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만료된 스냅샷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테이블 $snapshots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결과에서 id 복사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catalog 파일 넣었는데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가 못 읽음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컨테이너는 기동 시점에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카탈로그를 읽는다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restart trino 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40초 안팎 대기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「안 보인다」면 순서는 늘 같다 — 카탈로그 설정 대조 → 커밋 여부("orders$snapshots") 확인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실무에서도 이 구성을 그대로 쓰나요?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구성 요소는 같고 규모만 다르다 — MinIO 자리에 S3, REST 대신 Glue, 컨테이너 하나 대신 여러 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카탈로그가 죽으면?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파일은 남아 있으니 카탈로그를 복구하면 된다 — 그래서 카탈로그도 백업 대상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Spark 와 Trino 를 둘 다 쓰나요?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하나만 써도 된다 — 무거운 적재와 빠른 조회는 요구가 달라 커질수록 나누는 편이 유리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5주차에 이 환경을 계속 쓰나요?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5주차는 Spark 클러스터를 따로 띄운다 — 메모리가 빠듯하면 stop, 볼륨은 남는다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컨테이너 정돈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볼륨은 남기고 정지만 — 5주차에도 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-v 는 볼륨까지 지운다 — 이번 주 Iceberg 테이블이 전부 사라지니 쓰지 않는다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-a · docker volume 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grep -E "minio|lakehouse" 로 볼륨이 남아 있는지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mkdir -p ~/data-eng/week5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5주차 실습 폴더를 미리 만들어 둔다 — 메모리가 부족하면 stop, 필요할 때 start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쓰면 안 되는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 삭제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 · 분산 처리와 Spark 아키텍처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분산 데이터 처리와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개요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단일 노드 Spark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PySpark 첫 실행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UI 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 구조 읽기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이론·실습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Docker Desktop 실행 · docker version 정상 출력 확인 · 4주차 MinIO·Iceberg 컨테이너는 내려 두어도 됨(5-3 에서 다시 씀)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4-5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5-1 분산 처리와 Spark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대로 안 되면 여러 대에 나눠 맡깁니다 — 드라이버·익스큐터 구조와 지연 평가를 한 대 안에서 관찰합니다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스케일업과 스케일아웃의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드라이버 · 익스큐터 · 클러스터 매니저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transformation 과 action (지연 평가)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UI 의 Job → Stage → Task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확인 · week5 폴더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