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이론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트랜잭션과 동시성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ACID · 확정과 취소 · 동시성과 락 · 장애 회복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장을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트랜잭션이 왜 「쪼갤 수 없는 업무 한 묶음」인지 주문 사례로 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ACID 4특성을 각각 경영 사례에 연결해 설명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COMMIT과 ROLLBACK의 역할과 autocommit의 위험 이해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갱신 손실·Dirty Read 등 동시성 문제가 생기는 상황 설명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락과 격리 수준, 장애 회복의 기본 개념 이해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 DB 이론 편람 5장 · 다온유통 주문 처리 사례로 배웁니다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여섯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 — 쪼갤 수 없는 업무 한 묶음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ACID — 트랜잭션이 지켜야 할 4가지 성질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COMMIT과 ROLLBACK — 확정과 취소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45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631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31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8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동시성 문제 — 여러 사용자가 같은 데이터를 만질 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락과 격리 수준 — 간섭을 막는 두 도구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45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345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631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31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08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장애 회복 — 사고 후에도 장부가 맞는 이유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트랜잭션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한 건 = 연달아 일어나는 세 가지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헤더를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넣는다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order_items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상품별 수량·단가를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넣는다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products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재고(stock)를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수량만큼 줄인다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논리적으로 하나인 작업 단위 = 트랜잭션 · 「전부 아니면 전무(all or nothing)」를 보장한다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은행 계좌이체처럼 — 빠지는 것과 들어가는 것은 둘 다 되거나, 둘 다 안 되거나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트랜잭션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주문 접수를 트랜잭션 하나로 묶기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START TRANSACTION;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① 주문 헤더: 고객 C003 김도현, 담당 직원 없는 온라인 주문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INSERT INTO orders (cust_id, emp_id, order_date, status)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VALUES ('C003', NULL, '2026-06-15', '주문접수');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② 주문 상세: 무선 전기포트 1대 (방금 생성된 주문번호 사용)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INSERT INTO order_items (order_id, prod_id, qty, unit_price)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VALUES (LAST_INSERT_ID(), 'P001', 1, 42000);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③ 재고 차감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UPDATE products SET stock = stock - 1 WHERE prod_id = 'P001';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COMMIT;   -- 세 작업을 한꺼번에 확정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중간에 하나라도 실패하면 ROLLBACK으로 세 작업을 통째로 되돌린다 — 「①②만 반영된 상태」는 남지 않는다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트랜잭션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트랜잭션의 단위는 업무가 정한다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판단 기준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「이 중 일부만 되면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회사에 문제가 생기는가?」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대표적 업무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접수·주문 취소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포인트 적립과 차감·급여 이체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진가가 드러나는 곳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조회(SELECT)보다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INSERT·UPDATE·DELETE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주문 헤더만 들어가고 재고가 안 줄면 품절 상품이 계속 팔린다 — 그래서 세 작업은 한 묶음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ACID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트랜잭션이 지켜야 할 4가지 성질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특성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54025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원자성 (Atomicity)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 실행되거나 전혀 실행되지 않거나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4480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9370" y="34480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헤더·상세·재고 차감 3작업이 함께 성공하거나 함께 취소된다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일관성 (Consistency)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트랜잭션 전후로 데이터가 규칙을 어기지 않음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1719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370" y="41719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재고가 음수가 되거나, 존재하지 않는 상품번호의 주문 상세가 생기지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격리성 (Isolation)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동시에 실행되는 트랜잭션이 서로 간섭하지 않음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8958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8958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고객이 동시에 주문해도 재고 차감이 서로 섞이지 않는다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지속성 (Durability)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확정(COMMIT)된 결과는 장애가 나도 남음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56197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9370" y="56197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COMMIT된 주문은 직후에 서버가 꺼져도 사라지지 않는다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DBMS가 트랜잭션에 보장하는 성질 4가지의 머리글자 — 시험에도, 실무 면접에도 나오는 핵심 개념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ACID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ACID를 한 줄씩으로 기억하기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원자성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「반만 되는 일은 없다」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실패하면 DBMS가 알아서 되돌린다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일관성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「끝나고 나면 장부의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앞뒤가 맞는다」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격리성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「동시에 해도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혼자 하는 것처럼」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지속성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「확정한 것은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정전이 나도 남는다」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지속성은 경영에서 신뢰의 문제 — 「주문이 완료되었습니다」라고 알렸다면 그 주문은 남아 있어야 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ACID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성질마다 뒷받침하는 장치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일관성 ← 업무 규칙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CHECK 제약·외래키 같은 규칙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어기면 확정 자체가 거부된다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격리성 ← 강도 선택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완벽한 격리는 성능을 떨어뜨려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강도를 단계로 나눠 고른다(5절)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지속성 ← 로그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변경 내역을 로그로 먼저 기록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재기동 때 로그로 복원(6절)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원자성 덕분에 「어디까지 됐더라?」를 수작업으로 복구할 필요가 없다 — 파일·엑셀 관리와 결정적으로 다른 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COMMIT과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트랜잭션의 끝은 둘 중 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66827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START TRANSACTION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트랜잭션 시작을 선언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초안 작성 시작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COMMIT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지금까지의 변경을 영구 확정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결재 도장 찍기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ROLLBACK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트랜잭션 시작 시점으로 전부 되돌림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초안 파기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SAVEPOINT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트랜잭션 중간에 되돌아올 지점 표시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 저장 (부분 되돌리기용)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COMMIT 전의 변경은 「연필로 쓴 초안」, COMMIT은 「볼펜으로 옮겨 적기」, ROLLBACK은 「지우개」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COMMIT과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취소 — 상태 변경과 재고 복구를 한 묶음으로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주문 1005(장민혁, 제주 감귤 2박스)가 취소 요청됐다고 하자.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START TRANSACTION;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① 주문 상태를 취소로 변경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UPDATE orders SET status = '취소' WHERE order_id = 1005;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② 빠져나갔던 재고를 복구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UPDATE products SET stock = stock + 2 WHERE prod_id = 'P004';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확인 후 문제없으면 확정, 잘못 건드렸으면 되돌리기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COMMIT;      -- 확정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ROLLBACK; -- 취소 (COMMIT 대신 실행하면 두 UPDATE가 모두 무효)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COMMIT 대신 ROLLBACK을 실행하면 두 UPDATE가 모두 무효가 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COMMIT과 ROLLBACK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autocommit(자동 확정)의 위험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autocommit이란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많은 DBMS의 기본 동작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문장 하나가 끝날 때마다 즉시 COMMIT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위험한 순간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절을 빠뜨린 UPDATE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전 행이 즉시 확정, 되돌릴 기회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값싼 보험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문장을 묶는 업무는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START TRANSACTION으로 먼저 시작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데이터를 바꾸는 작업 전에 START TRANSACTION을 습관처럼 먼저 — 실무 사고를 막는 가장 값싼 보험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동시성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갱신 손실 — 한쪽의 수정이 증발한다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781300"/>
            <a:ext cx="54025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트랜잭션 A (온라인 주문)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2781300"/>
            <a:ext cx="63627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트랜잭션 B (오프라인 주문)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P002 재고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84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 조회 → 8대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913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584680" y="3448050"/>
            <a:ext cx="2560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79930" y="3448050"/>
            <a:ext cx="2369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84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13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 조회 → 8대 확인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584680" y="4171950"/>
            <a:ext cx="2560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79930" y="4171950"/>
            <a:ext cx="2369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84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8 − 1 = 7로 갱신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913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584680" y="4895850"/>
            <a:ext cx="2560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79930" y="4895850"/>
            <a:ext cx="2369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84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388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913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8 − 1 = 7로 갱신 (A의 갱신을 덮어씀)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584680" y="5619750"/>
            <a:ext cx="25603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79930" y="5619750"/>
            <a:ext cx="23698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해결의 열쇠 — 「읽고−계산해서−쓰기」를 쪼개지 않는다: UPDATE products SET stock = stock - 1 한 문장으로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두 건이 팔렸으니 재고는 6이어야 하는데 7로 남았다 — A의 갱신이 흔적도 없이 사라졌다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동시성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나머지 세 가지 — 읽기에서 생기는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Dirty Read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COMMIT 전 주문을 읽어 보고서 작성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ROLLBACK되면 없던 매출이 잡힘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반복 불가능 읽기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한가람의 포인트가 앞장 4,500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사이 갱신·확정되어 뒷장 5,000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유령 읽기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「5월 주문 목록」 처음엔 2건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사이 새 주문이 들어와 다시 보니 3건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같은 데이터(재고)를 동시에 읽고 고치는 상황에서 격리가 허술하면 생긴다 — 온라인 고객과 영업팀 이지은 대리처럼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동시성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동시성 문제 4종 정리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63627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무엇이 잘못되나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경영 현장에서의 증상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갱신 손실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트랜잭션의 수정 중 하나가 덮여 사라짐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장부 재고와 실제 재고 불일치, 품절 상품 판매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Dirty Read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확정 전(ROLLBACK될 수 있는) 데이터를 읽음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취소된 주문이 매출 보고서에 잡힘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반복 불가능 읽기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행을 두 번 읽으니 값이 달라짐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보고서 안에서 앞뒤 숫자가 어긋남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유령 읽기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조건 조회의 행 개수가 달라짐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 도중 건수가 변해 합계가 안 맞음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갱신 손실이 가장 위험하다 — 장부 재고와 실제 재고가 어긋나면 배송 지연, 고객 이탈로 이어진다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락과 격리 수준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락 — 자리를 맡아두는 표시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공유락 (Shared Lock)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여럿이 같이 열람만 하는 책 — 그동안 반출 불가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1045339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허용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5989" y="483870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8389" y="483870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트랜잭션의 동시 읽기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1045339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막음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35989" y="5400675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88389" y="5400675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트랜잭션의 쓰기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1045339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쓰이는 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35989" y="596265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88389" y="596265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읽는 동안 값이 안 바뀌게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배타락 (Exclusive Lock)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빌린 책 — 남이 못 가져간다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1045339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허용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065639" y="483870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18039" y="483870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락을 쥔 쪽의 읽기·쓰기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0300" y="5400675"/>
            <a:ext cx="1045339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5400675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막음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065639" y="5400675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18039" y="5400675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쪽의 읽기·쓰기 모두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962650"/>
            <a:ext cx="1045339" cy="4857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962650"/>
            <a:ext cx="1045339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쓰이는 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065639" y="5962650"/>
            <a:ext cx="5831711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18039" y="5962650"/>
            <a:ext cx="5526911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UPDATE·DELETE 등 변경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락과 격리 수준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락의 부작용 — 블로킹과 교착상태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블로킹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락을 기다리느라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처리가 밀리는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교착상태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A는 주문을 잠근 채 재고를, B는 재고를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잠근 채 주문을 기다리며 영원히 멈춤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풀기와 예방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DBMS가 감지해 한쪽을 ROLLBACK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예방: 테이블은 항상 같은 순서로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락과 격리 수준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격리 수준 — 안전과 속도의 저울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격리 수준 (약→강)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31623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Dirty 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81300"/>
            <a:ext cx="41224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반복 불가능 읽기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유령 읽기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READ UNCOMMITTED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893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933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944600" y="34480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39850" y="34480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READ COMMITTED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893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933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944600" y="41719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39850" y="41719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REPEATABLE READ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933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44600" y="48958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039850" y="48958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발생 가능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SERIALIZABLE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893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933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944600" y="56197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039850" y="56197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돈이 걸린 갱신(재고 차감·결제)은 강하게, 대량 통계 조회는 느슨하게 — 업무의 성격에 따라 다르게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수업 실습 환경인 MySQL(InnoDB)의 기본 격리 수준은 REPEATABLE READ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장애 회복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로그 우선 기록 — REDO와 UNDO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REDO — 다시 실행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COMMIT까지 마쳤는데 디스크 반영이 덜 된 트랜잭션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로그대로 다시 실행 (지속성)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UNDO — 되돌리기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COMMIT 전에 끊긴 트랜잭션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없던 일로 되돌림 (원자성)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DBMS는 데이터를 바꾸기 전에 「무엇을 어떻게 바꾸는지」를 로그에 먼저 적어 두고, 재기동하면 로그를 읽는다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장애 회복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장애의 세 종류와 회복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 장애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개별 트랜잭션의 오류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트랜잭션만 ROLLBACK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시스템 장애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정전·서버 다운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재기동 후 로그로 REDO/UNDO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미디어 장애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디스크 손상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백업본 + 로그로 복원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회복은 사업 연속성의 문제 — 서버가 꺼졌다 켜져도 확정된 주문이 하나도 사라지지 않아야 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802130"/>
          </a:xfrm>
          <a:prstGeom prst="roundRect">
            <a:avLst>
              <a:gd name="adj" fmla="val 3171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1230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P002 재고가 8대일 때 주문 A·B가 각각 8을 읽고 둘 다 7로 갱신해 재고가 7로 남았습니다. 어떤 동시성 문제입니까?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Dirty Read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갱신 손실 (Lost Update)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반복 불가능 읽기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유령 읽기 (Phantom Read)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갱신 손실 (Lost Update)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A의 갱신이 B에게 덮여 흔적도 없이 사라졌으므로 갱신 손실입니다. Dirty Read는 확정 전 데이터를 읽는 것, 반복 불가능 읽기는 같은 행의 값이 달라지는 것, 유령 읽기는 행의 개수가 달라지는 것입니다. 해결책은 UPDATE products SET stock = stock - 1처럼 한 문장으로 써서 DBMS가 락을 걸게 하는 것입니다.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접수 = 주문 헤더 + 주문 상세 + 재고 차감, 한 트랜잭션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ACID: 전부 아니면 전무 · 규칙 유지 · 간섭 없음 · 확정은 영구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COMMIT은 확정, ROLLBACK은 되돌리기 — START TRANSACTION 습관화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동시성 문제 4종: 갱신 손실·Dirty Read·반복 불가능 읽기·유령 읽기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락과 격리 수준은 안전과 속도의 저울 — 돈은 강하게, 통계는 느슨하게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회복은 로그 우선 기록 — COMMIT된 것은 REDO, 안 된 것은 UNDO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트랜잭션은 업무상 쪼갤 수 없는 작업 묶음 — 단위는 기술이 아니라 업무가 정한다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장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이론 6장 · 데이터베이스 설계 이론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설계 절차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요구분석에서 구현까지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단계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함수적 종속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누구를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결정하는가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이상현상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삽입·갱신·삭제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가지 사고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정규화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1NF·2NF·3NF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그리고 반정규화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경영 DB 이론 편람 · 이론 5장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이론 5장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배운 트랜잭션을 SQL 실습과 웹 주문 처리에서 직접 확인합니다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트랜잭션 — 업무 한 묶음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ACID 4특성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동시성 문제 4종과 락·격리 수준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로그로 하는 장애 회복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관련 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4주차 SQL 실습 · 13주차 웹 주문 처리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