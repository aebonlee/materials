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7-4 · MinIO·Qdrant 연동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창고와 카드함 — 오늘 만든 파이프라인을 한 장으로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코드 여덟 줄(접속·버킷·업로드·목록·읽기…)을 한 표로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멱등 적재와 「지우고 다시 넣기」 재적재를 한 문장으로 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7-5 준비(컨테이너 둘 Up · 패키지 설치)를 마친다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둘이 Up 이고 lecture_kb 컬렉션에 포인트가 있으면 7-5 준비 완료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만든 것 — 문서를 넣어 두면 알아서 검색 가능해진다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MinIO · 창고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raw-docs 버킷에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문서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버킷 순회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list_objects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get_object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자르기 · 임베딩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split_text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embed_documents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 · 카드함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lecture_kb 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 + 벡터 + 출처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역참조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payload.source 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원본을 꺼낸다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원본은 창고에, 색인은 카드함에 — 색인은 파생물이라 언제든 다시 만든다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멱등: uuid5(source#i) · 문서가 줄면 지우고 다시 넣기 · chunk_size 가 바뀌면 컬렉션째 재색인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정리·회고 0.5H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하려는 일과 코드 — 여덟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121615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12161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접속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3448050"/>
            <a:ext cx="12161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8730" y="3448050"/>
            <a:ext cx="11971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Minio(endpoint, access_key=, secret_key=, secure=False)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969544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969544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 확인·생성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3969544"/>
            <a:ext cx="12161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8730" y="3969544"/>
            <a:ext cx="11971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mc.bucket_exists(b) / mc.make_bucket(b)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491038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491038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올리기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491038"/>
            <a:ext cx="12161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491038"/>
            <a:ext cx="11971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mc.fput_object(bucket, key, local_path)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12531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012531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목록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80" y="5012531"/>
            <a:ext cx="12161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8730" y="5012531"/>
            <a:ext cx="11971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mc.list_objects(bucket, prefix=, recursive=True)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534025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534025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읽기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5534025"/>
            <a:ext cx="12161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8730" y="5534025"/>
            <a:ext cx="11971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mc.get_object(bucket, key) → read() → close()·release_conn()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055519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055519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고정 id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6055519"/>
            <a:ext cx="12161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6055519"/>
            <a:ext cx="11971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uuid.uuid5(uuid.NAMESPACE_URL, f"{source}#{i}")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577012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6577012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 삭제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83480" y="6577012"/>
            <a:ext cx="12161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8730" y="6577012"/>
            <a:ext cx="11971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client.delete(name, points_selector=FilterSelector(filter=…))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7098506"/>
            <a:ext cx="38023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7098506"/>
            <a:ext cx="36118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 개수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83480" y="7098506"/>
            <a:ext cx="12161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8730" y="7098506"/>
            <a:ext cx="11971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client.count(name, count_filter=Filter(…))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get_object 뒤의 close()·release_conn() 은 finally 에 — 오류가 나도 연결을 돌려준다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열다섯 항목을 여덟 줄로 —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원본과 색인을 나누는 이유 · 「색인은 파생물」이 가능하게 하는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를 볼륨과 함께 띄우고 웹 콘솔(9001)에 로그인했다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 생성·업로드·목록 조회 · prefix 로 범위를 좁혔다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secure=True 의 SSL 오류 · 없는 키의 NoSuchKey 를 직접 봤다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get_object 뒤 close()·release_conn() 을 finally 에 두는 이유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순회 → 자르기 → 임베딩 → 업서트가 한 번에 돌고 assert 로 멱등 확인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uuid4 로 중복 재현 · source 로 원본 문서 역참조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줄어든 문서의 옛 조각 → 재적재로 막고, chunk_size 바꿔 전체 재색인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SSL 오류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(wrong version number)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로컬 MinIO 는 HTTP 인데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기본값(HTTPS)로 접속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Minio(…, secure=False)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운영 HTTPS 는 True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InvalidAccessKeyId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SignatureDoesNotMatch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키가 컨테이너의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ROOT_USER/PASSWORD 와 다름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에 -e 2개 명시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코드의 키와 문자까지 대조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get_object 에서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NoSuchKey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 오타 · 한글 키의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NFC/NFD 인코딩 차이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list_objects 로 실제 키 복사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객체 키는 영문으로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반복 적재 중 연결 고갈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응답이 멈춤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get_object 응답을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close()·release_conn() 안 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try/finally 로 감싸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반드시 반환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네 가지 모두 「한 줄」 문제 — 오류 이름(SSLError · NoSuchKey …)을 먼저 읽는 습관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원본을 벡터DB payload 에 통째로 넣으면 안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규모면 된다 — 문서가 커지면 저장·백업·권한이 벡터DB 쪽 문제가 되어 버린다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문서가 수천 개면 재색인이 오래 걸리지 않나요?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걸린다 — 그래서 접두사·수정 시각으로 바뀐 것만 골라 넣는 증분 색인을 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삭제된 문서의 조각은 어떻게 지우나요?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버킷의 키 목록과 컬렉션의 source 목록을 비교해 없는 source 를 필터 삭제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 를 쓰면 코드가 달라지나요?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엔드포인트와 키만 바뀐다 — MinIO 가 S3 호환이라 그대로 통한다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차시를 위한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지금 확인하고 갑니다 — 컨테이너 둘, 패키지 셋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--filter name=qdrant --filter name=minio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Up 이고 lecture_kb 컬렉션에 포인트가 들어 있는가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 install langchain langchain-openai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7-5 에서는 LLM 으로 답을 만든다 — 또는 로컬: ollama pull llama3.2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 install streamlit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간단한 화면도 붙인다 — 여기에 답변 생성만 얹으면 챗봇 완성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 완료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둘 Up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+ 포인트 있음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7-5 · Hybrid Search 구현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키워드 vs 벡터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Hybrid 의 원리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 · 벡터 검색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각각 구현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Hybrid 결합과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주차 산출물 완성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산출물 마감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7-4 환경 그대로(Qdrant + lecture_kb + 같은 임베딩 모델) · pip install rank_bm25 · 주차 산출물 두 가지를 오늘 마감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7-4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7-5 Hybrid Search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 키워드 검색과 벡터 검색을 RRF 로 결합해 RAG 챗봇을 완성하고, 주차 산출물을 마감합니다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키워드 검색 vs 벡터 검색 — 강한 질문 유형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rank_bm25 · Qdrant 로 각각 구현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RRF 로 두 순위를 결합하는 함수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답변 체인 완성 · 산출물 제출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둘 Up · pip install rank_bm25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