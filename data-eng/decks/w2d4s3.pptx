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ERD 설계 및 정규화/반정규화 전략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정규화·반정규화 적용과 DDL 변환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를 DDL 로 — FK 가 막는 것을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customers·orders·order_items 를 FK 와 함께 부모→자식 순서로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1452·1451 오류로 FK 가 실제로 막는 것을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정규화한 표에서 LIKE 대신 조인으로 다시 질의한다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unit_price 가 왜 정당한 반정규화인지 실험으로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는 2-1 에서 만든 표를 그대로 씁니다 — 세 표만 새로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DDL 에서 반정규화 판단까지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 가 걸린 표는 참조 대상이 먼저 있어야 합니다 — customers·products → orders → order_items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표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2·주문 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항목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FK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 실패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1452·1451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재질의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집계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 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반정규화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인상 실험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bad_orders 삭제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DDL 핵심 줄 — 제약 이름까지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INT AUTO_INCREMENT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PRIMARY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— 먼저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customer_id NOT NULL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 → customers (id)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fk_orders_customer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PRIMARY KEY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product_id)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복합 PK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fk_items_order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fk_items_product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orders·products 참조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SHOW TABLES 에 여섯 표 — products·monthly_sales·bad_orders + customers·orders·order_items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데이터를 넣어 관계를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 — 2행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김하나 010-1111-2222 · 이두리 010-3333-4444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— 3행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 이 9/1·9/2 두 건, 고객 2 가 9/2 한 건 (customer_id 로 참조)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 — 4행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(1,2,1,28000) (1,3,1,89000) (2,4,1,19000) (3,2,1,28000)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product_id 2·3·4 는 2-1 에서 넣은 무선 마우스·기계식 키보드·텀블러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실패해야 정상 — FK 가 막는다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고객 99 로 주문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INTO orders … VALUES (99, 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1452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foreign key constraint fails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부모가 없는데 자식을 넣으려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 있는 고객 삭제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FROM customers WHERE id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1451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 delete or update a parent row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자식이 있는데 부모를 지우려 함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LIKE 대신 정확한 조인으로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 의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product_names LIKE '%마우스%'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인덱스를 못 타고 표 전체를 훑는다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「무선마우스」까지 잘못 잡힌다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 뒤 —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 와 조인해 name = '무선 마우스'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cnt = 2 (주문 1 과 주문 3)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고객별 합계: 김하나 136000 · 이두리 28000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COUNT(DISTINCT o.id) — 조인 뒤 부풀림 방지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설계가 의도대로 들어갔는지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847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847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FK 목록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7743" y="2781300"/>
            <a:ext cx="149172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0143" y="2781300"/>
            <a:ext cx="146124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information_schema.key_column_usage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0847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0847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7743" y="3429000"/>
            <a:ext cx="149172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0143" y="3429000"/>
            <a:ext cx="146124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table_schema = 'shop' AND referenced_table_name IS NOT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0847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0847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7743" y="4076700"/>
            <a:ext cx="149172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0143" y="4076700"/>
            <a:ext cx="146124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fk_orders_customer · fk_items_order · fk_items_product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0847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0847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복합 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7743" y="4724400"/>
            <a:ext cx="149172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0143" y="4724400"/>
            <a:ext cx="146124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KEYS FROM order_items WHERE Key_name = 'PRIMARY'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08474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08474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7743" y="5372100"/>
            <a:ext cx="1491725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0143" y="5372100"/>
            <a:ext cx="1461245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· product_id 두 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FK 3건이 참조 테이블과 함께 조회되고, PRIMARY 키가 두 행으로 나오면 의도대로 들어간 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unit_price — 왜 정당한 반정규화인가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 1 의 금액을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oi.unit_price(주문시점가격) 와 p.price(현재가격) 를 나란히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키보드 가격을 95000 으로 올린다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products SET price = 95000 WHERE id = 3 — 끝나면 89000 으로 원복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주문시점가격 89000 그대로, 현재가격만 95000 — 과거 주문은 소급되지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설계서에 적을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+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어긋남 방지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146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384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표가 오류 없이 생성돼 SHOW TABLES 에 여섯 표가 보였다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052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648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771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052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 의 COUNT(*) 가 4 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386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3815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5053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3386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1452(부모 없음)·1451(자식 있음) 두 오류를 직접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07206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07206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마우스 건수 2 · 김하나 136000 · 이두리 28000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8054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8483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9721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8054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3건과 복합 PK 두 행이 조회됐다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5389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581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705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5389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가격 인상 뒤에도 주문시점가격은 89000 그대로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2723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73152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74390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72723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bad_orders 뒤 다섯 표가 남았다 — 2-5 크롤러에서 쓴다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설계서 초안에 무엇이 들어가야 하는지 확인하고, 옆 사람과 ERD 를 바꿔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설계서 다섯 절 — 엔터티·관계·근거·반정규화·확인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「어긋남 방지」 항목이 있는지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서로의 ERD 를 세 질문으로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1824·3780·1451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반정규화 결정 한 단락 · 다섯 표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