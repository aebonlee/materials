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Iceberg · MinIO 연결과 대용량 분석 준비 · 실습 1.5H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↔ MinIO(s3a) 연결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를 클러스터에 붙이고, Parquet 왕복으로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1.5시간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5-2 compose 에 minio 서비스를 더해 세 컨테이너를 Up 으로 만든다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warehouse 버킷을 만들고 콘솔(9001)에서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--packages · --conf 로 PySpark 를 띄워 Parquet 을 s3a 로 왕복한다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잘못된 버킷·자격증명·주소가 내는 오류 세 가지를 구분한다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여기서 막히면 Iceberg 문제가 아니라 연결 문제 — 다음 1H 전에 왕복까지 끝냅니다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다섯 단계 — ~/data-eng/week5 의 5-2 compose 위에서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MinIO 가 9000 을 쓰고 있으면 먼저 내리고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compose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서비스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volumes 추가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버킷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warehouse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또는 콘솔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PySpark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--packages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--conf 9줄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왕복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write → read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 100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일부러 틀리기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세 가지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붙여넣을 조각 둘 — 들어갈 자리가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minio: 덩이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services: 아래에 — 들여쓰기 2칸 그대로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image: pgsty/minio:latest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container_name: spark-minio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admin / password123 · 9000 · 9001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volumes: 덩이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맨 아래 최상위 — 들여쓰기 없음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spark-minio-data: 한 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services: 안에 넣으면 must be a mapping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YAML 은 들여쓰기가 곧 구조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1·2단계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핵심 명령 — 기동 · 상태 · 버킷 · 콘솔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4주차 MinIO 내리기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9313" y="27813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1713" y="27813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~/lakehouse &amp;&amp; docker compose stop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59313" y="34290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11713" y="34290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cd ~/data-eng/week5 &amp;&amp; docker compose up -d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59313" y="40767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1713" y="40767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— 세 서비스 Up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버킷(mc)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59313" y="47244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11713" y="47244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mb -p m/warehouse (--network week5_default)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2216313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221631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콘솔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59313" y="5372100"/>
            <a:ext cx="13785687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1713" y="5372100"/>
            <a:ext cx="1348088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localhost:9001 · admin / password123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네트워크 이름은 docker network ls 로 확인 — 폴더 이름에 따라 week5_default 가 아닐 수 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라이브러리와 설정을 담아 PySpark 를 띄운다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--packages 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hadoop-aws:3.3.4 · iceberg-spark-runtime-3.5_2.12:1.5.2 — 첫 실행은 몇 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--conf (1) 주소와 열쇠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endpoint=http://minio:9000 · admin / password123 · path.style.access=true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--conf (2)(3) 확장과 카탈로그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sql.extensions 한 줄 + spark.sql.catalog.lake 세 줄(hadoop · s3a://warehouse/)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endpoint 호스트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서비스 이름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의존성 로그가 지나간 뒤 &gt;&gt;&gt; 가 뜨면 성공 — 긴 명령은 셸 함수나 스크립트로 저장해 두세요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 왕복 — count 가 100 이면 연결 완료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쓰기 → 읽기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전에 「그냥 파일 읽고 쓰기」부터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spark.range(1, 101)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9065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2400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100행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56171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53167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write.parquet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53167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86517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smoke-test/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2423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568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7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read → count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568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903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수 = 파티션 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콘솔에서 part 파일 개수를 비교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20300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getNumPartitions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20300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53650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파티션 수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2191365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382818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smoke-test/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2382818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516168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part 여러 개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553882" y="5049202"/>
            <a:ext cx="172402" cy="178118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745335" y="4838700"/>
            <a:ext cx="2152015" cy="59912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coalesce(1)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4745335" y="5583555"/>
            <a:ext cx="2152015" cy="1214438"/>
          </a:xfrm>
          <a:prstGeom prst="roundRect">
            <a:avLst>
              <a:gd name="adj" fmla="val 392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4878685" y="5583555"/>
            <a:ext cx="1885315" cy="121443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smoke-one/ 하나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5단계 — 일부러 실패시키기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버킷을 읽어 본다 — 오류 세 가지를 구분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틀린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나는 오류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좁히는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s3a://no-such-bucket/x/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버킷이 없다는 취지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버킷 이름 · mc ls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자격증명(키)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403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계정과 키 값 대조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주소(endpoint)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UnknownHost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 minio 인지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try/except 로 type(e).__name__ 과 str(e)[:300] 을 찍어 두면 실무에서 원인을 바로 좁힌다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1.5시간이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 spark-master · spark-worker · minio 가 Up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localhost:9001 에 admin / password123 으로 로그인된다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PySpark 에 &gt;&gt;&gt; 가 뜨고 endpoint 호스트명이 minio 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count 100 · 콘솔의 warehouse 에 smoke-test/ 와 .parquet 파일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없는 버킷 · 403 · UnknownHost 를 구분해 말할 수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5-3 · 실습 1.5H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5-3 · 실습 1.5H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Iceberg 카탈로그 구성과 테이블 생성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띄워 둔 셸에서 SQL 로 Iceberg 테이블을 만들고, MinIO 에 어떤 파일이 생기는지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SHOW CATALOGS 로 lake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CREATE TABLE … USING iceberg · INSERT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콘솔에서 metadata/ · data/ 폴더 확인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snapshots 메타테이블과 타임 트래블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띄워 둔 PySpark 셸(&gt;&gt;&gt;) 그대로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