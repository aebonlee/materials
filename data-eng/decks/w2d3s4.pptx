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MongoDB 구축 및 비정형 로그 적재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과 나란히 놓고 오늘을 정리한다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명령을 SQL 문과 짝지어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컨테이너·볼륨 상태를 확인하고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2-4 ERD 설계 준비를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「이 데이터는 MySQL 과 MongoDB 중 어디에?」에 근거를 들어 답할 수 있으면 오늘 목표 달성입니다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대응표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mongosh ↔ 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넣기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db.c.insertMany([ … ])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INTO t VALUES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969544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3969544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find({ level: 'ERROR' })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3969544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3969544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level = 'ERROR'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491038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491038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 status: { $gte: 400 } 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491038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491038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status &gt;= 400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정렬·제한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012531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012531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.sort({ ts: -1 }).limit(5)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012531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012531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ts DESC LIMIT 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5534025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5534025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updateOne({ … }, { $set: { … } })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5534025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5534025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 t SET … WHERE 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6055519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8610" y="6055519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deleteOne({ … })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055519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055519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 FROM t WHERE 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23360" y="6577012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8610" y="6577012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$match → $group → $sort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6577012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6577012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→ GROUP BY → ORDER BY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284226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26517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23360" y="7098506"/>
            <a:ext cx="668274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8610" y="7098506"/>
            <a:ext cx="64922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createIndex({ a:1, b:-1 })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44200" y="7098506"/>
            <a:ext cx="64008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9450" y="7098506"/>
            <a:ext cx="62103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INDEX … (a, b DESC)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세기는 countDocuments() ↔ SELECT COUNT(*) · 필드 고르기는 find({}, { _id:0, level:1 }) ↔ SELECT level FROM 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컨테이너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두 컨테이너와 두 볼륨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| grep -E "de-mysql|de-mongo"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두 컨테이너 상태 — de-mysql · de-mongo 가 보이면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 de-mongo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2-4 는 MySQL 만 쓴다 — Mongo 는 정지해 메모리를 아껴도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volume ls | grep de-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데이터는 볼륨에 남는다 — de-mysql-data · de-mongo-data 두 볼륨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정지해도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볼륨에 남는다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 — 하나씩 짚어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낱말 대응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문서·컬렉션·_id 를 행·테이블·기본키와 대응해 설명할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모양을 한 컬렉션에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필드 구성이 다른 문서를 넣고, 중첩 필드를 점 표기법(error.code)으로 조회했다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틀리기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필드 이름을 틀리게 넣어 DB 가 막지 않는 것을 확인했다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적재와 집계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pymongo insert_many 로 1,000건을 넣고 $match·$group·$sort 를 SQL 절과 대응지었다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 전후의 totalDocsExamined 차이를 직접 재서 확인했다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ServerSelectionTimeoutError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꺼짐 · -p 27017 누락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확인 후 재기동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E11000 duplicate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_id 를 다시 넣음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_id 는 자동 생성 · deleteMany 후 재적재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find 결과가 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필드 이름 오타 · 대소문자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findOne() 으로 실제 이름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뒤 필드가 사라짐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$set 없이 통째로 넘김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 $set: { … } } 로 감싼다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빈 결과가 나오면 오류가 아니라 필드 이름을 먼저 의심한다 — 스키마가 없어 DB 가 오타를 잡아 주지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NoSQL 이 더 빠른가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단순 조회·대량 쓰기는 유리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테이블 분석은 RDB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트랜잭션이 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4.0 부터 여러 문서 지원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돈 처리는 여전히 RDB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 검증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createCollection 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validator(JSON Schema)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디스크가 꽉 차면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TTL 인덱스로 자동 삭제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컬렉션 표준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「빠르다/느리다」보다 「무엇에 맞는가」로 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더 해 보고 싶다면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시계열 집계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$project + $dateToString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 단위 요청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 로도 설계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1,000건을 표로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중첩 필드 비교 메모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TTL 인덱스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expireAfterSeconds: 3600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오래된 로그 자동 삭제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validator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level 없는 문서는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거부되게 만들기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참고: MongoDB 매뉴얼 · mongosh · Aggregation · PyMongo 공식 문서 (학습 노트 링크)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7. 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2-4 · ERD 설계 및 정규화/반정규화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모델링과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정규화 이론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설계 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쇼핑몰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정규화·반정규화 적용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 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설계서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사전 준비: docker start de-mysql · MySQL Workbench (없으면 종이에 그려 사진으로)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마무리 — 다음은 2-4 ERD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표를 어떻게 나눌지 스스로 정하는 날 — 데이터 엔지니어링에서 가장 되돌리기 비싼 결정입니다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엔터티·속성·관계·PK·FK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삽입·갱신·삭제 이상 현상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1NF·2NF·3NF 로 분해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FK 제약이 있는 DDL 로 변환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start de-mysql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