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Python 기반의 크롤러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파이프라인 구축 — 크롤링 데이터 DB 적재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함수로 나누고, 재실행해도 saved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quotes 표에 UNIQUE(author, quote_text) 제약을 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fetch·parse·load 세 함수로 3페이지 30건을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번 더 실행해 saved 0 — DB 제약이 중복을 막는 것을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재시도·백오프를 붙이고 없는 주소로 일부러 실패시킨다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코드에 중복 검사 로직이 한 줄도 없다는 점이 오늘의 핵심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표 만들기부터 안전장치까지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mysql&gt; 접속은 실습점검 3단계 명령 그대로 — SQL 은 거기서, 파이썬은 (.venv) 터미널에서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표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UNIQUE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fetch·parse·load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run(max_pages=3)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재실행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saved 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방지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SQL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= 30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저자별 집계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안전장치·과제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재시도·백오프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일부러 실패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quotes 표 — 중복 방지를 DB 제약으로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id INT AUTO_INCREMENT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author VARCHAR(100)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0703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0703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quote_text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6926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6926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본문 — VARCHAR(500) 이면 긴 명언이 잘린다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tags VARCHAR(300)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3149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3149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 — 쉼표로 이어짐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crawled_at DATETIME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59372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59372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 시각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UNIQUE KEY uq_author_text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3900" y="6559550"/>
            <a:ext cx="88011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150" y="6559550"/>
            <a:ext cx="86106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(author, quote_text(200)) — 같은 명언 거부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무엇이 「같은 명언」인지 정하는 것이 설계 결정 — 여기서는 (저자, 본문) · DESC quotes 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DESC quotes 에서 author 의 Key 가 MUL — 복합 UNIQUE 의 첫 칸. quote_text(200) 은 앞 200자만 인덱스에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crawler_pipeline.py — 함수 세 개와 run()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fetch(url)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requests.get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raise_for_status()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parse(html)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div.quote 10건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next_url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load(rows)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IGNORE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saved 건수 반환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run(3)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페이지마다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sleep(1.0)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HEADERS 에 User-Agent · DELAY_SEC = 1.0 · next_url 이 None 이면 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page 1~3 각각 parsed 10, saved 10 — 요청 셋 + 간격 1초 둘로 8초 안팎(실측 7.6초)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… as … — 다 쓰고 나면 알아서 닫아라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conn.cursor() as cur: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안쪽 블록을 벗어나는 순간 커서를 자동으로 닫는다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오류로 튕겨 나가도 닫힌다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close() 를 부르면 오류 때 그 줄까지 못 가 연결이 남아 쌓인다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 은 try/finally 로 닫는다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드라이버마다 연결을 with 로 감쌌을 때 동작이 달라 명시적으로 닫는 편이 안전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파일 열 때도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open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as f: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오늘의 핵심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명령을 한 번 더 실행하면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page 1~3 각각 parsed 10, saved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crawler_pipeline.py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30건이 quotes 표에 들어간다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8초 안팎 — 요청 간격 1초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곧바로 한 번 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parsed 10, saved 0 — DB 가 UNIQUE 로 거부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파싱은 똑같이 10건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IGNORE 가 건너뜀 → 영향 행 0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코드에 중복 검사 로직 0줄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결과를 SQL 로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쿼리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COUNT(*) FROM quotes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 30 (3페이지 × 10건)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author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cnt DESC LIMIT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저자별 집계 내림차순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author, tags … LIMIT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tags 가 한 칸에 여러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cur.execute() 는 영향받은 행 수를 돌려준다 — INSERT IGNORE 로 건너뛰면 0, 더한 것이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tags 「change,deep-thoughts,thinking」= 2-4 에서 배운 1NF 위반 — 심화 과제에서 quote_tags 교차 표로 고친다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재시도·백오프 — 없는 주소로 일부러 실패시킨다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파일이 아니다 — crawler_pipeline.py 의 def fetch 네 줄을 바꿔 넣는다. 없는 주소 시험은 15초 안팎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retries=3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attempt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 1..3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429 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 대기 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continue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RequestException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2·4·6초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갈수록 더 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3번 다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RuntimeError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 실패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/no-such-page-xyz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예상대로 실패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 quotes 에서 author 의 Key 가 MUL (복합 UNIQUE 의 첫 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실행: page 1~3 parsed 10 / saved 10, 8초 안팎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재실행: parsed 10 / saved 0 — 코드에 중복 검사 0줄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COUNT(*) 가 30, tags 는 쉼표로 이어진 1NF 위반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주소는 2→4→6초 재시도 뒤 「예상대로 실패」가 찍힌다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과제: max_pages=10 → 100건 · 접속 정보 상수로 · failed.log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주차 산출물 정리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2-4 의 ERD 설계서와 오늘의 크롤러 소스를 README 와 함께 묶어 제출합니다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로 제출 파일 네 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.gitignore 에 .venv/ · __pycache__/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 다섯 절 채우기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되짚기와 3주차 정돈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crawler_pipeline.py 완성본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