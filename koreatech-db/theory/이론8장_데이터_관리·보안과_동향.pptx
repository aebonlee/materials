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관리·보안과 동향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고객의 개인정보를 맡은 회사의 책임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기업이 데이터를 보유하는 것이 왜 책임의 문제인지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최소 권한 원칙에 따라 계정별 접근 권한과 뷰를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백업의 종류와 복구의 기본 개념, 운영 원칙 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 보호의 일반 원칙을 다온유통 사례에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클라우드 DB·빅데이터·AI가 DB 실무를 바꾸는 방식 개관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8장 · 지키고, 살리고, 미래를 읽는다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여덟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데이터를 가진다는 것은 책임을 진다는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접근 제어 — 아무나 다 보게 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— 보여줄 것만 보여주는 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300" y="63246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백업과 복구 — 잃을 수 있다는 전제로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 보호의 기본 원칙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클라우드 데이터베이스 — 서버실 없이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빅데이터와 NoSQL — 표에 담기지 않는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45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45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631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31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0800" y="63246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AI와 데이터베이스 — 좋은 데이터가 먼저다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데이터와 책임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데이터는 고객이 회사를 믿고 맡긴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유출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이메일 명단이 새어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스팸과 피싱에 쓰인다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소실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고장으로 주문 기록이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사라진다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오남용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 없는 직원의 열람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식별 정보의 통째 복사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한가람 고객이 이메일을 알려 준 것은 주문 확인과 배송 안내를 위해서 — 새어 나가거나 엉뚱한 광고에 쓰여도 된다는 허락이 아니다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데이터와 책임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사고의 예방책 = 이 장의 세 기둥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접근 제어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 사람만 보게 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(유출·오남용 예방) — 권한과 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백업·복구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잃어도 되살릴 수 있게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(소실 대비) — 백업 전략과 복구 절차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 보호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만큼만 모으고 목적대로만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수집·이용·파기의 원칙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1장에서 「데이터는 자산」이라 배웠다면, 마지막 장에서는 그 자산에 따라오는 책임을 배운다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최소 권한 — 업무에 필요한 최소한만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마케팅팀: 고객·주문을 '읽기'만 — 고치거나 지울 일은 없다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daon.customers TO 'marketing'@'%';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daon.orders    TO 'marketing'@'%';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영업팀: 주문은 접수·수정까지, 고객은 읽기만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SELECT, INSERT, UPDATE ON daon.orders TO 'sales'@'%';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daon.customers TO 'sales'@'%';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부서 이동으로 더 이상 필요 없어지면 회수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REVOKE SELECT ON daon.customers FROM 'marketing'@'%';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4장에서 분류만 배웠던 DCL — 권한은 「누가(계정) × 무엇에(테이블·뷰) × 무슨 일을」 단위로 쪼개서 준다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계정별 권한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계정(역할)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25222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orders·order_items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영업팀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86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읽기·입력·수정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마케팅팀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86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(개인정보는 뷰로 제한)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909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941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물류팀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909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읽기·재고 수정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941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읽기·상태 수정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경영지원팀(인사)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861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909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941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불가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624560" y="56197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9810" y="56197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읽기·입력·수정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DBA(관리자)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2336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861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909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2416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941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624560" y="63436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9810" y="63436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— 소수 인원으로 한정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처음부터 좁게 시작해 필요할 때 넓힌다 — 넓게 주는 것은 쉽고 좁히는 것은 어렵다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운영의 네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 계정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공용 계정은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「누가 했는가」를 모른다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역할 단위 관리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「영업팀 역할」에 권한을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묶고 사람을 역할에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즉시 회수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퇴사·이동 시 바로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권한이 보안 구멍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민감 열은 더 좁게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employees.salary는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인사 담당과 경영진만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테이블 안에서도 열 단위 통제가 필요하다 — 그 도구가 다음 절의 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— 보여줄 것만 보여주는 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분석에는 등급·도시·포인트면 충분하다. 이메일은 뺀다.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v_customer_stats AS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cust_id, grade, city, joined_date, points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마케팅 계정에는 원본 대신 뷰만 열어 준다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daon.v_customer_stats TO 'marketing'@'%';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영업팀에게는 '취소 아닌 주문'만 보이는 창을 낼 수도 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v_valid_orders AS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order_id, cust_id, emp_id, order_date, status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status &lt;&gt; '취소';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 = 질의 결과에 이름을 붙여 테이블처럼 쓰는 가상 테이블 — 조회할 때마다 원본에서 정의된 질의가 실행된다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권한으로는 못 하는 것을 뷰가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열 숨김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이메일·연봉을 빼면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열의 존재조차 못 다룬다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제한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WHERE를 심어 자기 부서·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담당 데이터만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질의 단순화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복잡한 조인·집계를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뷰 한 줄로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 변경의 완충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테이블이 바뀌어도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 정의만 고치면 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 표준 조합 — 원본 테이블은 잠그고, 뷰에만 SELECT 권한을 준다(권한 = 누가, 뷰 = 무엇이)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뷰는 만능이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355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89560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8956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33337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4050" y="289560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뷰만 잘 만들면 원본 권한은 열어 둬도 된다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9700" y="342900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53550" y="289560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3550" y="28956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2150" y="33337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15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289560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 테이블 권한을 함께 열어 두면 우회로가 남는다 — 원본은 잠근다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28625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28625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7244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428625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뷰로도 INSERT/UPDATE를 자유롭게 할 수 있다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29700" y="481965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53550" y="428625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3550" y="428625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82150" y="47244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15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428625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집계·조인이 얽힌 뷰는 INSERT/UPDATE가 안 되는 읽기 전용이 보통이다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567690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56769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6115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4050" y="567690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뷰는 데이터를 복사해 둔 별도 테이블이다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9700" y="6210300"/>
            <a:ext cx="228600" cy="190500"/>
          </a:xfrm>
          <a:prstGeom prst="rightArrow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53550" y="5676900"/>
            <a:ext cx="779145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53550" y="56769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82150" y="6115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15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600" y="5676900"/>
            <a:ext cx="67818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데이터가 복사되지 않는다 — 조회할 때마다 원본에서 질의가 실행된다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백업과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「사고는 난다」는 전제로 사본을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복사하나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46024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4602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 백업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 전부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4480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9090" y="34480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복구가 단순하다 (하나만 풀면 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04420" y="34480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9670" y="34480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시간·저장 공간을 많이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차등 백업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 전체 백업 이후 바뀐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719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1719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복구 시 전체+차등 2개면 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04420" y="41719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9670" y="41719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백업에서 멀어질수록 커진다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증분 백업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 백업 이후 바뀐 것만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8958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9090" y="48958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매회 가장 작고 빠르다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04420" y="48958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9670" y="48958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복구 시 전체+증분 여러 개를 차례로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디스크는 고장 나고, 사람은 실수하고(WHERE 없는 DELETE!), 화재·정전 같은 재해도 온다 — 백업은 사업 연속성의 문제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백업과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 운영의 네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정기·자동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기억하는 백업은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잊힌다 — 일정에 따라 자동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다른 곳에 보관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건물이면 화재 한 번에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잃는다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보존 기간 설계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것만 남기면 지난주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실수는 못 살린다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 자체도 보호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개인정보가 통째로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접근 통제·암호화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예: 주 1회 전체 + 매일 증분 · 며칠·몇 주 단위의 세대를 남긴다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백업과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백업은 사진, 로그는 그 이후의 동영상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시점 복구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 백업 복원 + 로그 재생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사고 직전 시점까지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복구 목표 시점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「얼마까지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잃어도 되는가」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복구 목표 시간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「얼마 만에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되살려야 하는가」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복구해 본 적 없는 백업은 백업이 아니다 — 주기적으로 복구 리허설까지 해야 백업이 완성된다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개인정보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제도의 세부는 달라도 뼈대는 같다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최소 수집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655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655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목적에 필요한 최소한만 — 배송에 생년월일이 필요 없다면 받지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목적 내 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53377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53377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밝힌 목적 그대로만 — 주문 확인용 이메일을 동의 없이 광고에 쓰지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동의와 투명성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19100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19100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왜 모으는지 알리고 동의 — 마케팅 수신 동의는 별도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안전한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484822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484822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통제·암호화로 보호할 책임은 수집한 쪽에 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보유 기간과 파기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550545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550545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목적을 다한 정보는 지운다 — 「언젠가 쓸지 모르니」는 어긋난다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정보 주체의 권리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616267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616267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고객은 열람·정정·삭제를 요구할 수 있고, 회사는 절차를 갖춘다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 = 살아 있는 개인을 알아볼 수 있는 정보 — 결합해 식별되는 정보까지 포함해서 생각한다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개인정보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원칙이 다온유통에서 보이는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다온유통에서의 실무 모습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최소 수집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4480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8610" y="34480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customers에 주민번호·생년월일 같은 열 자체가 없다 · email이 NULL 허용인 것도 「필수가 아닌 정보는 강제하지 않는다」는 설계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목적 내 이용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1719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41719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이메일은 주문·배송 안내용 · 쿠폰 발송(14주차 미주문 고객 캠페인)에 쓰려면 마케팅 수신 동의 여부를 먼저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안전한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8958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8958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마케팅 분석에는 이메일을 뺀 v_customer_stats 뷰만 제공(3절), 백업 파일도 암호화(4절)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56197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56197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탈퇴 고객 정보는 정해진 절차로 삭제·분리 보관 — 주문 통계가 깨지지 않게 식별 정보만 지우는 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 주체의 권리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63436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8610" y="63436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「내 정보 지워 주세요」 요구를 처리할 절차와 담당을 미리 정해 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일반 원칙만 다뤘다 — 실제 적용 요건(동의 방식·보유 기간·신고 절차 등)은 소관 기관의 최신 공식 안내를 확인하고 담당 부서와 협의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개인정보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비식별 처리 — 마스킹의 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이름은 첫 글자만, 이메일은 앞 두 글자만 남기고 가린다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CONCAT(LEFT(name, 1), '**')                       AS 이름,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CONCAT(LEFT(email, 2), '****@****')               AS 이메일,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grade, city, points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한** | ga****@**** | VIP    | 서울 | 4500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오** | se****@**** | GOLD   | 부산 | 2300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...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실무에서는 이런 결과를 뷰로 만들어 분석 계정에 제공한다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「등급별 매출 기여도」를 구하는 데 고객 이름은 한 글자도 필요 없다 — 지우거나(익명처리) 가려서(마스킹) 넘긴다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클라우드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자가발전기에서 전력회사 전기로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자체 구축(온프레미스)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클라우드(관리형)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초기 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서버·서버실·전문 인력에 목돈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 투자 거의 없이 시작 — 월 비용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부담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설치·패치·백업·장애 대응 전부 자체 처리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상당 부분을 사업자가 대행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증설에 구매·설치 기간 필요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번의 설정으로 성능·용량 확장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위치·환경을 완전히 통제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사업자 정책·서비스 범위 안에서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비용 구조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고정비 중심 (안 써도 나간다)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변동비 중심 (쓴 만큼 — 방치하면 새는 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클라우드 DB = 사업자 데이터센터의 DBMS를 인터넷 너머에서 빌려 쓰고, 쓴 만큼 비용을 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클라우드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중소기업에 매력적이지만 숙제도 따라온다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비용 관리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쓴 만큼 내는 구조는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방심하면 예산을 넘는다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데이터의 위치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정보가 어느 나라 데이터센터에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있는지가 규제상 중요할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종속성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사업자 전용 기능에 깊이 의존하면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갈아타기 어려워진다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빌려 써도 책임은 넘어가지 않는다 — 계정 권한 관리와 개인정보 보호 책임은 데이터를 맡은 회사의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빅데이터와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빅데이터 — 흔히 3V로 요약한다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규모 (Volume)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방식으로 담기 어려운 양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클릭 로그는 주문 기록의 수백 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다양성 (Variety)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표·텍스트·이미지·영상·로그가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섞여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속도 (Velocity)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실시간으로 생성되고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실시간에 가까운 처리를 요구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상품 리뷰 텍스트, 상품 사진, 클릭 기록, 상담 채팅 — 1장에서 본 비정형 데이터가 양·종류·속도로 폭발한다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빅데이터와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대체가 아니라 분업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관계형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NoSQL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스키마를 먼저 정하고 담는다 (3장)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유연한 구조 — 항목마다 생김새가 달라도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강점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무결성·트랜잭션·강력한 SQL 질의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수평 확장·대량 처리·유연성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표준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제품마다 다른 방식 (일부는 SQL 유사 언어 제공)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어울리는 자리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주문·결제·재고·회계 — 틀리면 안 되는 기록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로그·리뷰·세션·추천 — 크고 빠르고 유연해야 하는 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NoSQL 대표 유형 — 키-값 저장소(초고속 조회·캐시) · 문서형(리뷰처럼 유연한 구조) · 그래프형(추천 관계망)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AI와 데이터베이스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AI는 데이터베이스를 먹고 사는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수요 예측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판매 이력으로 다음 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주문량 → 발주(SCM)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이탈 예측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간격·금액 추세로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떠날 조짐 → CRM 캠페인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추천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함께 팔리는 상품 패턴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(장바구니 분석)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자연어 질의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AI가 SQL을 만들어 줘도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검증하는 눈은 사람의 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모델의 품질 상한선을 데이터의 품질이 정한다 — AI 시대에 데이터베이스의 가치는 오히려 커진다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AI와 데이터베이스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쓰레기를 넣으면 쓰레기가 나온다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(3장)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 표기가 제멋대로인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막는다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(5장)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장부의 앞뒤가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맞게 지킨다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 (6장)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중복과 이상현상을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관리·보호 (8장)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지키고 살리는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운영의 기본기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유행하는 기술은 바뀌어도 「믿을 수 있는 데이터를 만들고 지키는 능력」의 값은 떨어지지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마케팅팀에 고객 분석용 데이터를 주되, 이메일은 보이지 않고 등급·도시·포인트는 쓰게 하려면 실무 표준 조합으로 가장 적절한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 권한을 주고 이메일은 보지 말라고 안내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이메일 뺀 뷰에만 SELECT 권한, 원본 테이블 권한은 잠근다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마케팅팀 공용 계정 하나를 팀원 모두가 함께 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customers의 이메일 열을 아예 삭제한다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이메일을 뺀 뷰(v_customer_stats)에만 SELECT 권한, 원본은 잠근다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권한은 누가 접근하는가를 정하고 뷰는 무엇이 보이는가를 정하므로, 원본은 잠그고 뷰에만 권한을 주는 조합이 실무 표준입니다. 안내에 기대는 방식은 통제가 아니고, 공용 계정은 누가 했는지 알 수 없게 만들며, 이메일 열 삭제는 주문·배송 안내라는 본래 목적까지 없애는 과잉 조치입니다.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데이터는 맡은 것 — 유출·소실·오남용을 막는 것이 책임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최소 권한 — GRANT/REVOKE로 좁게, 개인 계정과 즉시 회수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뷰는 열 숨김·행 제한의 창 — 원본은 잠그고 뷰에만 권한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백업은 전체·차등·증분 조합, 다른 곳에 보관, 복구 리허설까지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개인정보는 최소 수집·목적 내 이용·안전 관리·기한 후 파기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클라우드·NoSQL·AI 시대에도 토대는 무결성 있는 데이터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분석에는 마스킹 등 비식별 처리 — 신원은 필요 없는 경우가 대부분이다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지나온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여덟 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1·2장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1장 경영과 데이터</a:t>
            </a:r>
          </a:p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2장 데이터베이스와 DBMS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데이터·정보·지식, DBMS 3대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3·4장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3장 관계형 데이터 모델</a:t>
            </a:r>
          </a:p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4장 SQL의 이론적 기초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21030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키·무결성, DDL·DML·DCL·TCL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5·6장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5장 트랜잭션과 동시성</a:t>
            </a:r>
          </a:p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6장 데이터베이스 설계 이론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21030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ACID·락, 함수적 종속·정규화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7·8장</a:t>
            </a:r>
          </a:p>
        </p:txBody>
      </p:sp>
      <p:sp>
        <p:nvSpPr>
          <p:cNvPr id="31" name="Oval 30"/>
          <p:cNvSpPr/>
          <p:nvPr/>
        </p:nvSpPr>
        <p:spPr>
          <a:xfrm>
            <a:off x="15120938" y="2867025"/>
            <a:ext cx="247650" cy="2476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EDF3FD"/>
          </a:solidFill>
          <a:ln w="19050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7장 기업 정보시스템과 데이터베이스</a:t>
            </a:r>
          </a:p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8장 데이터 관리·보안과 동향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21030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ERP·DW, 권한·백업·개인정보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무결성(3장)·트랜잭션(5장)·정규화(6장)·관리와 보호(8장) — 전부 AI 이전에 갖춰야 할 데이터의 기본기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8장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8장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권한(GRANT/REVOKE)과 뷰를 SQL로 직접 만들어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최소 권한과 계정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뷰로 보여줄 것만 보여주기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백업·복구와 개인정보 원칙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클라우드·빅데이터·AI 동향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10주차 뷰·인덱스·권한(DCL)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