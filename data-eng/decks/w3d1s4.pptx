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Pandas를 활용한 데이터 처리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문법을 한 장으로, 3-2 파일을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Pandas 문법을 「하려는 일 → 코드 → 주의」로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가 쓸 orders_step1.parquet 의 shape·열·날짜 타입을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Pandas 데이터 분석의 준비물을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가 (1015, 10) 안팎이고 order_date 가 datetime64[us] 면 오늘 목표 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요약 — 읽기 · 보기 ·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read_csv · read_parquet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는 타입이 안 살아난다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첫인상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shape · dtypes · head · info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받자마자 하는 습관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하나 / 여럿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df['a'] · df[['a', 'b']]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대괄호 겹수에 주의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필터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df[(조건1) &amp; (조건2)]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and·or 대신 &amp; |, 괄호 필수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이름표로 선택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df.loc[조건, ['a', 'b']]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범위가 끝을 포함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위치로 선택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df.iloc[0:3]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범위가 끝을 제외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 목록·분포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unique() · value_counts()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오염을 찾는 데 유용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loc 의 범위는 끝을 포함, iloc 은 제외 — 조건과 열 목록을 함께 쓰는 쪽은 loc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요약 — 정리 · 변환 ·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공백 제거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df['a'].str.strip()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열은 받자마자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 변환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pd.to_datetime(df['d'])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날짜는 반드시 변환 후 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파생 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df.assign(amount=df.a * df.b)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체이닝에 유리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부품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df['d'].dt.year · dt.month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datetime 일 때만 가능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보기·처리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isna().sum() · dropna() · fillna()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으로 채우지 말 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df.sort_values('a')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ascending=False 는 내림차순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to_parquet('f.parquet', index=False)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산출물은 Parquet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정렬은 sort_values('a', ascending=False) 로 내림차순 — 미니 과제의 상위 10건이 이 형태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차시(3-2)를 위한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~/data-eng/week3 에 네 파일이 있는가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~/data-eng/week3 · ls -lh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make_orders.py · orders.csv · orders_raw.parquet · orders_step1.parquet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 = pd.read_parquet('orders_step1.parquet')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d.shape → (1015, 10) 안팎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d.columns.tolist()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· year · month · weekday 가 들어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d['order_date'].dtype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datetime64[us] — 3-2 에서 이어 쓸 준비 완료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기대 shape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1015 행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 열 안팎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DataFrame·Series·인덱스·dtype 의 관계를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orders.csv(1015행)와 orders_step1.parquet 를 생성했다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shape·dtypes·head·info 로 첫인상을 파악하는 순서를 익혔다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때문에 int64 가 float64 로 바뀌는 것을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불리언 인덱싱과 loc 로 원하는 행·열을 골라냈다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str.strip() 을 빼면 20건이 새는 것을 수치로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to_datetime·assign·.dt 로 변환하고 결측 세 방법을 실행했다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와 Parquet 의 타입 보존·크기 차이를 실행 결과로 확인했다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read_csv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UnicodeDecodeError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인코딩이 UTF-8 이 아님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(공공데이터는 CP949 가 많다)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encoding="cp949" 로 읽고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저장은 utf-8 로 통일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ChainedAssignmentError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(pandas 2: SettingWithCopy)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df[조건][열] = 값 처럼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번에 나눠 접근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df.loc[조건, 열] = 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to_parquet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ImportError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엔진 pyarrow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미설치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 활성화 상태에서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pyarrow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truth value of a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Series is ambiguous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and·or 로 이었거나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괄호를 빼먹음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(조건1) &amp; (조건2)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조건을 괄호로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pip list 로 설치 여부를 먼저 확인 · 부분집합을 계속 쓸 거면 .copy() 로 명시적 복사본을 만든다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로 몇 건까지 다룰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메모리에 다 올려야 하므로 대략 수백만 행이 한계 — 그 이상은 3-3 의 DuckDB 나 5주차 Spark 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df["a"] 와 df.a 는 같나요?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대개 같지만 열 이름에 공백이 있거나 메서드 이름과 겹치면(count) 점 표기가 안 된다 — 대괄호가 안전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원본을 안 바꾸고 작업하려면?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대부분의 메서드는 새 객체를 돌려주고 원본을 둔다 — inplace=True 는 쓰지 않는 편을 권한다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를 사람이 열어 볼 방법은?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로 읽어 head() 하거나, 3-3 에서 배울 DuckDB 로 바로 SQL 질의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· Pandas를 활용한 데이터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집계·결합의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원리 · 조인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그룹 집계와 피벗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결합과 재구조화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시계열과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기초 통계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venv 활성화 + pandas·pyarrow · orders_step1.parquet 가 ~/data-eng/week3 에 있어야 — 없으면 3-1 실습 1H 2단계 + 1.5H 1·4·5·7단계를 다시 실행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3-2 Pandas 데이터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나흘 뒤 10-12(월) 3-2 — orders_step1.parquet 에 고객 마스터를 붙입니다. 그때까지 week3 파일 넷을 지우지 마세요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분할–적용–결합과 명명 집계 agg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pivot_table 로 두 축의 교차 요약표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결합 후 행 수를 검증하는 습관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resample·rolling 으로 시간 단위 추세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· venv 활성화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