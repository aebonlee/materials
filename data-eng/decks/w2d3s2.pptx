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2-3 · MongoDB 구축 및 비정형 로그 적재 · 실습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Docker로 MongoDB 기동과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mongosh 기본 조작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컨테이너를 띄우고 넣고·찾고·고치고·지우는 한 바퀴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run 으로 MongoDB 7.0 컨테이너 de-mongo 를 띄운다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mongosh 로 접속해 logdb 를 만들고 컬렉션에 문서를 넣는다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find 조건·점 표기법·$set·deleteOne 을 한 바퀴 돌린다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필드 이름을 일부러 틀려 넣어 DB 가 막지 않는 것을 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필드 구성이 서로 다른 문서들이 같은 컬렉션에 들어간다는 점이 오늘의 핵심입니다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여섯 단계 — 기동부터 일부러 틀리기까지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코드 전문은 학습 노트에 있습니다 — 화면에는 핵심 줄과 확인 포인트만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 기동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run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de-mongo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 접속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mongosh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use logdb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 넣기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insertMany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네 문서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 찾기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find 조건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 표기법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5·6 고치고 틀리기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$set·deleteOne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Level 오타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1·2단계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기동과 접속 — 핵심 명령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run -d --name de-mongo … mongo:7.0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-p 27017:27017 · -v de-mongo-data:/data/db — 볼륨을 붙여 데이터를 남긴다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exec de-mongo mongosh --quiet --eval "…ping…"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 이면 준비 완료 — 켜자마자는 ECONNREFUSED, 1초 뒤 다시(실측)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exec -it de-mongo mongosh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첫 화면 경고 세 줄은 정상 — test&gt; 에서 db.version() 은 7.0.43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use logdb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없으면 만들어 준다 — 첫 문서를 넣기 전엔 show dbs 에 안 보이는 것이 정상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계정·비밀번호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기본은 없음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운영은 --auth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실습 1H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insertMany — 필드 구성이 다른 네 문서를 한 컬렉션에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path · user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22021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level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03720" y="2781300"/>
            <a:ext cx="22021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0372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status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 문서에만 있는 필드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/ · u001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34480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8690" y="34480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INFO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03720" y="34480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98970" y="34480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/login · u002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63440" y="41719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8690" y="41719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INFO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03720" y="41719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8970" y="41719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/api/pay · u002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48958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48958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ERROR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903720" y="48958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98970" y="48958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500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error: { code: 'PAY-42', message: 'timeout' }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/search · u003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663440" y="56197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8690" y="56197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WARN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903720" y="56197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98970" y="56197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200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elapsed_ms: 3200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countDocuments() 가 4, findOne() 에 자동으로 붙은 _id 가 보이면 성공 — error·elapsed_ms 유무가 서로 다른데 같은 컬렉션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실습 1H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find — 조건 문법 한눈에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79629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쓰는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조건 일치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79629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77724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find({ level: 'ERROR' })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316230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29718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중첩 필드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044043"/>
            <a:ext cx="79629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044043"/>
            <a:ext cx="77724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find({ 'error.code': 'PAY-42' })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044043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044043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 표기법 · 1건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316230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29718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비교 연산자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640036"/>
            <a:ext cx="79629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640036"/>
            <a:ext cx="77724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{ status: { $gte: 400 } }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640036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640036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$gt $gte $lt $lte $ne · 1건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316230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29718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목록 포함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236029"/>
            <a:ext cx="79629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236029"/>
            <a:ext cx="77724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{ level: { $in: ['WARN', 'ERROR'] } }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236029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236029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WARN·ERROR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316230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29718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필드 존재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43400" y="5832021"/>
            <a:ext cx="79629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38650" y="5832021"/>
            <a:ext cx="77724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{ elapsed_ms: { $exists: true } }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344400" y="5832021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439650" y="5832021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WARN 1건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316230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29718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필드 고르기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343400" y="6428014"/>
            <a:ext cx="79629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38650" y="6428014"/>
            <a:ext cx="77724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find({}, { _id: 0, level: 1, path: 1 })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344400" y="6428014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439650" y="6428014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1=보임 · 0=숨김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316230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29718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정렬·제한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343400" y="7024007"/>
            <a:ext cx="79629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438650" y="7024007"/>
            <a:ext cx="77724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.sort({ ts: -1 }).limit(2)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2344400" y="7024007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439650" y="7024007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-1 = 내림차순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점 표기법으로 중첩 필드를 바로 조회할 수 있다는 것이 표와 크게 다른 점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실습 1H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고치고 지우기 — $set 을 습관으로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38488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29088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024188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$set — 필드 추가·변경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481388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updateOne({ user: 'u003' }, { $set: { reviewed: true } })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105275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310062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46246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195762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$inc — 숫자 증가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652962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elapsed_ms 3200 → 3300 · updateMany 로 여러 건, $unset 으로 필드 제거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276850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481638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63403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367338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deleteOne — 먼저 find 로 대상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5824538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u001 을 지우면 countDocuments() 가 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48425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653212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680561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538912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$set 을 빼면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6996112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MongoInvalidArgumentError: Update document requires atomic operators 로 막힌다(실측)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확인: reviewed: true 가 붙고 elapsed_ms 가 3300, 마지막 countDocuments() 가 3 이면 성공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실습 1H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6단계 · 일부러 틀리기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Level 로 넣고 level 로 찾는다 — 스키마가 없다는 것의 실체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넣을 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insertOne({ Level: 'ERROR', path: '/oops' })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오류 없이 그냥 들어간다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DB 는 필드 이름을 검사하지 않는다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찾을 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countDocuments({ level: 'ERROR' })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 가 아니라 1 — 오타 문서는 오류도 없이 빠진다</a:t>
            </a:r>
          </a:p>
        </p:txBody>
      </p:sp>
      <p:sp>
        <p:nvSpPr>
          <p:cNvPr id="20" name="Oval 19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find({ path: '/oops' }) 로 실제 필드 이름을 확인하는 습관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정리: deleteOne({ path: '/oops' })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여기까지 됐으면 성공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7178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432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67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7178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ps 에 de-mongo 가 Up · ping 이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662362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733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857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662362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db.version() 이 7.0.43 · use logdb 뒤 db 가 logdb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45293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45293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countDocuments() 가 4 → 삭제 뒤 3, findOne() 에 _id 자동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243512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3149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4387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243512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ERROR 1건 · $gte 400 1건 · $exists 는 WARN 1건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03408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03408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Level 오타 문서가 들어가고 level 로 세면 1 — 오류 없이 빠진다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적재 코드에서 필드 이름을 상수로 관리해야 하는 이유가 여기 있습니다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실습 1H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2-3 · 실습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로그 적재와 집계 실습 (1.5H)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파이썬(pymongo)으로 1,000건을 넣고 aggregate 로 집계한 뒤, 인덱스 전후를 재 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가상환경 .venv 와 pip install pymongo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load_logs.py 로 1,000건 insert_many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$group·$sort·$dateToString 집계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인덱스 전후 totalDocsExamined 비교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mongosh 창은 두고 새 터미널 하나 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