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데이터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모델링 3단계, 릴레이션, 키 5종, 무결성, ERD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모델링 3단계(개념적·논리적·물리적)와 각 산출물을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속성·튜플·차수·카디널리티를 다온유통 테이블로 설명한다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슈퍼키·후보키·기본키·대체키·외래키를 직접 찾는다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 제약 3종이 막는 데이터 사고를 경영 사례로 설명한다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ERD를 읽고 테이블 간 관계와 참조 방향을 파악한다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3장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장에서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모델링 — 현실을 테이블로 옮기는 3단계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 — 관계형 모델의 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키(Key) — 행을 정확히 짚어내는 장치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제약 — 데이터가 스스로 지키는 규칙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 — 데이터 설계를 그림 한 장으로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 모델링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현실을 테이블로 옮기는 3단계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26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326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370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84180" y="2781300"/>
            <a:ext cx="6560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다온유통에서의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개념적 설계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326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51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관리할 것인가?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37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89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개체와 관계를 그린 ERD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84180" y="34480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79430" y="34480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「고객이 상품을 주문한다」 — 고객·상품·주문과 그 관계를 찾는다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논리적 설계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326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851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테이블 구조로 담을 것인가?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37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89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릴레이션 스키마 (테이블·열·키)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4180" y="41719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9430" y="41719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테이블과 키를 확정, 주문–상품의 M:N을 order_items로 해소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0421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851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물리적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2326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851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DBMS에 어떻게 만들 것인가?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37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89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문 (자료형·제약·인덱스)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84180" y="4895850"/>
            <a:ext cx="6560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79430" y="4895850"/>
            <a:ext cx="6370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cust_id를 CHAR(4)로, price에 CHECK (price &gt;= 0)를 걸어 생성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모델링 = 현실 세계의 업무를 컴퓨터가 저장할 수 있는 구조로 번역하는 과정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 모델링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왜 단계를 나누고, 누가 기여하는가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건물처럼 단계적으로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조감도 → 설계 도면 → 시공 도면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자료형을 고민하면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「무엇을 관리할지」를 놓친다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대화 상대가 다르다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개념적 설계는 현업·경영진과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그림(ERD) 하나로 소통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물리적 설계는 DBMS 전문가의 영역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경영학도의 자리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크게 기여하는 곳은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개념적 설계 — 업무를 아는 사람만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관리할지 말할 수 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모델링과 ERD 실습은 2주차(관계형 데이터베이스 기초)와 11주차 강의에서 다룬다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릴레이션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용어 짝맞추기 — 이론·DB·파일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이론 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 용어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2682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용어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릴레이션(Relation)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테이블(Table)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901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파일(File)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2차원 표 형태의 데이터 집합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튜플(Tuple)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행(Row)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레코드(Record)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하나의 개체 인스턴스 — 고객 한 명, 주문 한 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열(Column)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필드(Field)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개체가 갖는 하나의 특성 — 이름, 등급, 포인트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도메인(Domain)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자료형 + 제약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60" y="56197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9010" y="56197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타입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속성이 가질 수 있는 값의 전체 집합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1970년 E. F. Codd가 제안 — 모든 데이터를 2차원 표 하나의 형태로 통일해 표현한다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릴레이션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products 테이블로 보는 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products                                    ← 릴레이션(테이블)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+---------+------------------+----------+--------+-------+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| prod_id | name             | category | price  | stock |   ← 속성(열) 5개 = 차수 5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+---------+------------------+----------+--------+-------+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| P001    | 무선 전기포트    | 가전     |  42000 |    25 |   ← 튜플(행) 하나 = 상품 1종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| P004    | 제주 감귤 3kg    | 식품     |  24000 |     0 |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| P010    | A5 스프링 노트   | 문구     |   3200 |   180 |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+---------+------------------+----------+--------+-------+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(전체 상품 10종 → 카디널리티 10)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도메인(category) = { '가전', '식품', '생활용품', '문구'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도메인(price)    = 0 이상의 정수  (CHECK 제약이 지킨다)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 대화에서는 테이블·행·열, 시험과 교과서에는 릴레이션·튜플·속성이 등장한다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릴레이션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차수와 카디널리티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차수(Degree)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릴레이션을 구성하는 속성(열)의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4185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4185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9161" y="4838700"/>
            <a:ext cx="54585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1561" y="4838700"/>
            <a:ext cx="51537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(prod_id·name·category·price·stock)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4185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4185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바뀔 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9161" y="5400675"/>
            <a:ext cx="54585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1561" y="5400675"/>
            <a:ext cx="51537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스키마(구조)가 바뀔 때만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418511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4185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신규 고객 가입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9161" y="5962650"/>
            <a:ext cx="5458539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61561" y="5962650"/>
            <a:ext cx="51537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열의 수는 그대로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카디널리티(Cardinality)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릴레이션을 구성하는 튜플(행)의 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58966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5896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609963" y="4838700"/>
            <a:ext cx="528738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62363" y="4838700"/>
            <a:ext cx="498258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(상품 10종)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58966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5896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 관점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09963" y="5400675"/>
            <a:ext cx="528738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62363" y="5400675"/>
            <a:ext cx="498258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곧 데이터의 규모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589663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58966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카디널리티 10만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609963" y="5962650"/>
            <a:ext cx="5287387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62363" y="5962650"/>
            <a:ext cx="498258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회원이 10만 명이라는 뜻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릴레이션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릴레이션의 4가지 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튜플의 유일성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튜플은 서로 다르다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상품 행이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존재하지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튜플의 무순서성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사이에 순서가 없다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「3번째 고객」은 없고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정렬은 조회할 때 지정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속성의 무순서성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사이에도 순서가 없다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위치가 아니라 이름으로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(name, price) 참조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속성값의 원자성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이상 쪼갤 수 없는 값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 전화번호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개를 넣지 않는다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원자성은 실무에서 가장 자주 어기는 규칙 — 6장의 정규화(1NF)가 여기서 출발한다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키(Key)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키의 5가지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221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22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322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322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유일성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최소성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83580" y="2781300"/>
            <a:ext cx="5242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358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17221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1531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슈퍼키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3220" y="34480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8470" y="34480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4480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34480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8358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883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유일성만 만족하면 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(cust_id), (cust_id, name) — 뒤엣것은 name이 군더더기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17221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1531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후보키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3220" y="41719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8470" y="41719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1719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8650" y="41719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8358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883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유일성 + 최소성을 모두 만족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customers의 cust_id와 email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17221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1531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03220" y="48958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8470" y="48958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8958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48958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8358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883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후보키 중 대표로 선정. NULL 불가, 테이블당 1개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cust_id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17221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1531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대체키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03220" y="56197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8470" y="56197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56197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56197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8358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7883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선정되지 못한 나머지 후보키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343650"/>
            <a:ext cx="17221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343650"/>
            <a:ext cx="1531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03220" y="63436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8470" y="63436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43400" y="6343650"/>
            <a:ext cx="14020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8650" y="6343650"/>
            <a:ext cx="12115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83580" y="63436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78830" y="63436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다른(또는 자기) 테이블의 기본키를 참조하는 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orders.cust_id → customers.cust_id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유일성 = 그 값만으로 각 행을 유일하게 식별(겹치지 않는가?) · 최소성 = 꼭 필요한 속성만으로 구성(군더더기가 없는가?)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키(Key)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 판별 연습 — 다온유통 5개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customers(cust_id, name, grade, city, email, joined_date, points)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후보키 : cust_id, email     ← 둘 다 겹치지 않는다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기본키 : cust_id            ← 대표로 선정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대체키 : email              ← 선정되지 못한 후보키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order_items(order_id, prod_id, qty, unit_price)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· order_id만으로는 부족 (주문 1001에 상품이 2개 담김)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· prod_id만으로도 부족 (P003이 여러 주문에 등장)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→ (order_id, prod_id) 둘을 묶어야 식별 = 복합키(Composite Key)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orders(order_id, cust_id, emp_id, ...)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· cust_id → customers 참조 = 외래키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· emp_id  → employees 참조 = 외래키 (온라인 주문은 NULL)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employees(emp_id, ..., manager_id)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· manager_id → employees.emp_id = 자기 테이블을 참조하는 외래키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order_items처럼 두 열을 묶어야 식별되는 키 = 복합키(Composite Key)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키(Key)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 고르기와 외래키의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왜 email이 아니라 cust_id인가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이메일은 비어 있을 수 있고(C005 박서연 미입력)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바꿀 수도 있다 — 기본키는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「절대 비지 않고 변하지 않는 값」이어야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외래키는 유일성과 무관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orders에는 cust_id가 C001인 행이 3건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(주문 1001·1004·1010) — 역할은 식별이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참조하는 값이 실제로 존재함을 보장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실무에서 사번·고객번호 같은 인공 번호를 만들어 쓰는 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무결성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3종 — DBMS가 자동으로 강제한다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무결성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막아 주는 사고 (다온유통)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개체 무결성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기본키는 NULL이거나 중복일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고객번호가 없는 고객, 같은 사번의 직원 두 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 무결성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외래키 값은 참조하는 테이블에 존재하는 값이거나 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존재하지 않는 고객 C999의 주문이 접수되는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도메인 무결성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속성값은 정의된 도메인(자료형·범위) 안의 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판매가가 -5000원으로 입력되는 것 (CHECK price &gt;= 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무결성 = 데이터가 정확하고 일관된 상태를 유지하는 성질 — 담당자가 실수해도 잘못된 데이터는 아예 저장되지 않는다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무결성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 무결성이 잘못된 입력을 거부하는 장면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존재하지 않는 고객 C999의 주문을 넣으려 하면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 INTO orders (cust_id, emp_id, order_date, status)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 ('C999', 'E002', '2026-07-01', '주문접수');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→ 오류! customers에 C999가 없으므로 DBMS가 거부한다.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주문이 3건 있는 고객 C001을 지우려 하면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DELETE FROM customers WHERE cust_id = 'C001';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→ 오류! orders가 C001을 참조 중이므로 기본 설정에서는 거부된다.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퇴사한 직원의 사번이 주문에 남는 「끊어진 참조(고아 데이터)」를 원천 차단한다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무결성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참조되는 행을 지울 때의 세 가지 선택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거부(RESTRICT)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참조되는 행의 삭제·수정을 막는다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동작이며 가장 안전하다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연쇄(CASCADE)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고객을 지우면 그 고객의 주문도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함께 지운다 — 매출 이력까지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사라질 수 있어 신중해야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설정(SET NULL)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 퇴사 시 담당 주문의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emp_id를 NULL로 — 이력은 남기고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연결만 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 설정은 거부 — 주문이 3건 있는 고객 C001을 지우려 하면 DBMS가 거부한다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무결성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도메인 무결성을 지키는 도구들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실제 사용처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반드시 입력하게 강제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customers.name — 이름 없는 고객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값을 금지 (NULL은 허용)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customers.email — 이메일 중복 가입 방지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CHECK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값의 범위·조건을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products.price &gt;= 0, order_items.qty &gt; 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DEFAULT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입력을 생략하면 기본값을 채움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customers.grade → 'SILVER', orders.status → '주문접수'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무결성 제약은 내부통제 장치 — 업무 규칙을 DB에 심어 두면 지점이 100곳으로 늘어도 똑같이 지켜진다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ERD의 구성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구성 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개체(Entity)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대상이 되는 사물·사람·사건. 테이블이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고객, 상품, 직원, 주문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개체가 갖는 특성. 열이 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고객의 이름·등급·포인트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관계(Relationship)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개체와 개체 사이의 연결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주문한다, 직원이 주문을 담당한다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카디널리티 표기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 양쪽에 대응하는 행의 수 (1:1, 1:N, M:N)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 : 주문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ERD(개체-관계 다이어그램) — 현업 담당자·경영진과 소통하는 공통 언어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ERD — 개체 5개와 1:N 관계 4개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7239000" cy="45434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ERD에 반품 개체가 없다면 — 시스템 수정 없이는 「등급별 반품률」 보고서가 나올 수 없다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 테이블은 prod_id·name·category·price·stock 5개 열로 상품 10종을 담고 있다. 여기에 신규 상품 5종을 등록하면 차수와 카디널리티는 각각 어떻게 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 5, 카디널리티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 10, 카디널리티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 15, 카디널리티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 5, 카디널리티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차수 5, 카디널리티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차수는 속성(열)의 수라 스키마가 바뀌지 않는 한 5로 고정입니다. 카디널리티는 튜플(행)의 수이므로 10종에 5종이 더해져 15가 됩니다. 상품이 아무리 늘어도 열의 수는 그대로라는 점이 두 용어를 가르는 핵심입니다.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모델링: 개념적(무엇을) → 논리적(어떤 구조로) → 물리적(어떤 DBMS에)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릴레이션=테이블, 튜플=행, 속성=열 · 차수=열 수, 카디널리티=행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키는 유일성과 최소성으로 판별 — 슈퍼·후보·기본·대체·외래키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기본키는 NULL 불가·불변 — 고객번호·사번 같은 인공 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 3종(개체·참조·도메인)은 DBMS가 강제하는 내부통제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ERD는 개체·속성·관계를 한 장에 — 외래키는 항상 N쪽 테이블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현실을 테이블로 번역하고, 규칙을 DB에 심어 데이터가 스스로 지키게 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4장 · SQL의 이론적 기초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선언형 언어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어떻게가 아니라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 연산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선택·투영·조인·집합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문법의 뿌리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4분류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DDL·DML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DCL·TCL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NULL과 3값 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값의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3장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3장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 5개 테이블의 키와 관계를 ERD로 읽을 수 있게 되었습니다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모델링 3단계와 산출물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 용어·차수·카디널리티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 5종과 무결성 제약 3종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 읽기 — 외래키는 N쪽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2·11주차 강의에서 모델링·ERD 실습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