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DuckDB를 이용한 로컬 대용량 데이터 처리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대용량 변환 실습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· 크기·속도 실측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를 Parquet 로 — 크기와 속도를 직접 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구문으로 events.csv 를 zstd 압축 Parquet 로 변환한다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크기 배율과 같은 질의의 속도 배율을 3회 평균으로 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열만 읽기 vs 전부 읽기로 「필요한 열만 읽는다」를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압축 3종을 비교하고 PARTITION_BY 로 값별 폴더를 만든다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잰 수치는 실측 기록 표에 적어 정리·회고에서 옆 사람과 비교합니다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변환하고, 재고, 이유를 확인하고, 기록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시간의 events.csv 와 bench 함수(3회 평균)를 그대로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COPY 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events.parquet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zstd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2·3. 크기·속도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getsize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bench 3회 평균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왜 빠른가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열만 vs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읽기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5·6. 압축·파티션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3종 비교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PARTITION_BY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실측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표에 배율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 한 문장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1~3단계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변환 · 크기 · 속도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89230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89230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COPY (SELECT * FROM 'events.csv') TO 'events.parquet'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(FORMAT parquet, COMPRESSION zstd)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「변환 완료」· 파일 생김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 비교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-lh events.csv events.parquet · os.path.getsize()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MB 와 배율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속도 재기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bench(sql, rounds=3) — duckdb.sql(sql).fetchall()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 단위 평균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질의 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89230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87325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event_type, sum(value) … GROUP BY event_type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와 Parquet 각각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번만 재면 우연이 섞인다 — bench 는 perf_counter 로 3회 재서 평균을 돌려준다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빠른가 — 한 열만 읽기 vs 전부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열만 쓸 때가 눈에 띄게 빠르다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sum(value)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열만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count(*) FROM (SELECT *)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읽기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 크다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열만 골라 읽음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쪽이든 전체를 파싱해야 해 차이가 작다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sum(value)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파싱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count(*) FROM (SELECT *)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파싱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차이 작다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구분 없음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압축 3종 비교 — for comp in zstd · snappy · gzip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출력 파일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zstd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events_zstd.parquet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대체로 가장 작다 — 기본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snappy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events_snappy.parquet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속도 순위는 환경마다 다르다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gzip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events_gzip.parquet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본인 수치를 기록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줄이 「이름 · MB · 초」로 찍힌다 — 크기와 속도를 실측 기록 표에 옮긴다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SELECT * 습관이 대용량에서 그대로 비용이 되는 이유 — 열 50개 중 3개만 필요한데 * 를 쓰면 47개를 헛읽는다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COPY 를 두 번 — 둘째가 왜 실패하는지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PARTITION_BY (event_type) 로 저장하고, OVERWRITE_OR_IGNORE 를 뺀 채 한 번 더 실행해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PARTITION_BY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 'events_parted'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event_type 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find · du -sh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event_type=view/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폴더가 값별로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옵션 빼고 재실행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덮어쓰기 옵션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없이 한 번 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Directory is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 empty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옵션 되살려 성공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옵션 되살리기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폴더 삭제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 이름이 곧 조건 — buy 만 읽을 때 다른 폴더는 안 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'events_parted/*/*.parquet' WHERE event_type = 'buy'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파티션된 쪽 — view·cart 폴더는 아예 열지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'events.parquet' WHERE event_type = 'buy'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 파일 — 전체에서 골라낸다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빠르거나 비슷하게 나온다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지금은 데이터가 작아 차이가 작을 수 있다 — 수억 행에서는 결정적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4주차 예고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원리를 정교하게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실측 기록 표 — 3-5 설계서와 주차 산출물의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Parquet(zstd)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크기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929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집계 질의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929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열만 읽기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압축 비교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2356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881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zstd MB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6404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929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snappy MB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304520" y="56197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399770" y="56197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gzip 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결론 한 문장 — 왜 중간 산출물을 Parquet 로 두는가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수치는 환경마다 다르다 — 옆 사람과 배율이 달라도 이상하지 않다. 중요한 것은 방향: Parquet 가 작고 빠르다, 열을 적게 읽을수록 유리하다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events.parquet 가 생겼고 CSV 보다 확연히 작다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집계 질의가 Parquet 에서 더 빠르다(3회 평균)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는 한 열만 읽을 때 눈에 띄게 빠르고, CSV 는 차이가 작다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압축 3종 중 zstd 가 대체로 가장 작다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Directory is not empty 를 봤고 OVERWRITE_OR_IGNORE 로 해결했다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실측 기록 표에 배율과 결론 한 문장을 적었다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문법을 한 장으로 정리하고, 실측 수치를 옆 사람과 비교합니다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요약 표 — 하려는 일과 코드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실측 수치 공유 — SSD·HDD 차이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3-4 DuckDB 데이터 분석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실측 기록 표(배율 3개 · 압축 3종)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