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· Streamlit 기반의 챗봇 인터페이스 개발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136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동작 원리와 챗 UI 구성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51704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스크립트가 매번 다시 도는 화면에서 대화 남기기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이 상호작용마다 스크립트를 다시 실행하는 원리를 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일반 변수와 session_state 의 차이를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@st.cache_data 와 @st.cache_resource 를 구별한다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 컴포넌트 여섯 개로 오늘의 뼈대를 그린다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이 뼈대로 에코 챗봇을 만들고 루프를 일부러 지워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재실행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상호작용 한 번 = 스크립트 전체를 다시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입력·클릭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버튼 · chat_input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상호작용 발생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끝까지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일반 변수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매번 초기화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으로 돌아감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session_state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재실행에도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남는다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장점: 상태 관리가 단순해 분석 도구를 몇 줄로 · 단점: 무거운 일(모델 로드·DB 접속)이 매번 반복 → 캐시로 막는다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화면을 「다시 그리는」 것이 아니라 「코드를 다시 실행」 한다 — 모르면 「왜 대화가 한 번만 보이고 사라지지?」에서 헤맨다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재실행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버튼인데 — 1 에서 멈추는 것과 쌓이는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 = 0 — 일반 변수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재실행마다 0 으로 돌아가 언제나 1 이 찍힌다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= 0 이 매번 다시 실행된다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버튼 → count += 1 → 1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st.write(count) 는 절대 2 가 안 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st.session_state.n — 저장 공간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재실행에도 지워지지 않아 1, 2, 3 으로 쌓인다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"n" not in st.session_state: 로 한 번만 초기화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버튼 → st.session_state.n += 1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st.write 가 1, 2, 3 … 으로 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session_state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재실행에도 남는 교실 칠판 — 범위와 한계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지우기 전까지 남는 칠판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재실행에도 지워지지 않는 저장 공간 — 대화 이력은 반드시 여기에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브라우저 탭(세션) 단위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새로고침하면 사라지고, 다른 사람의 화면과도 분리된다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초기화는 if 로 감싼다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"키" not in st.session_state: — 안 하면 재실행마다 비워진다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서버 메모리에 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서버를 재시작하면 사라진다 — 오래 남길 것은 DB 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오래 남길 것은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캐시 두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캐시 두 가지 — 값과 연결을 나눠 놓은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@st.cache_data — 값(데이터)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읽기 결과 · API 응답처럼 복사해도 되는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함수가 돌려준 값을 저장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캐시 키는 함수 인자 — 같으면 저장된 것을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복사해도 문제없는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@st.cache_resource — 연결·객체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클라이언트 · 모델처럼 복사하면 안 되는 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Qdrant·OpenAI 클라이언트를 한 번만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쓰면 재실행마다 클라이언트를 새로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값은 복사해도 되지만 연결은 안 된다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챗 컴포넌트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 컴포넌트 여섯 개 — 함수와 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1628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972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st.chat_input(...)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344805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44805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아래 고정 입력창 · 보내면 문자열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71628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6972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st.chat_message("user")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414337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14337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 말풍선 컨테이너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71628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6972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st.chat_message("assistant")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483870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150" y="483870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어시스턴트 말풍선 컨테이너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71628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6972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st.markdown(text)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553402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553402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말풍선 안에 내용을 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71628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6972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st.expander("근거")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6229350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6229350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접었다 펼 수 있는 영역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71628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6972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st.write_stream(...)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3900" y="6924675"/>
            <a:ext cx="88011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150" y="6924675"/>
            <a:ext cx="86106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글자가 흘러나오게 표시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입력창은 화면 아래에 고정되고, 말풍선은 role 에 따라 user · assistant 로 구분해 그린다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오늘의 뼈대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뼈대 네 단계 — 가장 흔한 실수는 2번 누락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 이력 저장소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session_state 에 messages 가 없으면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 이력 전체를 다시 그린다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재실행마다 — 이걸 빼면 이전 대화가 화면에서 사라진다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chat_input 으로 입력 받기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보내면 문자열이 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입력이 있으면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 메시지 추가·그림 → 답 생성 → 답 추가·그림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답은 오늘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에코 →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나중에 RAG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주소가 달라지는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Qdrant 인데 부르는 이름이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8-3 · Airflow 태스크 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컨테이너끼리는 서비스 이름으로 부른다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컨테이너 안에서 실행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QdrantClient(host="qdrant")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8-3 이론에서 미리 짚어 둔 그 지점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· 호스트 터미널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챗봇은 컨테이너 밖(호스트)에서 실행된다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 터미널에서 streamlit run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QdrantClient(host="localhost")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밖에서 들어가니 localhost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Streamlit 은 상호작용마다 스크립트를 처음부터 다시 실행한다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일반 변수는 매번 초기화되므로 이력은 session_state 에 쌓는다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재실행마다 이력 전체를 다시 그려야 대화가 유지된다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연결·모델은 @st.cache_resource 로 한 번만 만든다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챗봇은 호스트에서 돌므로 Qdrant 주소는 localhost 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챗봇 화면 구현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에코 챗봇으로 뼈대를 익히고, 다시 그리는 루프를 일부러 지워 재실행 모델을 눈으로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rerun_demo.py 로 재실행 눈으로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chat_echo.py 에코 챗봇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루프를 지워 대화가 사라지는 것 재현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사이드바·스트리밍·캐시 붙이기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기동 상태 · OPENAI_API_KEY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