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6-2 · Docker 기반 Kafka 클러스터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설정 묶음 여섯 개와 CLI 일곱 줄을 한 장씩으로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설정 묶음 6개를 「틀리면 무슨 일이」로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 설정·컨슈머 그룹 CLI 일곱 줄을 한 장으로 정리한다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6-3 파이썬 접속 준비(9092·confluent-kafka)를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실습에서 적어 둔 파티션 번호 메모를 꺼내 놓고 시작합니다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compose 파일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설정 묶음 여섯 개 — 무엇을 정하고, 틀리면 무슨 일이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설정 묶음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무엇을 정하나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틀리면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NODE_ID · PROCESS_ROLES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노드가 누구이고 무슨 역할인지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기동 실패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CONTROLLER_QUORUM_VOTERS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14337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14337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컨트롤러 후보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4337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4337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메타데이터 합의 실패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LISTENERS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3870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83870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실제로 열 포트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3870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3870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접속 불가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ADVERTISED_LISTENERS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553402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553402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클라이언트에 안내할 주소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53402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53402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접속은 되고 송수신이 끊김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SECURITY_PROTOCOL_MAP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03720" y="622935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98970" y="622935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리스너별 프로토콜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22935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22935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리스너 인식 실패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*_REPLICATION_FACTOR: 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903720" y="692467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98970" y="692467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내부 토픽 복제 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344400" y="692467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439650" y="692467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컨슈머 그룹 동작 불가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「접속은 되고 송수신이 끊김」이 ADVERTISED_LISTENERS 의 증상 — Kafka 에서 가장 흔한 장애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정리·회고 0.5H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CLI 명령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하려는 일로 찾는 도구와 옵션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옵션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 설정 보기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kafka-configs.sh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--describe --entity-type topics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 설정 바꾸기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044043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044043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kafka-configs.sh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044043"/>
            <a:ext cx="70408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044043"/>
            <a:ext cx="68503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--alter --add-config retention.ms=…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설정 되돌리기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640036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640036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kafka-configs.sh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640036"/>
            <a:ext cx="70408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640036"/>
            <a:ext cx="68503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--alter --delete-config retention.ms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그룹 목록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236029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236029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kafka-consumer-groups.sh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5236029"/>
            <a:ext cx="70408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5236029"/>
            <a:ext cx="68503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--list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그룹 상세·LAG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5832021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5832021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kafka-consumer-groups.sh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04120" y="5832021"/>
            <a:ext cx="70408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99370" y="5832021"/>
            <a:ext cx="68503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--describe --group 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오프셋 되돌리기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6428014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8690" y="6428014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kafka-consumer-groups.sh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104120" y="6428014"/>
            <a:ext cx="70408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99370" y="6428014"/>
            <a:ext cx="68503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--reset-offsets --to-earliest --execute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브로커 확인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663440" y="7024007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58690" y="7024007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kafka-broker-api-versions.sh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04120" y="7024007"/>
            <a:ext cx="70408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199370" y="7024007"/>
            <a:ext cx="68503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--bootstrap-server …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전부 docker exec kafka /opt/kafka/bin/ 아래 — --bootstrap-server localhost:9092 를 붙여 실행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정리·회고 0.5H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listeners 와 advertised.listeners 의 차이를 전화번호 비유로 설명했다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단일 브로커에서 복제 수를 1로 줘야 하는 이유를 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한 번으로 Kafka 가 기동된다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kafka:29092 · localhost:9092 두 경로로 모두 접속됐다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retention.ms 를 변경하고 원래대로 되돌렸다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키의 메시지가 같은 파티션으로 가는 것을 봤다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Consumer 를 끄고 LAG 이 커지는 것 · 둘 붙여 나뉘는 것을 봤다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컨슈머 하나를 끄면 리밸런싱 · 다른 그룹은 오프셋이 따로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562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562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접속 직후 kafka:29092 를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못 찾는다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advertised.listeners 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접속 경로와 안 맞음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리스너 주소 확인 →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up -d 재기동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InvalidReplication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FactorException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브로커 1대인데 내부 토픽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복제 수 기본값이 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719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719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*_REPLICATION_FACTOR: 1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3개 설정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설정을 고쳤는데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반영이 안 된 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환경변수 오타(KAFKA_ 누락)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또는 컨테이너 재생성 안 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958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958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 -d --force-recreate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exec kafka env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컨슈머 일부가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아무것도 못 받음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파티션보다 컨슈머가 많다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 남는 쪽은 논다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6197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6197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--alter --partitions N 으로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늘리기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환경변수 오타는 조용히 무시된다 — docker exec kafka env 로 실제 들어갔는지 확인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 수를 나중에 줄일 수 있나요?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없다 — 늘리기만 된다. 처음에 넉넉히 잡되 과하지 않게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컨슈머 그룹 이름은 어떻게 정하나요?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용도별로 — 같은 데이터를 다른 목적으로 읽으면 다른 그룹(재고반영·분석적재)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오프셋은 어디에 저장되나요?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__consumer_offsets 내부 토픽 — 그래서 그 토픽의 복제 수 설정이 필요했다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처음부터 다시 읽으려면?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--reset-offsets --to-earliest 로 그룹 오프셋을 되돌린다 — 컨슈머가 꺼진 상태에서만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6-3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차시에는 파이썬으로 붙는다 — 지금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7836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7836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compose 상태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687" y="2781300"/>
            <a:ext cx="142183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79087" y="2781300"/>
            <a:ext cx="139135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~/data-eng/week6 &amp;&amp; docker compose 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7836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7836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9092 열렸나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687" y="3429000"/>
            <a:ext cx="142183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79087" y="3429000"/>
            <a:ext cx="139135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nc -z localhost 9092 &amp;&amp; echo "9092 열림"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7836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7836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가상환경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687" y="4076700"/>
            <a:ext cx="142183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79087" y="4076700"/>
            <a:ext cx="139135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python3 -m venv .venv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7836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7836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활성화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6687" y="4724400"/>
            <a:ext cx="142183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79087" y="4724400"/>
            <a:ext cx="139135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source .venv/bin/activate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7836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7836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클라이언트 설치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687" y="5372100"/>
            <a:ext cx="142183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79087" y="5372100"/>
            <a:ext cx="139135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pip install confluent-kafka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9092 열림 + confluent-kafka 설치 = 6-3 준비 완료 — 호스트 파이썬은 EXTERNAL 리스너 안내를 받는다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정리·회고 0.5H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6-3 · Producer / Consumer 애플리케이션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Producer·Consumer API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delivery report·오프셋 커밋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2.5H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코드 작성 +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주문 이벤트 파이프라인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코드 리뷰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체크리스트·질의응답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compose 떠 있고 orders 토픽(파티션 3) · Python 3.10+ 가상환경 · pip install confluent-kafka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정리·회고 0.5H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6-2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6-3 Producer / Consumer 애플리케이션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Python(confluent-kafka)으로 Producer 와 Consumer 를 직접 쓰고, JSON 주문 이벤트 미니 파이프라인을 완성합니다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delivery report 로 발행 결과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 지정으로 같은 파티션에 쌓기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poll 루프 Consumer · JSON 역직렬화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group.id · auto.offset.reset 의 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9092 열림 · confluent-kafka 설치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