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Pandas·DuckDB 하이브리드 가공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회고 · 산출물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도구는 목적에 따라 고른다 — 3주차 한 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 ~ 3-5 에서 배운 것과 남은 결과물을 한 표로 되짚는다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체크리스트로 산출물 2종이 완성됐는지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레이크하우스로 무엇이 이어지는지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주를 관통한 생각 — Pandas 가 좋다 DuckDB 가 좋다가 아니라, 크기와 작업 성격에 따라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차시 — 배운 것과 남은 결과물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기본기와 타입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orders.csv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orders_step1.parquet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groupby·merge·resample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customers.csv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orders_enriched.parquet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DuckDB와 열 지향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events.csv/parquet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크기·속도 실측표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분석과 Pandas 왕복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6197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6197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user_segments.parquet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하이브리드 파이프라인과 품질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63436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63436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orders_clean.parquet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리포트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4주차부터는 이 데이터를 여러 사람이 함께 쓰는 저장소에 올린다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4주차로 이어지는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오늘까지 만든 것이 어디로 가는가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레이크하우스의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형식 그대로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파티셔닝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PARTITION_BY 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에서 정교하게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Trino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 SparkSQL 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검증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8주차 Airflow 에서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단계마다 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오늘까지 만든 Parquet 파일들이 레이크하우스 안에 그대로 들어간다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점검 항목 다섯 가지를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before 를 재고, 오염된 카테고리 값을 눈으로 봤다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정제 규칙을 clean() 하나로 모으고 두 번 돌려 같은 것을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정제 순서가 결과를 바꿀 수 있음을 실험으로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유효성 검사기를 일부러 깨뜨려 보고, 실패 시 종료 코드 1 로 멈춘다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after 의 결측·중복 0, 카테고리 4 — DuckDB 로 교차 검증했다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처리마다 근거를 적은 리포트 문서를 작성했다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지우고 재현되는지 확인한 뒤 산출물 2종을 제출했다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 와 after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똑같다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를 정제본으로 만듦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원본을 덮어씀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읽기 전용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는 orders.csv 에서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중복이 기대만큼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 지워진다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subset 없이 모든 열이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행만 중복으로 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subset='order_id'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keep 도 의도대로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보정 후 통계가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미묘하게 다르다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 전 중앙값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채운 뒤 결측률 측정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 → 중복 제거 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보정 → 측정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ModuleNotFoundError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clean_orders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폴더에서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실행하지 않음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뒤 실행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측정과 수정을 섞지 않는다 — 순서를 고정해야 「얼마나 고쳤는가」를 말할 수 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결측을 중앙값으로 채우는 게 정말 맞나요?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3% 라 영향이 작아 선택 — 30% 라면 「그 열을 쓰지 않는다」가 나을 수 있다. 비율을 먼저 보고 정한다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중복을 지울 때 어느 것을 남기나요?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keep='first' 는 먼저 나온 것, 'last' 는 나중 것 — 갱신 이력이면 last, 최초 기록이 중요하면 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검사를 매번 손으로 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validate() 처럼 함수로 두고 8주차 Airflow 의 단계로 — 실패하면 다음 단계로 안 넘어가게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원본을 고치면 안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정제 전이 어땠는지 영영 알 수 없고, 규칙을 바꿔 다시 돌릴 수도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넷 중 하나 — 시간이 남을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 범위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가격 0 이하·수량 6 이상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profile() 열로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100만 행 DuckDB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events.parquet 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 전부 SQL 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로깅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몇 건 고쳤는지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실행마다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수집 데이터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쉼표 태그 문제 리포트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참고: Pandas · DuckDB · Apache Parquet 공식 문서 링크는 사이트 본문 맨 아래에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 · MinIO 오브젝트 스토리지 구축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MinIO 컨테이너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구축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CLI 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API 활용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Desktop 실행 · 9000(S3 API)·9001(웹 콘솔) 포트 비우기 · 실습 폴더 ~/lakehouse 만들기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4-1 MinIO 오브젝트 스토리지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3주차까지는 내 노트북의 파일 — 4주차부터는 여러 사람과 도구가 함께 쓰는 저장소, 그 바닥층을 직접 구축합니다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블록·파일·오브젝트 스토리지의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 가 표준이 된 이유와 버킷·키 구조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로 MinIO 서버·웹 콘솔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CLI 로 버킷 생성·업로드·목록 조회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Desktop · 9000·9001 포트 비우기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