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Spark DataFrame과 SparkSQL 데이터 가공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SparkSQL로 집계와 뷰 만들기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가공을 SQL 로 — 계획 대조와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임시 뷰 둘을 등록하고 SHOW VIEWS IN default 로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집계를 SQL 로 써서 API 의 sales 와 같은지 대조한다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explain() 이 SortMergeJoin 기반 같은 모양임을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로 단계를 나누고 결과를 Iceberg 테이블로 저장한다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메뉴의 셸과 orders · products · sales 변수를 그대로 이어서 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뷰 등록에서 미니 과제까지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셸을 다시 띄웠다면 NameError — 앞 메뉴 1~3단계와 6단계(sales)부터 다시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임시 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products_v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SQL 집계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결과와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계획 대조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나란히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CTE·저장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 매출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미니 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left_anti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비중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뷰를 등록하고 같은 집계를 SQL 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8750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875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뷰 등록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0507" y="2781300"/>
            <a:ext cx="1451449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2907" y="2781300"/>
            <a:ext cx="142096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orders.createOrReplaceTempView("orders_v")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48750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4875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0507" y="3429000"/>
            <a:ext cx="1451449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2907" y="3429000"/>
            <a:ext cx="142096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spark.sql("SHOW VIEWS IN default").show()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48750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4875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0507" y="4076700"/>
            <a:ext cx="1451449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2907" y="4076700"/>
            <a:ext cx="142096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p.name, SUM(o.qty * p.price) AS total_amount, SUM(o.qty) AS total_qty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48750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4875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FROM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30507" y="4724400"/>
            <a:ext cx="1451449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2907" y="4724400"/>
            <a:ext cx="142096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orders_v o JOIN products_v p ON o.product_id = p.product_id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48750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4875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30507" y="5372100"/>
            <a:ext cx="1451449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2907" y="5372100"/>
            <a:ext cx="142096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p.name ORDER BY total_amount DESC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결과 monitor 930000·3 / keyboard 315000·7 / mouse 69000·3 — 앞 메뉴의 sales 와 같아야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 default 를 빼면 — AssertionError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VIEWS IN default 결과: namespace 빈칸 · orders_v · products_v · isTemporary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IN default 없이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spark.sql(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"SHOW VIEWS")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AssertionError: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assertion 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확장이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 명령을 가로챔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뷰는 무사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임시 뷰는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정상 등록됨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처방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VIEWS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 default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explain() 을 나란히 — 같은 모양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sql_sales.explain()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표기 sum((qty * price))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range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HashAggregate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hash(name)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SortMergeJoin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Exchange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sales.explain()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표기 sum(amount) — 다른 곳은 이 정도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range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HashAggregate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hash(name)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SortMergeJoin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Exchange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와 지연 평가 — q 와 q.show()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 = spark.sql("""WITH enriched AS (…), daily AS (…) SELECT …""")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출력 없이 &gt;&gt;&gt; — 계획만 세웠고 실행은 아직(지연 평가)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DataFrame[order_date: date, revenue: bigint, cum_revenue: bigint] 한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q.show()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08-24 113000·113000 / 08-25 1155000·1268000 / 08-26 46000·1314000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WARN WindowExec: No Partition Defined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 에 PARTITION BY 가 없다는 경고 — 누적 합계라 맞는 동작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로 저장 — 세 가지 + SQL CTAS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7322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createOrReplace()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sales.writeTo("lake.db.product_sales")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.createOrReplace()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만들고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있으면 통째로 교체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append()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.writeTo(…).append()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뒤에 붙임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overwritePartitions()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.writeTo(…).overwritePartitions()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해당 파티션만 교체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로도 — CTAS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OR REPLACE TABLE lake.db.daily_revenue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USING iceberg AS SELECT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113000 · 1155000 · 46000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Trino CTAS 형태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처음 만들 때 WARN version hint 스택이 지나감(무시) — MinIO warehouse/lake/db/product_sales/ 에 parquet 1개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셋 — 5-5 데이터 마트의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날짜별 매출을 API 와 SQL 로 각각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대조 — 5-5 에서 만들 데이터 마트의 뼈대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주문이 한 건도 없는 상품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products.join(orders, on="product_id", how="left_anti") — 0행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상품별 매출 비중(%)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monitor 70.8 · keyboard 24.0 · mouse 5.3 — 합 100.1(반올림)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left_anti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제목 줄만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0행이면 정답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VIEWS IN default 에 orders_v · products_v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집계 결과가 API 의 sales 와 완전히 같다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explain() 이 SortMergeJoin 기반 같은 모양이다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q.show() 에 날짜별 매출과 누적 매출이 나온다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product_sales · daily_revenue 조회 · MinIO 에 parquet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left_anti 0행 · 비중 70.8 · 24.0 · 5.3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· PySpark · SQL 세 도구를 한 표로 놓고, 5-5 파티셔닝 준비를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도구 대조표 한 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 IN lake.db 로 테이블 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sales 파티션 1 · 셔플 파티션 200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exit() 뒤 docker compose stop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 그대로 · sales 변수 살아 있게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