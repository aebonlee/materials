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Spark DataFrame과 SparkSQL 데이터 가공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SparkSQL로 집계와 뷰 만들기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가공을 SQL 로 — 계획을 대조하고 Iceberg 에 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임시 뷰 orders_v·products_v 를 등록하고 SHOW VIEWS 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집계를 SQL 로 써서 API 결과와 완전히 같은지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explain() 의 Physical Plan 이 같은 구조임을 눈으로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단계를 나누고 결과를 Iceberg 테이블로 저장한다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 챕터의 셸과 orders · products · sales 변수를 그대로 이어서 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뷰 등록에서 미니 과제까지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임시 뷰는 이 셸(세션)이 살아 있는 동안만 존재합니다 — 셸을 나가면 사라집니다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임시 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products_v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SQL 집계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API 결과와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계획 대조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CTE·저장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 매출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미니 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left_anti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비중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뷰를 등록하고 같은 집계를 SQL 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48750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4875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뷰 등록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30507" y="2781300"/>
            <a:ext cx="1451449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2907" y="2781300"/>
            <a:ext cx="142096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orders.createOrReplaceTempView("orders_v")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48750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4875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30507" y="3429000"/>
            <a:ext cx="1451449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2907" y="3429000"/>
            <a:ext cx="142096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spark.sql("SHOW VIEWS").show()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48750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4875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0507" y="4076700"/>
            <a:ext cx="1451449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2907" y="4076700"/>
            <a:ext cx="142096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p.name, SUM(o.qty * p.price) AS total_amount, SUM(o.qty) AS total_qty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48750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4875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0507" y="4724400"/>
            <a:ext cx="1451449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82907" y="4724400"/>
            <a:ext cx="142096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orders_v o JOIN products_v p ON o.product_id = p.product_id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48750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4875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0507" y="5372100"/>
            <a:ext cx="1451449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2907" y="5372100"/>
            <a:ext cx="142096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p.name ORDER BY total_amount DESC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SQL 결과가 앞 챕터의 API 결과와 완전히 같아야 한다 — 값이 다르면 조인 조건이나 집계 대상을 다시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explain() 을 나란히 — 같은 엔진의 증거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sql_sales.explain()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문장에서 나온 Physical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Broadcast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HashAggregate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sales.explain()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 순서·별칭은 달라도 연산 종류·순서가 같으면 같은 계획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Broadcast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HashAggregate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Sort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orderBy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단계를 나눈다 — 2-2 문법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enriched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+ amount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qty *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daily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order_date 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SUM(revenue)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(ORDER BY)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날짜별 매출과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 매출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· 3-4 에서 쓴 것과 같은 문법 — 긴 쿼리를 읽기 좋게 나눈다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WITH enriched AS (…), daily AS (…) SELECT … — SQL 을 익혀 두면 도구가 바뀌어도 그대로 쓰인다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결과를 Iceberg 테이블로 저장 — 방법 넷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7322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createOrReplace()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sales.writeTo("lake.db.product_sales")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.createOrReplace()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만들고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있으면 통째로 교체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append()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.writeTo(…).append()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뒤에 붙임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overwritePartitions()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.writeTo(…).overwritePartitions()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해당 파티션만 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CTAS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OR REPLACE TABLE lake.db.daily_revenue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USING iceberg AS SELECT 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의 Trino CTAS 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형태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저장 뒤 SELECT * FROM lake.db.product_sales 가 sales 와 같고, MinIO 의 warehouse/db/product_sales/ 아래 파일이 생긴다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show() 를 빼고 실행하면 — 아무것도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「지연 평가(action 을 불러야 실행)」를 직접 겪어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show() 없이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 = spark.sql(…)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아무것도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transformation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뿐 — 지연 평가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q.show()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action 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불러야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… 으로 잘림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20행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truncate=True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처방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truncate=False)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셋 — 5-5 데이터 마트의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날짜별 매출을 API 와 SQL 로 각각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대조 — 5-5 에서 만들 데이터 마트의 뼈대가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주문이 한 건도 없는 상품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products.join(orders, on="product_id", how="left_anti") — 이 데이터에선 0행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상품별 매출 비중(%)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total_amount * 100.0 / SUM(total_amount) OVER () — 합이 100 에 가까워야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left_anti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0행이면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VIEWS 에 orders_v · products_v 가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집계 결과가 API 의 sales 와 완전히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explain() 이 Join → HashAggregate → Sort 같은 구조다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쿼리에 날짜별 매출과 누적 매출이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 의 product_sales · daily_revenue 가 조회되고 MinIO 에 파일이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left_anti 결과 0행 · 비중의 합이 100 에 가깝다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· PySpark · SQL 세 도구를 한 표로 나란히 놓고, 5-5 파티셔닝을 위한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도구 대조표 한 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 IN lake.db 로 테이블 세 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 파티션 200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 그대로 · sales 변수 살아 있게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