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Dockerfile 작성 및 이미지 최적화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베이스 교체와 멀티스테이지로 줄이고, 전후를 수치로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 와 slim 으로 빌드한 이미지 크기를 docker images 로 비교한다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을 합쳐 층수를 줄이는 이유를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멀티스테이지 빌드로 빌드 도구를 최종 이미지에서 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history 로 층별 크기를 보고 1-5 에 쓸 이미지를 확정한다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 수치는 정리·회고 시간에 공유합니다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app 폴더에서 이어서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실험용 이미지는 마지막 단계에서 한꺼번에 정리합니다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크기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fat 과 slim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층 합치기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 여러 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한 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멀티스테이지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builder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이미지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들여다보기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data-app:latest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베이스 하나로 수백 MB — fat 과 slim 을 나란히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 — data-app:fat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sed 로 베이스 줄만 바꿔 Dockerfile.fat 으로 빌드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컴파일러·개발 도구가 다 들어 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 보다 수백 MB 이상 크면 정상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수치를 정리·회고에서 공유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python:3.12-slim — data-app:0.3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실행에 필요한 최소한 — 이번 과정의 기본값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images data-app 로 SIZE 비교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배포 때마다 네트워크로 전송된다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1GB × 서버 10대 = 10GB 가 오간다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 세 번은 세 층 — 설치와 정리는 한 층에서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나쁜 예 — RUN 세 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apt-get update · install · rm 이 각각 한 층 — 캐시 파일이 아래층에 남는다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좋은 예 — &amp;&amp; 로 한 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&amp;&amp; install -y --no-install-recommends &amp;&amp; rm -rf /var/lib/apt/lists/* 를 한 RUN 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층은 지워도 사라지지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아래층 파일을 위층에서 rm 하면 화면엔 안 보여도 크기엔 그대로 — 비밀번호·키도 마찬가지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기억할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설치와 정리는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층에서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멀티스테이지 — 앞 단계의 결과물만 옮겨 담는다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python:3.12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--target=/deps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COPY --from=builder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/deps 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가져온다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이미지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python:3.12-slim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ENV PYTHONPATH=/deps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빌드할 때만 필요한 도구를 최종 이미지에 남기지 않는다 — 효과는 컴파일이 필요한 Go·Java·C++ 에서 크다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build -t data-app:multi -f Dockerfile.multi . → 정상 실행되고 fat 보다 훨씬 작으면 성공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 안을 들여다보고, 1-5 에 쓸 이미지를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층별 크기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9072" y="27813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1472" y="27813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history data-app:0.3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fat 과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9072" y="34290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1472" y="34290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history data-app:fat | head -n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파일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9072" y="40767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1472" y="40767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--rm data-app:0.3 ls -la /app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실험용 정리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9072" y="47244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1472" y="47244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rmi data-app:bad … data-app:multi (5개)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태그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9072" y="53721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1472" y="53721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tag data-app:0.3 data-app:latest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43607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43607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마지막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9072" y="6019800"/>
            <a:ext cx="1456592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31472" y="6019800"/>
            <a:ext cx="1426112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--rm data-app:latest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app 폴더에 Dockerfile 이 있어야 1-5 Compose 가 build 할 수 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data-app:fat 이 0.3 보다 수백 MB 이상 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data-app:multi 가 정상 실행되고 fat 보다 훨씬 작다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history 에 층별 SIZE 가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-la /app 에 app.py·requirements.txt·Dockerfile 이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태그가 0.1·0.2·0.3·latest 만 남고 latest 가 정상 출력을 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예제는 패키지가 하나라 slim 단독과 멀티스테이지 차이가 작다 — 「이런 방법이 있다」까지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1-4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최적화 전후 수치를 서로 공유하고, 오늘의 지시어를 한 장으로 정리합니다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베이스 크기 차이·재빌드 시간 차이 공유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Dockerfile 지시어 요약 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세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1-5 Docker Compose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로 잰 fat 과 slim 의 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