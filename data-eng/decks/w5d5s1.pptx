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· 파티셔닝과 셔플링 최적화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파티셔닝과 셔플링 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파티션은 병렬의 단위, 셔플은 가장 비싼 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파티션이 태스크 병렬성의 단위임을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좁은 변환과 넓은 변환을 구분하고 셔플이 생기는 지점을 짚는다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계획에서 Exchange 를 세어 셔플 여부를 판정한다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repartition 과 coalesce 의 차이를 표로 말한다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파티션 수를 바꿔 가며 실행 시간과 셔플 지표를 직접 잽니다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파티션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= 일감의 조각 — 조각 하나가 태스크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1천만 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파티션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일감의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태스크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 하나에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하나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익스큐터 코어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코어 하나가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하나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병렬의 폭 = 파티션 수와 코어 수 중 작은 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파티션이 4개면 코어가 아무리 많아도 동시에 4개까지만 일한다 — 반대로 너무 잘게 나누면 조각마다 준비 비용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파티션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수가 맞지 않으면 생기는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너무 적으면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코어가 놀고, 한 조각이 커서 메모리 부족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너무 많으면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조각마다 준비 비용 · 작은 파일이 쏟아짐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크기가 들쭉날쭉하면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태스크만 오래 걸려 전체가 기다림 — UI 의 Task Max/Median 차이로 보임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흔히 쓰는 눈대중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100~200MB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코어의 2~3배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절대 규칙은 아니다 — 5-1 에서 본 Spark UI 의 Task 시간 분포를 보고 조정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셔플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좁은 변환은 제자리, 넓은 변환은 이동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좁은 변환 — 제자리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파티션 안에서 끝난다 — 이동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filter · withColumn · select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네트워크를 건너지 않는다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Stage 가 나뉘지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넓은 변환 — 이동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키끼리 모이려 파티션을 넘나든다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 · join · distinct · orderBy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repartition 도 넓은 변환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넓은 변환이 Stage 의 경계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셔플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셔플 = 조별 재편성 — 가장 비싼 비용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Shuffle Write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파티션이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디스크에 쓰고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네트워크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익스큐터로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보내고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Shuffle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받는 쪽이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읽는다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메모리 안에서 끝나는 연산보다 수십 배 비싸다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학급 전체가 「성씨별로 모여!」 — 모두 일어나 교실을 가로질러 이동하는 것과 같다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실행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계획에서 셔플 찾기 — Exchange 를 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explain() 으로 물리 계획을 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Exchange hashpartitioning 이 곧 셔플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Exchange 가 몇 개인지 센다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튜닝의 첫걸음 — 데이터가 몇 번 이동하는가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HashAggregate 가 위아래 두 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셔플 전에 각 파티션에서 미리 집계해 보낼 양을 줄인 것 — 부분 집계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계획에서 찾을 글자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Exchange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그래서 count·sum 은 셔플이 있어도 비교적 저렴하고, distinct 나 collect_list 는 비싸다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파티션 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repartition(n) 과 coalesce(n)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repartition(n)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coalesce(n)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전체를 셔플해 고르게 다시 나눔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이웃 파티션을 합치기만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있음 (비쌈)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 (저렴)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수를 늘릴 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 — 줄이기만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결과 분포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균등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원래 조각이 고르지 않으면 치우침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스큐를 풀 때 · 병렬을 늘릴 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3436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3436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전 파일 수를 줄일 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쓰기 파일 수 = 저장 직전 파티션 수 — 작은 마트는 coalesce(1), 아주 큰 데이터는 한 태스크가 떠안으니 크기를 보고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줄이는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셔플을 줄이는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필터를 먼저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셔플 전에 행을 줄인다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항상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필요한 열만 select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옮길 양을 줄인다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4337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4337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항상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브로드캐스트 조인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쪽을 복사해 셔플 회피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3870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3870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한쪽이 작을 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shuffle.partitions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200이 안 맞을 때 조정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53402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53402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작으면 줄이고 크면 늘림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컬럼으로 저장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읽을 때 셔플 없이 걸러짐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22935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22935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자주 거는 조건이 있을 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AQE 켜기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885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중 Spark 가 알아서 조정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024360" y="692467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19610" y="692467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3.x 기본 활성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Spark 3 부터 AQE 가 기본 — 실행 중 셔플 파티션을 알아서 합쳐 주므로 shuffle.partitions 를 바꿔도 차이가 작다. 그래도 원리를 알아야 UI 를 읽는다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하나가 태스크 하나 — 너무 적어도 많아도 손해다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셔플은 디스크·네트워크를 거치는 가장 비싼 연산이다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좁은 변환은 제자리, 넓은 변환은 이동 — 넓은 변환이 Stage 를 가른다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계획에서 Exchange 를 세는 것이 튜닝의 첫걸음이다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repartition 은 셔플 있음·늘리기 가능, coalesce 는 셔플 없음·줄이기만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 직전 파티션 수가 출력 파일 수다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repartition/coalesce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수를 바꿔 가며 분포와 Spark UI 의 셔플 지표를 직접 재고, 스큐를 일부러 만들어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getNumPartitions() 로 파티션 수 변화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Jobs·Stages 탭에서 Shuffle Read/Write 읽기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AQE 를 끄고 shuffle.partitions 200·8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스큐를 만들어 Task Max/Median 차이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실습점검으로 4040 열기 · bash lake-pyspark.sh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