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8주차 · 10/22(목)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중간고사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[온라인 : 시험응시] 온라인평가 100점 통과 = 16점 + 학습내역 증명 4점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8주차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웹의 동작 원리와 HTML·CSS·JavaScript의 역할 분담을 설명할 수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 태그를 의미에 맞게 쓰고, 표·폼·시맨틱 구조를 정확히 만들 수 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CSS 선택자와 특정도, 박스 모델을 정확히 이해하고 적용할 수 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Flexbox와 Grid로 원하는 배치를 만들 수 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미디어쿼리로 반응형을 구현하고, 규칙이 덮여 죽는 문제를 진단할 수 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8주차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8주차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991088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99108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중간고사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29338" y="2781300"/>
            <a:ext cx="123318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29338" y="2781300"/>
            <a:ext cx="123318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100점 통과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57772" y="2781300"/>
            <a:ext cx="1039383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7772" y="2781300"/>
            <a:ext cx="103938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캡처 제출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92405" y="2781300"/>
            <a:ext cx="1039383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2405" y="2781300"/>
            <a:ext cx="103938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학습 정리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27038" y="2781300"/>
            <a:ext cx="978515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7038" y="2781300"/>
            <a:ext cx="97851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1~7주차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8주차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8주차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시험 방식 — 100점 통과제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중간고사는 [온라인 : LMS]로 진행합니다.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8주차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8주차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시험 방식 — 100점 통과제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강의계획서 기준 — 온라인평가에서 100점 만점으로 통과(16점 인정) 하여야 하고, 별도 학습내역 증명(4점) 에 대한 평가가 따로 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중간고사는 줄 세우기가 아니라 학습 확인이 목적입니다.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사이트의 중간평가를 100점이 될 때까지 반복 응시하고, 100점 화면을 캡처하여 제출하면 됩니다.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틀린 문항은 해설을 읽고 다시 도전해 주세요.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모르는 것을 알게 되는 것이 목표이지, 모르는 채로 점수를 받는 것이 목표가 아닙니다.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8주차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8주차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시험 방식 — 100점 통과제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345177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34517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6277" y="2781300"/>
            <a:ext cx="13618723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6277" y="2781300"/>
            <a:ext cx="13618723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2345177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215467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출제 범위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6277" y="3448050"/>
            <a:ext cx="13618723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527" y="3448050"/>
            <a:ext cx="13428223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1주차 ~ 7주차 전 범위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044043"/>
            <a:ext cx="2345177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044043"/>
            <a:ext cx="215467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문항 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6277" y="4044043"/>
            <a:ext cx="13618723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527" y="4044043"/>
            <a:ext cx="13428223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50문항 (객관식 4지선다 + 단답형) · 문항당 2점 · 100점 만점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640036"/>
            <a:ext cx="2345177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640036"/>
            <a:ext cx="215467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통과 기준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6277" y="4640036"/>
            <a:ext cx="13618723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21527" y="4640036"/>
            <a:ext cx="13428223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100점 — 재응시 횟수 제한 없음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236029"/>
            <a:ext cx="2345177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236029"/>
            <a:ext cx="215467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성적 반영 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6277" y="5236029"/>
            <a:ext cx="13618723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21527" y="5236029"/>
            <a:ext cx="13428223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온라인평가 100점 통과(캡처 제출) → 16점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832021"/>
            <a:ext cx="2345177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832021"/>
            <a:ext cx="215467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성적 반영 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26277" y="5832021"/>
            <a:ext cx="13618723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21527" y="5832021"/>
            <a:ext cx="13428223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별도 학습내역 증명 제출 → 4점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428014"/>
            <a:ext cx="2345177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428014"/>
            <a:ext cx="215467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제한 시간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26277" y="6428014"/>
            <a:ext cx="13618723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21527" y="6428014"/>
            <a:ext cx="13428223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1회 응시당 60분 (시간 초과 시 자동 제출)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024007"/>
            <a:ext cx="2345177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7024007"/>
            <a:ext cx="215467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채점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26277" y="7024007"/>
            <a:ext cx="13618723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1527" y="7024007"/>
            <a:ext cx="13428223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제출 즉시 자동 채점 · 문항별 해설 제공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8주차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8주차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주차별 출제 비중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8주차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8주차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주차별 출제 비중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300447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30044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주차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81547" y="2781300"/>
            <a:ext cx="13286805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1547" y="2781300"/>
            <a:ext cx="1328680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806453" y="2781300"/>
            <a:ext cx="1338547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06453" y="2781300"/>
            <a:ext cx="133854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문항 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300447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10994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1주차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81547" y="3448050"/>
            <a:ext cx="13286805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76797" y="3448050"/>
            <a:ext cx="13096305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웹의 개념과 웹 프로그래밍의 흐름, 실습환경, 개발자도구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806453" y="3448050"/>
            <a:ext cx="1338547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901703" y="3448050"/>
            <a:ext cx="114804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6문항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1300447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110994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2주차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81547" y="4044043"/>
            <a:ext cx="13286805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76797" y="4044043"/>
            <a:ext cx="13096305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HTML 기본 태그 ① — 태그·속성·요소, 문서 구조, 제목·문단·목록·링크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806453" y="4044043"/>
            <a:ext cx="1338547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901703" y="4044043"/>
            <a:ext cx="114804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8문항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1300447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110994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3주차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81547" y="4640036"/>
            <a:ext cx="13286805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76797" y="4640036"/>
            <a:ext cx="13096305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HTML 기본 태그 ② — 시맨틱 태그, 구조화, 웹 접근성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806453" y="4640036"/>
            <a:ext cx="1338547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901703" y="4640036"/>
            <a:ext cx="114804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8문항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1300447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110994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4주차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81547" y="5236029"/>
            <a:ext cx="13286805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76797" y="5236029"/>
            <a:ext cx="13096305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이미지 삽입과 테이블 작성 — img·alt, table·caption·sco…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5806453" y="5236029"/>
            <a:ext cx="1338547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901703" y="5236029"/>
            <a:ext cx="114804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8문항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1300447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110994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5주차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481547" y="5832021"/>
            <a:ext cx="13286805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76797" y="5832021"/>
            <a:ext cx="13096305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HTML5 문서 구조화와 웹 폼 — form, label, input type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5806453" y="5832021"/>
            <a:ext cx="1338547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901703" y="5832021"/>
            <a:ext cx="114804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8문항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1300447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110994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6주차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481547" y="6428014"/>
            <a:ext cx="13286805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76797" y="6428014"/>
            <a:ext cx="13096305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CSS3 기본 — 선택자, 캐스케이드와 특정도, 상속, 색·글꼴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5806453" y="6428014"/>
            <a:ext cx="1338547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901703" y="6428014"/>
            <a:ext cx="114804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8문항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1300447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110994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7주차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481547" y="7024007"/>
            <a:ext cx="13286805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576797" y="7024007"/>
            <a:ext cx="13096305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CSS3 기본 속성 활용 — 박스 모델, box-sizing, display,…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5806453" y="7024007"/>
            <a:ext cx="1338547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5901703" y="7024007"/>
            <a:ext cx="114804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4문항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8주차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8주차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응시와 제출 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8주차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8주차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응시와 제출 방법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중간고사 페이지에서 [시험 시작]을 누르면 60분 타이머가 시작됩니다.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좌측 문항 번호판으로 자유롭게 이동하며 답안을 작성합니다.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단답형은 핵심 용어를 정확히 입력합니다(공백·대소문자는 무시하고 채점).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8주차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8주차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응시와 제출 방법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[제출]을 누르면 즉시 채점됩니다. 100점이 아니면 해설을 확인하고 다시 응시해 주세요.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100점 결과 화면을 캡처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하여 수업에서 안내한 방법으로 제출합니다(16점).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별도 학습내역 증명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을 제출합니다(4점).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8주차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8주차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응시와 제출 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시험 결과는 브라우저에 저장되어 내 학습 현황 페이지에 반영됩니다.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100점 도달 여부와 응시 횟수를 확인할 수 있습니다.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8주차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8주차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시험 대비 체크리스트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8주차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8주차 ·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개념 — 말로 설명할 수 있어야 합니다 (1/2)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인터넷과 웹의 차이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, 클라이언트와 서버, 주소를 치고 화면이 뜨기까지의 5단계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HTML·CSS·JavaScript의 역할 분담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각각을 빼면 무엇이 남는가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태그·요소·속성·내용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의 정확한 구분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8주차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8주차 ·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개념 — 말로 설명할 수 있어야 합니다 (2/2)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block과 inline의 차이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인라인에 width와 위아래 margin이 안 먹는 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position 다섯 가지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의 기준점 차이 (특히 absolute는 무엇을 기준으로 하는가)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표와 폼의 접근성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caption·scope, label-for/id, fieldset·legend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8주차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8주차 ·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계산 — 손으로 따져 봐야 합니다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특정도 계산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p.note(11) vs .note(10) vs #lead(100), 같으면 나중 것이 이김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box-sizing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content-box에서 width:200px; padding:20px; border:1px 의 실제 폭은 242px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마진 상쇄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위아래 마진 30px과 20px 사이의 간격은 50px이 아니라 30px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8주차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8주차 ·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실수하기 쉬운 곳 — 여기서 많이 틀립니다 (1/2)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display: none vs visibility: hidden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자리를 차지하느냐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z-index 는 position이 static이면 안 먹는다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form 안의 button은 기본이 submit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새로고침되는 원인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8주차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8주차 ·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실수하기 쉬운 곳 — 여기서 많이 틀립니다 (2/2)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radio는 name이 같아야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하나만 선택된다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alt=""(장식)와 alt 없음(실수)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은 다르다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transition은 :hover 가 아니라 평소 상태에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쓴다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8주차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8주차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시험 대비 체크리스트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시험 문제는 강의에서 다룬 범위 안에서만 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주차별 강의를 처음부터 다시 훑고, 각 주차의 실습 문제를 한 번씩 더 풀어 보는 것이 가장 확실한 대비입니다.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코드 실습장의 HTML·CSS 드릴도 그대로 시험 대비가 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8주차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8주차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8주차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중간고사 — 이 시간에 다룬 것을 학습사이트에서 다시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334000"/>
            <a:ext cx="672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 주차 페이지의 절마다 「이해했어요 · 실습했어요 · 어려워요」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시험은 100점을 만들 때까지 재응시할 수 있습니다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또는 패들릿에 — 30분 넘게 혼자 막혀 있지 않기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다음 시간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9주차 · CSS3 고급 활용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