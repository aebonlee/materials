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3교시 · KPI 분석 기초와 공정별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공정별 OEE 산출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로 빠르게 계산하고, Excel 로 검증한다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45분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파일 분석으로 공정별 OEE 를 계산시킨다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피벗 테이블 · SUMIFS 로 같은 값을 다시 계산한다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행 수 · 합계 · 한 행 손계산으로 틀린 숫자를 찾는다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결과물: 6개 공정 + 라인 전체의 가동률·성능·양품률·OEE 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OEE 는 합계로 계산한다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합계 방식 (정답)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분·개수를 먼저 더한 뒤 비율을 구한다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Σ운전 ÷ Σ계획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Σ이론 ÷ Σ운전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Σ양품 ÷ Σ생산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평균 방식 (오답)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행별 비율을 평균 내면 행의 크기를 무시한다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세 평균의 곱 79.5%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합계 방식은 79.7%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행 평균 85.2% vs 85.3%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단계로 계산하고 검증한다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결과는 Excel 로 다시 계산한 다음에만 쓴다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수·공정·합계부터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합계 방식을 지정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계산 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운전시간·이론시간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피벗·SUMIFS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값을 Excel 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칸의 원인 찾기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1단계 기준값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가 파일을 제대로 읽었나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 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분석 시트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4480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9050" y="34480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CLEAN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행 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1719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41719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1,488행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공정별 행 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8958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8958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6개 공정 × 248행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Σ생산수량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56197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9050" y="56197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6,613,595개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Σ양품수량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63436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9050" y="63436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6,549,532개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하나라도 다르면 「CLEAN 시트만, 1행은 머리글」이라고 짚어 다시 요청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Excel 로 다시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계산 열 두 개 + SUMIFS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M2 운전시간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=F2-G2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 − 비가동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N2 이론시간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=I2*J2/60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이론CT × 생산 ÷ 60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Σ계획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=SUMIFS(F, D, 공정)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공정별 합계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가동률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=Σ운전/Σ계획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합계끼리 나누기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6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881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=가동률*성능*양품률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63436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63436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요소의 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피벗 계산 필드는 합계끼리 나누므로 합계 방식이 저절로 지켜진다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대조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공정별 OEE 기준값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19400"/>
            <a:ext cx="970395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포장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9595" y="2886075"/>
            <a:ext cx="13907655" cy="1905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30600" y="2819400"/>
            <a:ext cx="952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88.2%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970395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원료혼합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89595" y="3209925"/>
            <a:ext cx="13891887" cy="1905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14832" y="3143250"/>
            <a:ext cx="952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88.1%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67100"/>
            <a:ext cx="970395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89595" y="3533775"/>
            <a:ext cx="13860350" cy="1905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183295" y="3467100"/>
            <a:ext cx="952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87.9%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90950"/>
            <a:ext cx="970395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89595" y="3857625"/>
            <a:ext cx="13765740" cy="1905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88685" y="3790950"/>
            <a:ext cx="952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87.3%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114800"/>
            <a:ext cx="970395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연삭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89595" y="4181475"/>
            <a:ext cx="12614653" cy="1905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37598" y="4114800"/>
            <a:ext cx="952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438650"/>
            <a:ext cx="970395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89595" y="4505325"/>
            <a:ext cx="12567348" cy="1905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890293" y="4438650"/>
            <a:ext cx="952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79.7%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라인 전체 OEE 85.3% · 정답 파일 06_kpi_workbook.xlsx OEE_BY_PROCESS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대조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는 같아도 손실의 모양은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가동률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성능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442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442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양품률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86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89.2%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92.0%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97.10%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944600" y="34480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039850" y="34480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79.7%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연삭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86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87.3%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90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92.7%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442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394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98.94%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944600" y="41719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039850" y="41719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80.0%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91.4%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438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90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93.0%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442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94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97.63%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944600" y="48958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039850" y="48958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82.9%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86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86.9%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438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390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91.0%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442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394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96.53%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944600" y="56197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039850" y="56197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76.4%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연삭은 시간 손실 중심, 소결은 시간 손실과 품질 손실이 함께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가 숫자를 틀릴 때 확인하는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781300"/>
            <a:ext cx="50825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의심할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Σ생산이 적다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901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시트·행 누락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공정별 행 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합계는 같은데 OEE 다름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901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 방식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합계로 다시 요청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성능이 이상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901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초·분 단위 혼동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6행 손계산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가동률이 이상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901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분모 착각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Σ계획 대조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6행 기준: 가동률 97.5% · 성능 94.1% · 양품률 97.2%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끝내기 전에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가 1,488행 · 공정별 248행을 읽었다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6행 계산 열이 손계산(468분 · 440.4분)과 같다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공정별 OEE 가 기준값과 0.1%p 안에서 맞다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다른 칸은 행 수 · 합계 · 한 행 순서로 추적했다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회사 실제 데이터는 외부 AI 에 올리지 않는다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무료 계정이면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 대신 합계표 6행으로도 같은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 분석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파일을 올려 계산 → Excel 로 대조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1·2단계: 업로드 후 OEE 요청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3·4단계: 피벗으로 다시 계산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5단계: 한 칸씩 대조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무료 계정 · 한도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 먼저 → 합계표만 붙여 넣기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3·4단계 피벗을 먼저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공정별 합계 6행 복사·붙여넣기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「무료 계정이면」 프롬프트로 해석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3교시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Cpk 산출과 시각화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설비별 Cpk 를 Excel 수식으로 구하고 히스토그램·막대·추세 차트로 그립니다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AVERAGEIFS · STDEV.S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히스토그램과 규격선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공정별 OEE 막대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해석 문장 팩트체크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계산 열을 넣은 생산일지 파일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