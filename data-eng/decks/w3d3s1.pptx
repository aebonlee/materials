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DuckDB를 이용한 로컬 대용량 데이터 처리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개요와 열 지향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없이 100만 행을 — 열 지향이 빠른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가 무엇이고 Pandas 와 역할이 어떻게 다른지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지향과 열 지향 저장의 차이를 서랍 비유로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경로를 FROM 에 바로 적는 문법을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zstd 를 기본 압축으로 고르는 이유를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100만 행 CSV 를 적재 절차 없이 바로 질의합니다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서버가 없는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질의 한 번까지 — MySQL 다섯 단계, DuckDB 두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컨테이너·포트·계정·테이블·INSERT 를 거쳐야 질의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561386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컨테이너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띄우고 포트 열기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71086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2538" y="4838700"/>
            <a:ext cx="1561386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2538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2538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5888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호스트·계정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4426" y="4838700"/>
            <a:ext cx="1561386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4426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테이블·INSERT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4426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776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넣기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51486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06314" y="4838700"/>
            <a:ext cx="1561386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6314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6314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664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절차가 통째로 없다 — 파일이 곧 테이블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pip install duckdb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030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5365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 설치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337262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FROM 'events.csv'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56407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69742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질의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서버가 없는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 · PostgreSQL 과 DuckDB — 여섯 가지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 · 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522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332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프로세스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84180" y="3448050"/>
            <a:ext cx="65608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79430" y="3448050"/>
            <a:ext cx="6370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프로그램 안의 라이브러리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43375"/>
            <a:ext cx="6522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43375"/>
            <a:ext cx="6332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컨테이너·설치 프로그램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4180" y="4143375"/>
            <a:ext cx="65608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9430" y="4143375"/>
            <a:ext cx="6370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duckdb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38700"/>
            <a:ext cx="6522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38700"/>
            <a:ext cx="6332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호스트·포트·계정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4180" y="4838700"/>
            <a:ext cx="65608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9430" y="4838700"/>
            <a:ext cx="6370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— 그냥 함수 호출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넣기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534025"/>
            <a:ext cx="6522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534025"/>
            <a:ext cx="6332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해야 질의 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84180" y="5534025"/>
            <a:ext cx="65608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79430" y="5534025"/>
            <a:ext cx="6370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FROM 에 바로 적는다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잘하는 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229350"/>
            <a:ext cx="6522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229350"/>
            <a:ext cx="6332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많은 사람이 조금씩 읽고 쓰기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84180" y="6229350"/>
            <a:ext cx="65608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79430" y="6229350"/>
            <a:ext cx="6370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사람이 많이 읽고 집계하기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 방식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6924675"/>
            <a:ext cx="6522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8610" y="6924675"/>
            <a:ext cx="6332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지향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84180" y="6924675"/>
            <a:ext cx="65608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79430" y="6924675"/>
            <a:ext cx="6370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지향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OLTP(주문 하나 넣고 빼기 · MySQL) 와 OLAP(수백만 건 훑어 집계 · DuckDB) — 같은 SQL, 목적과 저장 방식이 다르다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행 지향과 열 지향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서랍 정리 비유 — 사람별 서랍 vs 품목별 서랍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지향 — 사람별 서랍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사람의 소지품을 통째로 한 서랍에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「3번 손님의 모든 정보」를 꺼낼 때 빠르다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하나 넣고 빼는 업무 처리에 맞다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 업무용 DB(PostgreSQL 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지향 — 품목별 서랍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양말 서랍·티셔츠 서랍처럼 같은 종류끼리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「모든 손님의 양말만」 꺼낼 때 다른 서랍은 안 연다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질의 = 특정 열 전체의 합계·평균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· Parquet 가 이 방식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행 지향과 열 지향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지향이 분석에 유리한 두 가지 효과 — 작아지고, 빨라진다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필요한 열만 읽는다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합계·평균은 한 열만 보면 되니 나머지 서랍은 열지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종류끼리 모이면 압축이 잘 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비슷한 값이 연달아 있어 파일이 작아진다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작아지니 읽을 양이 줄어 더 빨라진다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효과를 오늘 실습에서 각각 수치로 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 잴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 배율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속도 배율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Pandas 와의 분업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이런 일에는 어느 도구 — 분업 기준 여섯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이런 일에는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22021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수백만 행 필터·집계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3448050"/>
            <a:ext cx="8641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9170" y="3448050"/>
            <a:ext cx="8450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열만 읽고, 메모리보다 커도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파일을 한 번에 질의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143375"/>
            <a:ext cx="8641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9170" y="4143375"/>
            <a:ext cx="8450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'data/*.parquet' 한 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로 표현되는 변환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4838700"/>
            <a:ext cx="8641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9170" y="4838700"/>
            <a:ext cx="8450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쉽고 빠르다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행마다 다른 규칙 적용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5534025"/>
            <a:ext cx="8641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5534025"/>
            <a:ext cx="8450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apply·정규식·조건 분기가 자유롭다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외부 라이브러리와 연동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6229350"/>
            <a:ext cx="8641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9170" y="6229350"/>
            <a:ext cx="8450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시각화·머신러닝이 DataFrame 을 받는다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결측·이상치 세밀 처리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6924675"/>
            <a:ext cx="8641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9170" y="6924675"/>
            <a:ext cx="8450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함수가 풍부하다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「둘 중 뭐가 좋은가」가 아니라 분업 — 100만 행을 DuckDB 로 1만 행까지 줄이면 Pandas 가 편하게 다룬다(3-5 에서 만든다)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파일을 테이블처럼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경로를 FROM 에 그대로 적는 문법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하나 — FROM 'events.csv'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count(*) FROM 'events.csv'; — CSV 든 Parquet 든 경로가 곧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파일 — FROM 'data/*.parquet'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와일드카드 한 줄로 폴더의 파일을 한꺼번에 질의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옵션 주기 — read_csv('events.csv', sample_size = -1)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형태로 적으면 타입 추론 표본 같은 옵션을 줄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내보내기 — COPY (SELECT …) TO 'out.parquet'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(FORMAT parquet) — 질의 결과를 파일로 바로 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경로는 「지금 프로그램이 실행되는 폴더」 기준 — 다른 폴더에서 돌리면 파일을 못 찾는다. 오늘 가장 많이 만날 오류, 헷갈리면 절대 경로로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압축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zstd · snappy · gzip · 없음 — 이번 과정의 기본은 zstd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압축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크기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속도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zstd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57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작다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897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비용이 중요할 때(기본 권장)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857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빠르다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자주 읽는 중간 산출물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gzip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897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느리다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호환성이 필요할 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857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크다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897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빠르다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안 쓴다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4주차 Iceberg 도 같은 선택 — 심화 과제에서 snappy 와 직접 비교해 볼 수 있다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는 서버 없이 파이썬 안에서 도는 분석용 DB 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분석 질의는 「특정 열 전체」를 보므로 열 지향이 유리하다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지향은 작아지고(압축) 빨라진다(읽을 양 감소)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경로를 FROM 에 바로 적고, 경로는 실행 위치 기준이다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대용량은 DuckDB 로 줄이고, 세밀한 가공은 Pandas 로 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파일 직접 질의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행 events.csv 를 만들고, 적재 절차 없이 SQL 로 바로 질의해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duckdb 와 버전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시드 고정 100만 행 CSV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DESCRIBE·GROUP BY·CTE·Window 그대로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로 Pandas 왕복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venv 활성화 · 디스크 여유 1GB 이상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