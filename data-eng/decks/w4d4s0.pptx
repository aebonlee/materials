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4-4 · Trino SQL 엔진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4-3 끝 상태 · 8080 · Trino 이미지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걸러 둘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4-3 끝 상태가 아니다 — 행 수가 6 이 아니면 두 엔진 비교가 흔들린다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8080 을 다른 프로그램이 쓰고 있으면 오늘 trino 가 뜨지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이미지(2.43GB)를 실습 중에 처음 받으면 멈춘 듯 보인다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점검(1~4단계)은 확인과 미리 받기만 · 재설정(5단계)은 Trino 실습을 다시 할 때만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재설정은 오늘 만든 trino 컨테이너 · catalog 폴더 · daily_sales 만 지운다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4-3 끝 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· ps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8080 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운영체제별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이미지 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trino:483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2.43GB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오늘 만들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순서만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치지 않음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환경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 실습을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할 때만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4-3 끝 상태를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~/lakehouse → docker compose up -d → 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iceberg-rest · mc · minio · spark-iceberg 네 컨테이너가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spark-sql -e "SELECT count(*) FROM demo.lakehouse.orders;"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 이 나오면 4-3 끝 상태 (1~5 · 7)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 가 나오면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4-3 의 ETL 3~6단계를 다시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NOT_FOUND 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 실습점검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6단계부터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8080 포트가 비어 있는지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-a … | grep -E 'NAMES|8080|trino'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 줄만 나오면 도커 안은 비어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Windows: netstat -ano | findstr ":8080"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PowerShell — LISTENING 줄이 없으면 비어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macOS: lsof -nP -iTCP:8080 -sTCP:LISTEN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안 나오면 비어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리눅스: sudo ss -ltnp | grep -E ':8080 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docker-proxy 가 보이면 도커 컨테이너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비울 수 없으면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18080:8080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으로 바꾸기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결과 읽기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8080 에 무엇이 보였나요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아무것도 없음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그대로 진행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trino 가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Exited 컨테이너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8080 을 적어 둬도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꺼져 있으면 괜찮다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켜진 프로그램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멈추거나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18080 으로 우회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질문 — Windows 분, netstat 에 8080 LISTENING 이 나온 분은 무슨 프로그램이었나요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이미지를 미리 받아 두기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pull trinodb/trino:483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태그를 고정한 판 — 오늘 compose 가 쓰는 것과 같다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… | grep trino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trinodb/trino:483 2.43GB 한 줄 — 실측 macOS 38초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 받아 둔 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Image is up to date 로 바로 끝난다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언제 걸까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시작 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걸어 두기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순서만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 — 아직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 처음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뒤에서 누가 받나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catalog/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iceberg.properties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연결 1단계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히어독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4-5 가 하나 더 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+ trino 서비스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연결 2단계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통째로 교체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4-5 그대로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trino (8080)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연결 2단계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-d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daily_sales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 2단계 CTAS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4-5 · 주차 산출물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지금 exec trino 를 치면 service "trino" is not running — 아직 만들기 전이라는 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실습만 처음부터 다시 할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spark-sql -e "DROP TABLE IF EXISTS … daily_sales PURGE;"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없이 끝난다 — 카탈로그가 하나라 Spark 로 지워도 같은 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rm -sf trino → rm -rf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Container trino Removed — catalog 폴더도 지운다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컨테이너만 남으면 끝 — 연결 1단계부터 다시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orders 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행 6 그대로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스냅샷은 남음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준비가 끝났는지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컨테이너가 Up 이고 count 가 6 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8080 을 잡고 있는 켜진 프로그램이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에 trinodb/trino:483 2.43GB 가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컨테이너와 catalog 폴더는 아직 없다 — 실습 시간에 만든다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막히면 그 단계 아래 「막혔어요」 · 「질문」을 눌러 주세요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4-4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분산 SQL 엔진의 이해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점검을 마쳤으니 Spark 가 쓴 테이블을 Trino 가 읽는 구조부터 잡습니다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저장과 계산의 분리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코디네이터와 워커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커넥터와 카탈로그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