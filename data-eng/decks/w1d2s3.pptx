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쉘 스크립트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처리 자동화 스크립트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부품 셋을 묶어 매일 돌릴 일일 리포트로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 손에 남는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count_errors.sh — 로그 하나의 전체·ERROR 줄 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backup.sh — backup_날짜 폴더로 복사, 어제 것을 덮지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daily_report.sh — set -e·set -u 로 중간 실패에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cron 의 모양과 절대 경로가 필요한 이유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스크립트가 한 가지 일만 하게 — 조립의 전제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부품 둘 → 조립 → 예약 → 고쳐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파이프라인이 이 모양 — 순서대로 실행하고 하나라도 실패하면 멈춘다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count_errors.sh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8 · 에러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backup.sh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backup_20260922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· daily_report.sh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report_날짜.txt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· cron 맛보기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3 * * * /절대경로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· 미니 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고치면 무엇이 깨지나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count_errors.sh — 줄마다 앞에서 배운 곳이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log="$1"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검사할 로그 파일 이름을 받는다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[ ! -f "$log"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! 는 「아니면」 — 없으면 exit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-f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wc -l &lt; "$log"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 수를 세어 total 에 담는다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| tr -d " 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앞에 붙는 공백을 뗀다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-c ERROR "$log"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가 든 줄 수를 errors 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access.log → 전체 라인: 8 · 에러 라인: 3 / 없는 파일 → 안내하고 exit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backup.sh — 폴더 이름에 날짜를 붙여 어제 것을 지킨다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[ ! -e "$src"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폴더를 받으므로 -f 가 아니라 -e — 바꿔 쓰면 멀쩡한데도 「백업할 대상이 없습니다」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dest="backup_$(date +%Y%m%d)"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backup_20260922 같은 이름 — 큰따옴표 안에서도 $( ) 는 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"$dest"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는 「이미 있어도 그냥 넘어가라」 — 같은 날 두 번 돌려도 안 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cp -r "$src" "$dest"/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-r 은 폴더 통째로 · 끝의 / 는 「이 안으로」 — ls backup_*/logs 로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-f 와 -e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-f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폴더도 -e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daily_report.sh — 순서대로 실행, 실패하면 거기서 멈춘다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set -e · set -u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실패하면 중단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변수면 중단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헤더 &gt; "$out"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report_날짜.txt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만든다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count_errors.sh &gt;&gt;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전체·에러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 수 덧붙임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cut | sort | uniq 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레벨별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backup.sh &gt; /dev/null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백업은 하되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안내 문구는 버림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log="${1:-access.log}" · today=$(date +%Y%m%d) · out="report_${today}.txt"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report_날짜.txt 에 전체·에러 줄 수와 레벨별 집계 INFO 4 · ERROR 3 · WARN 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 /dev/null — 「이 출력은 버린다」, 어느 길을 버릴지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버리는가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화면에 남는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&gt; /dev/null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 출력(1번)만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메시지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2&gt; /dev/null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메시지(2번)만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 출력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&gt; /dev/null 2&gt;&amp;1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&gt; 앞에 숫자가 없으면 1번(정상) — 2&gt;&amp;1 은 「2번을 1번이 가는 곳으로」, 순서를 거꾸로 쓰면 오류가 화면에 남는다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맛보기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cron — 내가 안 쳐도 새벽 3시에 돌게 하려면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절대 경로부터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cron 은 내가 어느 폴더에 있는지 모른다 — echo "$(pwd)/daily_report.sh" 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상태가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WSL2 꺼진 채 시작 · macOS 접근 권한 필요 · 우분투는 바로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crontab -e 에 한 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3 * * * /절대경로/daily_report.sh — 분 · 시 · 일 · 월 · 요일 · crontab -l 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 돌면 십중팔구 경로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 도 현재 폴더도 다르다 — cd "$(dirname "$0")" 와 &gt;&gt; /절대경로/cron.log 2&gt;&amp;1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0 3 * * 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매일 새벽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3시 정각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미니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고치면 무엇이 깨지나 — 네 문제가 이어져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count_errors.sh 에 exit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 "$errors" -ge 1 ] 이면 exit 2 — echo $? 로 2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그러자 daily_report.sh 가 깨진다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 -e 가 2 를 보고 멈춰 두 줄만 남는다 — 「실패」와 「오류가 있음」은 다르다 → 그 줄만 ||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가장 많이 나온 사용자 한 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1-1 의 파이프라인 그대로 — sort -k1,1rn -k2,2 로 순서 고정 → 2 kim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같은 날 두 번 돌려도 덮지 않게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while [ -e "$dest" ] 로 빈 이름까지 번호를 올린다 — 멱등(idempotent)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스크립트 하나를 고치면 그것을 부르는 쪽이 함께 흔들린다 — 고친 뒤에는 쓰는 쪽도 반드시 한 번 돌려 본다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이것이 나오면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./count_errors.sh access.log → 전체 라인: 8 · 에러 라인: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에 backup_오늘날짜 폴더, 그 안에 logs 가 복사돼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report_날짜.txt 에 INFO 4 · ERROR 3 · WARN 1 이 들어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crontab -l 에 등록한 한 줄이 보인다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과제 ②: ./daily_report.sh ; echo $? 가 2 → || true 로 회복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스크립트가 모두 도는지 확인하고, 문법을 한 장으로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로 네 스크립트를 돌려 종료 코드 0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요약 한 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이미지·컨테이너·도커 준비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의 *.sh 전부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