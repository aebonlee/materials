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텍스트 데이터 Chunking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분할 문법 한 표, 그리고 7-3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일과 코드를 한 표로 대응시킨다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정한 chunk_size·overlap 값을 적어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7-3 패키지와 Qdrant 이미지를 미리 받아 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정한 값은 7-3 에서 그대로 씁니다 — 표와 함께 남겨 두세요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일과 코드 — 한 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텍스트 로드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448050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8810" y="3448050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TextLoader(path, encoding="utf-8").load()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PDF 로드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044043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4044043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PyPDFLoader(path).load()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분할기 만들기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640036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640036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RecursiveCharacterTextSplitter(chunk_size=, chunk_overlap=)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분할 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236029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5236029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splitter.split_documents(docs)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구분자 조정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5832021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8810" y="5832021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separators=["\n## ", "\n\n", "\n", " ", ""]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메타데이터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6428014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6428014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chunk.metadata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444246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4251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메타데이터 추가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7024007"/>
            <a:ext cx="115214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8810" y="7024007"/>
            <a:ext cx="113309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chunk.metadata["chunk_id"] = 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PDF 는 페이지당 Document 1개 — 자른 뒤에도 metadata 의 source·page 가 조각마다 따라온다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여섯 단계를 순서대로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문서를 자르는 이유 네 가지를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한글 문서를 encoding="utf-8" 지정으로 깨짐 없이 로드했다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인코딩을 틀리게 줘서 나는 오류를 직접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 와 chunk_overlap 의 역할을 각각 설명할 수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overlap 이 실제로 겹치는 것을 이웃 조각 대조로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메타데이터가 조각마다 따라오는 것을 확인하고 직접 추가했다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파라미터 비교 실험을 근거로 기준값을 정해 기록했다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UnicodeDecodeError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codec can't decode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인코딩과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로더 인코딩이 다름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encoding='utf-8' 명시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되면 cp949 로 읽기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overlap 을 크게 넣자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ValueError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overlap ≥ chunk_size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조각이 못 나아감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size 의 10~20%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예: 500 / 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PDF 로드 후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page_content 가 빈 문자열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스캔 이미지 PDF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 레이어가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드래그로 글자 선택되는지 확인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OCR 또는 텍스트 원본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Character 분할기에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size 보다 큰 조각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구분자 하나 사이가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 보다 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Recursive 로 교체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구분자를 차례로 시도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에서 만든 한글 파일은 cp949(EUC-KR)인 경우가 많다 — 그래도 실패하면 파일을 UTF-8 로 다시 저장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조각 크기의 정답이 있나요?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없다 — 문서 성격과 질문 유형에 따라 다르다. 500~1000 에서 시작해 재 보며 조정하는 것이 현실적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표나 코드가 든 문서는?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중간에서 잘리면 망가진다 — MarkdownHeaderTextSplitter 같은 전용 분할기를 쓰거나 전처리로 분리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겹치면 같은 내용이 중복 저장되지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 — 저장 비용이 조금 늘지만 검색 품질을 위해 감수한다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이미지가 든 PDF 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텍스트 레이어가 없으면 OCR 이 필요 — 이번 과정 범위 밖이지만 실무에서 자주 만나는 문제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차시(7-3)를 위한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지금 받아 두기 — 패키지 · Qdrant 이미지 · 임베딩 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~/data-eng/week7 · source .venv/bin/activate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패키지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qdrant-client langchain-qdrant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이미지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pull qdrant/qdrant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*.txt *.md — 실습 문서가 있는지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 API 키 또는 ollama pull nomic-embed-text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정한 chunk_size·overlap 값을 적어 두세요 — 7-3 에서 그대로 씁니다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7-3 학습 목표 — 조각을 숫자로 바꿔 저장하고 찾는다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임베딩이 텍스트를 어떤 숫자로 바꾸는지, 차원 수의 뜻을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코사인 유사도로 두 문장의 의미적 가까움을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로 Qdrant 를 띄우고 size·distance 로 컬렉션을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벡터를 업서트하고 query_points 로 의미 검색 결과를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단어가 겹치지 않아도 뜻이 비슷하면 찾아내는 검색을 직접 손에 넣습니다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7-3 · Embedding 과 Vector DB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 원리와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유사도 검색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 생성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Qdrant 컬렉션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생성·적재·검색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Docker Desktop 실행 · OpenAI API 키 또는 로컬 Ollama(ollama pull nomic-embed-text) · Qdrant 컨테이너는 실습 1단계에서 함께 띄운다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7-3 Embedding 과 Vector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7-2 에서 자른 조각을 숫자(벡터)로 바꿔 Qdrant 에 넣고, 질문과 가까운 조각을 찾아내는 것까지 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임베딩과 차원 수 · 코사인 유사도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로 Qdrant 기동 · 컬렉션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벡터 업서트와 query_points 검색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뜻이 비슷하면 찾아내는 의미 검색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2종 · Qdrant 이미지 · 임베딩 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