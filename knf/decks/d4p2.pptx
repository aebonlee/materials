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개선 대안 생성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대안 펼치기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넓히는 일은 AI, 좁히는 일은 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하나에 즉시 조치·재발 방지·시스템화 세 층을 펼친다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프롬프트로 근거가 붙은 대안 15개를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묶고 걸러 평가할 대안 5~7개로 줄인다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3_대안평가매트릭스 A열의 대안 목록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세 층 — 시간 축으로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나는 피해를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며칠 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소화기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방법·양식을 바꾼다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 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콘센트 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잊어도 자동으로 잡힌다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감지기·스프링클러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대안마다 「어느 원인을 겨냥하는가」 꼬리표를 붙인다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원인에 세 층을 대 보면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 교정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알람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부원인 로트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재고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수입검사·시험 소결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로트-제품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별개 과제 습도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점검 늘리기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관리 기준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보류(야간 숙련도)는 대안 대신 데이터 수집 과제로 오후에 넘긴다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펼치고, 채우고, 줄인다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07_improvement_workbook.xlsx 의 3일차 원인 정리에서 출발합니다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 원인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대안 15개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채우게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× 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빈칸 보충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줄이기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묶기·지우기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·쪼개기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A열에 입력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점수는 비움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15개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부품 공장의 공정개선 엔지니어 + 확정 원인과 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배분과 층 요구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8개 이상 · 원인마다 즉시/재발방지/시스템화 모두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대안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확인에 필요한 데이터만 한 줄로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금지 · 효과 수치는 준 숫자로만, 계산식 함께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좁히는 세 가지 손질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묶는다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원인·같은 층·같은 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구체적인 이름으로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· 효과 확인 불가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보류 원인 겨냥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쪼갠다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덩어리가 큰 대안은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조치와 시스템화로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「TC-3 재교정」과 「열전대 전 채널 점검」은 한 묶음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평가할 대안 여섯 개 — 3·4교시에도 이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433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433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확인 항목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433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433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3870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3870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관리도·알람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3870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3870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53402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53402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계측기 교정 이력 관리 시스템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53402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53402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2293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2293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밀도·로트별 시험 소결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2293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2293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0" y="69246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38450" y="69246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624560" y="69246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9810" y="69246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팀마다 표현과 개수(5~7개)는 달라도 된다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목록을 저장하기 전에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원인에 대안이 남아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「야간 재교육」 — 효과를 잴 수 없는 일이 위로 올라간다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 조치만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재교정만 하면 다음 정비 때 같은 일이 되풀이된다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원인보다 큰 대안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「설비 전면 교체」 — 원인과 크기가 맞는지 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회사 문제로 할 때는 설비명·공정 조건을 비식별화해서 AI 에 넘긴다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45분이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대안에 겨냥 원인과 층 꼬리표가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즉시·재발 방지·시스템화 세 층이 모두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원인을 겨냥한 대안이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최종 대안 5~7개, 같은 일을 두 번 적지 않았다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평가 기준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다섯 기준의 1~5점 채점 기준표와 가중치를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채점 기준표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기준은 방향 뒤집기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가중치와 근거 한 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A열에 적은 대안 5~7개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