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컨테이너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띄우고, 안과 밖의 주소 차이를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로 minio·mc 두 컨테이너를 Up 상태로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콘솔(9001)에 minioadmin 으로 로그인해 메뉴를 둘러본다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minio:9000 은 되고 localhost:9000 은 안 됨을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down·up 뒤에도 남는지, 로그를 어디서 보는지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compose 파일은 4주차 내내 확장합니다 — ~/lakehouse 를 지우지 마세요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~/lakehouse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폴더를 새로 만들고 시작합니다 — 1-5 에서 배운 Compose 문법이 그대로 쓰입니다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폴더·Compose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웹 콘솔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둘러보기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네트워크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minio:9000 vs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볼륨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→ up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minio-data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logs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배너 확인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— 설정 한 줄씩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minio: image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minio/minio — 서버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3969544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3969544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S3 API · 9001 웹 콘솔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491038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491038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루트 계정 minioadmin (실습 전용)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012531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012531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/data 콘솔 :9001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 minio-data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5534025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5534025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— 지워도 데이터가 남는다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6055519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6055519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minio/mc — 클라이언트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entrypoint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3720" y="6577012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8970" y="6577012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infinity — 계속 떠 있게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volumes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7098506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7098506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./data:/data — 호스트 폴더 마운트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mc 는 명령만 실행하고 끝나는 이미지 — sleep infinity 로 계속 떠 있게 만드는 흔한 수법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만들고 · 검증 · 띄우고 ·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1021" y="27813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3421" y="27813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~/lakehouse/data &amp;&amp; cd ~/lakehouse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81021" y="34290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3421" y="34290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81021" y="40767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3421" y="40767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81021" y="47244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3421" y="47244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81021" y="53721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3421" y="53721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http://localhost:9001 → minioadmin / minioadmin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ps 에 minio·mc 두 컨테이너가 Up, 브라우저에 MinIO 콘솔 로그인 화면이 뜬다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콘솔(9001) 둘러보기 — 메뉴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Object Browser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버킷과 오브젝트를 보는 곳 — 지금은 비어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Monitoring → Metrics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용량과 요청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Keys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프로그램용 키를 따로 만드는 곳(심화 과제)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 과 9001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은 프로그램이 쓰는 S3 API, 9001 은 사람이 보는 웹 콘솔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minioadmin 은 기본 계정이라 실습에서만 — 운영은 반드시 바꾸고, 프로그램엔 권한을 제한한 액세스 키를 발급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안의 localhost — 실패해야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1-5 의 「밖에서는 localhost, 안에서는 서비스 이름」— 오늘 가장 많이 만날 오류의 원인입니다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호스트에서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localhost:9000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200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mc 안에서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 minio:9000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성공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mc 안 localhost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 localhost:9000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실패 = 정상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9000 인데 — 왜 하나는 되고 하나는 안 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minio:9000 — 서비스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네트워크 안에서 이름으로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mc 컨테이너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health/live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localhost:9000 — 자기 자신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안의 localhost 엔 MinIO 가 없다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mc 컨테이너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localhost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mc 자신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없음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데이터를 지키는지, 로그는 어디서 보는지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붙어 있는지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 | grep minio · inspect 에 minio-data -&gt; /data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지웠다 다시 만들어도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 → up -d → ps — 볼륨 목록에 minio-data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로그를 읽는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minio | tail -n 20 · -f 는 Ctrl+C 로 빠져나온다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로그에서 찾을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배너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주소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minio·mc 두 컨테이너가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http://localhost:9001 에 minioadmin 으로 로그인된다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호스트 200 · 안에서 minio:9000 성공 · localhost:9000 실패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inspect 에 minio-data -&gt; /data, down·up 뒤에도 볼륨이 남는다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logs 에 「MinIO Object Storage Server」 배너와 API·Console 주소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막혔을 때 순서는 언제나 같다 — ps → logs 서비스명 → 포트 충돌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mc CLI 와 S3 API 활용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버킷을 만들고 파일을 올리고, 파이썬 boto3 로도 같은 저장소를 다뤄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alias set → mc mb → mc 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cp 로 올리고 mc cat 으로 읽기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슬래시 키로 올려 폴더가 아님을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 — endpoint_url 만 바꾸면 AWS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minio·mc 가 Up 인 ~/lakehouse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