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T3 · 팀 · 내 컴퓨터 Docker · 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쇼핑몰 CDC → AI 상담봇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변경을 따라가며 답하는 상담봇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한 줄이 Kafka 에 어떤 모양(op · before · after)으로 나오는지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레이크하우스 표를 원본 DB 와 같은 상태로 맞추고 확인하는 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상담봇이 SQL 과 RAG 중 무엇을 쓰는지, 왜 본인 주문만 보이는지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6주차 CDC 와 Iceberg 위에 7~8주차 RAG · Streamlit 을 올립니다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T3 · 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교재 1권의 주문 1,000건과 가상 규정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교재 1권 12장 · 16장 정제본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성격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시드를 고정한 연습용 합성 데이터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주문일 2026-06-01 ~ 07-30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1,000건 · 8개 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(orders_clean.parquet)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규정 문서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쇼핑몰 「데이터몰」 FAQ 7조각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배송 상태와 그 변화, 규정 문서는 연습용으로 만든 가상의 것 — 실제 쇼핑몰과 관계없다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T3 · 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주문 DB 의 변경이 상담봇 답까지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표 · binlog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Debezium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 · before · after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Kafka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shop.shop.orders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반영기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upsert · delete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Iceberg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위 레이크하우스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상담봇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+ Qdrant 규정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Airflow 가 10분마다 반영기를 돌리고 두 쪽 상태를 대조한다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T3 · 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11단계로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1~3. 준비 · 적재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로 다섯 서버 띄우기, 주문을 MySQL 에 · CDC 전용 계정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4~6. CDC · 반영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커넥터 등록, 스냅숏을 Iceberg 로, 상태를 바꾸고 두 쪽 대조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7~9. 상담봇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규정 7조각을 Qdrant 에, SQL · RAG 라우팅, Streamlit 상담 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10~11. DAG · 정리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반영 · 정합성 대조 DAG, 커넥터 · 컨테이너 지우기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T3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단계마다 한 번씩 깨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 보는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나오는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배우는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주문 번호 넣기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Duplicate entry (1062)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키가 반영 기준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 클래스 틀리기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044043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044043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500 · 클래스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044043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044043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Connect 가 바로 거절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열 coupon 넣기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640036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640036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more columns: coupon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640036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640036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스키마부터 바꾼다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tombstone 그대로 읽기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236029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236029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NoneType TypeError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236029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236029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None 을 거른다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컬렉션 검색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832021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5832021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Collection doesn't exist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5832021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5832021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컬렉션부터 만든다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남의 주문(17번) 묻기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428014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428014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조회되지 않음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428014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428014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번호 조건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 만 바꾸고 대조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7024007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7024007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정합성 불일치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7024007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7024007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반영 뒤에 같아진다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T3 · 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908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9908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9908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9908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(1000, 8) · 합계 291,021,500원 — MySQL 도 같다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9814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9814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스냅숏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9814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9814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{'r': 1000} · 넣음 1000 · 고침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9720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9720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변경 반영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9720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9720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 402 · c 2 · d 1 → 넣음 1 · 고침 300 · 지움 1002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9626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9626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쪽 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9626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9626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결제완료 701 · 배송중 200 · 배송완료 98 · 환불요청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9532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9532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상담봇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9532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9532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150번은 배송중 · 근거 1위 배송 안내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T3 · 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팀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갈래로 나눠 키웁니다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 · 스트리밍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3~4단계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· Debezium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 · Spark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 · 5~6단계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인프라 · Iceberg 반영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· 서비스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7~9단계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규정 · 상담봇 · 화면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오케스트레이션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10~11단계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· 정합성 대조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처음에는 한 사람이 노트북 하나로 끝까지 돌려 보고, 그다음 역할별로 나눠 키웁니다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T3 · 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T3 · 팀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T3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DB 와 레이크하우스가 같은 상태인지 직접 맞춰 봤습니다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정규화된 네 표를 모두 CDC 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+ Iceberg 로 일별 · 상태별 매출 집계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규정 두 개가 필요한 질문에 근거 2개로 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T4 프로젝트 도우미 튜터 챗봇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