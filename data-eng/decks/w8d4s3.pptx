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Streamlit 기반의 챗봇 인터페이스 개발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검색·LLM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에코 자리에 RAG 3단계를 넣어 실제로 답하게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lecture_docs 의 points_count 를 먼저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없이 search_test.py 로 검색만 따로 시험한다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에 임베딩 → 검색 → 답변 생성 3단계를 연결한다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개수 조절·약한 근거 경고·오류 화면을 붙인다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화면과 검색을 한꺼번에 만들면 어느 쪽이 틀렸는지 못 찾습니다 — 검색부터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확인 → 검색 → 화면 → 다듬기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8-3 에서 적재한 lecture_docs 가 살아 있어야 시작할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지식베이스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points_count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검색만 시험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search_test.py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RAG 챗봇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4·5·6. 다듬기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슬라이더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경고 · 건너뛰기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일부러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지우고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화면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검색부터 확인 — 화면을 붙이기 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…/collections/lecture_docs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points_count 가 0 보다 커야 한다 — 0 이면 8-3 rag_pipeline DAG 먼저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search_test.py — 화면 없이 검색만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OpenAI() · QdrantClient(host="localhost", port=6333)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→ query_points(limit=3)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text-embedding-3-small 로 질문을 벡터로, 결과는 .points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 search_test.py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관련 문서가 점수 순으로 — round(h.score, 3), payload["text"]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안 하면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「다 모른다고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한다」로 헤맴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— 에코 자리에 들어가는 RAG 3단계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st.chat_input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question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1) 임베딩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질문을 벡터로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qvec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2) 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query_points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limit=3 → hits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3) 답변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컨텍스트만 근거로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gpt-4o-mini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말풍선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 + expander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「검색 근거 보기」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get_clients() 에 @st.cache_resource — 재실행마다 재접속하지 않도록 · context 는 검색 결과를 「- 」로 이어 붙인 문자열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system 프롬프트: 「아래 컨텍스트만 근거로 한국어로 답해줘. 컨텍스트에 없는 내용은 모른다고 말해줘」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줄 — 어디에 무엇을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 캐시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@st.cache_resource def get_clients():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044043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044043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llm.embeddings.create(...).data[0].embedding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640036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640036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qdrant.query_points(..., limit=3).points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236029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236029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"- " + h.payload["text"] 를 줄바꿈으로 join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답변 생성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5832021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5832021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llm.chat.completions.create(model="gpt-4o-mini", ...)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표시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6428014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6428014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st.expander("검색 근거 보기"):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7024007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8690" y="7024007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run app.py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「Qdrant는 무엇인가요?」에 8-3 문서를 근거로 답하고, 오늘 날씨 같은 질문에 모른다고 하면 프롬프트 제약도 동작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다듬기 세 가지 — 슬라이더 · 경고 · 건너뛰기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limit = st.slider("검색할 근거 개수", 1, 10,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 과 10 으로 바꿔 같은 질문 — 적으면 부족, 많으면 흐려진다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THRESHOLD = 0.3 — 우리 데이터로 재 보고 정할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top_score &lt; THRESHOLD 면 st.warning(관련 자료가 부족합니다)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근거가 없으면 LLM 을 부르지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not hits or top_score &lt; THRESHOLD: 고정 문구로 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7-3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조각 크기 ·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기준값 그대로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API 호출을 건너뛰니 비용이 줄고 응답도 빨라진다 — 「모델에게 물어볼 가치가 있는가」를 먼저 판단하는 실무 패턴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지우고 실행 — 역추적 대신 st.error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try/except 없이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역추적(traceback)이 그대로 보인다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OpenAI 인증 오류가 화면에 통째로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빨간 역추적 — 사용자에게 보일 것이 아니다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예의에 어긋난다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try/except + st.error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「답변 생성에 실패했습니다: 오류이름」 한 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except Exception as e: st.error(...)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st.caption("잠시 후 다시 시도해 주세요.")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answer = None → 이력에 넣지 않는다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결과의 points_count 가 0 보다 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search_test.py 가 관련 문서를 점수 순으로 출력한다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「Qdrant는 무엇인가요?」에 근거 있는 답과 expander 가 나온다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무관한 질문에는 모른다고 답하거나 부족 경고가 뜬다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지우면 역추적 대신 st.error 한 줄이 보인다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챗봇의 구조를 한 표로 정리하고, 자주 겪는 오류와 8-5 최종일 시나리오를 예고합니다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↔ 코드 요약표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8-5 최종 RAG 챗봇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돌아가는 app.py · 지우지 말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