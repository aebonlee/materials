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8교시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최종 선정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다기준 판단표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기준에서 나오게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기준·가중치·점수 규칙을 정해 공정별 가중 점수를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바꿔도 순위가 유지되는지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판단을 나눈 중점관리공정 선정서를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선정서가 3일차 원인 분석의 출발점입니다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· 후보 좁히기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공정에서 후보 셋으로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37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37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841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841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7→8월(%p)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84580" y="2781300"/>
            <a:ext cx="3360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84580" y="2781300"/>
            <a:ext cx="3360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1차 판단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4480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8690" y="34480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378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03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84580" y="344805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79830" y="344805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1433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41433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378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03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8418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7943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84580" y="414337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79830" y="414337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483870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483870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8378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03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8418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7943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784580" y="483870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879830" y="483870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553402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8690" y="553402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378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903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8418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7943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+0.01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84580" y="553402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879830" y="553402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62293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8690" y="62293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8378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03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8418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7943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784580" y="622935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879830" y="622935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63440" y="69246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8690" y="69246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8378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7903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8418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7943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84580" y="692467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879830" y="692467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06_kpi_workbook.xlsx 의 OEE_BY_PROCESS 시트와 대조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기준과 가중치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보기 전에 합의한다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873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87%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84480" y="34480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9730" y="34480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81% 미만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Cpk(최저 설비)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897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921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 이상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41433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41433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0.67 미만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921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0.5% 미만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483870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483870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2.5% 이상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악화 추세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873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2396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921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984480" y="553402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079730" y="553402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+1.0%p 초과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고객 영향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8348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873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0372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9897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2396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1921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출하 전 걸러짐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84480" y="62293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079730" y="62293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결함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 가능성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8348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7873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0372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9897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2396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1921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 불분명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984480" y="69246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079730" y="69246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돌아갈 기준 있음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가중치 합계 100 · 5점 = 문제가 크고 먼저 손대야 함 · 2점·4점은 사이 구간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점수와 가중 점수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기준(가중치)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(20)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3620" y="3448050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8870" y="3448050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79.7% ·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80.0% ·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64540" y="3448050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9790" y="3448050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87.3% ·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(20)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3620" y="4044043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8870" y="4044043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 ·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044043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044043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1.66 ·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464540" y="4044043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59790" y="4044043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·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(20)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4640036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8870" y="4640036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2.90% ·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640036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640036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1.06% ·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64540" y="4640036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59790" y="4640036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1.19% ·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악화 추세 (15)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3620" y="5236029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8870" y="5236029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 · 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236029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236029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+0.01 ·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464540" y="5236029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59790" y="5236029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 · 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고객 영향 (15)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03620" y="5832021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8870" y="5832021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5832021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9330" y="5832021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464540" y="5832021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559790" y="5832021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 가능성 (10)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03620" y="6428014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8870" y="6428014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6428014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9330" y="6428014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464540" y="6428014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559790" y="6428014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 점수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03620" y="7024007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8870" y="7024007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5.00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84080" y="7024007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9330" y="7024007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464540" y="7024007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559790" y="7024007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=SUMPRODUCT(가중치, 점수)/100 · 성형 Cpk 는 측정 없음 → 3점(판단)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민감도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하나만 보면 연삭과 동점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5점 = 연삭 5점 — 구별되지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 OEE 가 낮은 이유는 가동률(87.3%)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공구 교체로 자주 멈출 뿐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 하나만 보면 헷갈리는 공정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5.00 · 연삭 2.90 · 성형 2.60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 Cpk 1.7 수준 — 품질 안정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연삭은 8월에 나빠지지 않았다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성형은 습도 문제 — 2차 과제로 기록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설비까지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안에서 — SF-02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전체 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917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24460" y="34480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19710" y="34480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전체 (%)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917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24460" y="41433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19710" y="41433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 전체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83870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83870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8/10~ 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917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553402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553402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8/10~ (%)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917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24460" y="62293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19710" y="62293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 8/10~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0392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917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24460" y="69246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19710" y="69246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SF-02 가 8/9 까지는 OEE 82.8% · 불량률 2.11% — 돌아갈 기준이 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선정서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 셋이 나눠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담당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초안의 숫자를 판단표·비교표와 한 개씩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사실·판단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판단을 사실처럼 쓴 문장을 찾아 고친다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지어내기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데이터로 확인하지 않은 원인이 들어갔는지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AI 에게 줄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표만 붙여넣기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 파일은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 보고 가중치 조정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짜 맞춘 표가 된다 — 숫자 보기 전에 정하고 이유를 남긴다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점수만 있고 근거 없음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계산할 수 없다 — 점수 옆에 근거 숫자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 없는 칸을 비움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「측정 없음 — 3점(판단)」처럼 표시해 채운다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빠진 공정을 버림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 이유와 함께 적는다 — 성형은 2차 과제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3일차 1교시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선정서의 질문 「SF-02 는 왜 8/10 무렵부터 나빠졌는가」를 전통 품질 기법과 생성형 AI 로 풀기 시작합니다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 · 특성요인도 · 4M1E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와 함께 쓰는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유형·로그·공정 조건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후보를 넓게 펼치기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중점관리공정 선정서 한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