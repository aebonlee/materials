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C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12" name="Picture 11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영업·마케팅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05250"/>
            <a:ext cx="16002000" cy="2247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활용</a:t>
            </a:r>
          </a:p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B2B 영업·고객관리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63627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2일차 · 11/7(토) · 모듈 3·4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동양에이케이코리아 × 한국표준협회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 산업·일자리 전환 교육 · ReBuild 아카데미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시작하기 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에 입력하지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줄로 기억하기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기술·공정 비밀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도면·배합비·공정 조건·설비 파라미터·원가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고객·거래 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 이름·단가·계약 조건·클레임 원문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개인·인사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이름·연락처·사번·평가·급여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공시·재무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공시 전 실적·미확정 재무 수치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IT 보안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63436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63436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비밀번호·서버 주소·계정·내부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 화면의 제품명·수치·이름은 전부 가상의 값이거나 [빈칸]입니다 — 회사가 허용한 AI 서비스만 씁니다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모든 실습은 다섯 단계로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화면을 보며 따라 하고, 잘된 프롬프트는 빈칸째 저장합니다 — 첫 답은 초안, 두 번째 요청에서 쓸 만해집니다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복사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가상의 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표로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점검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이어서 던질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빈칸째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폴더에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· 모듈 3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커뮤니케이션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유형에 맞춘 이메일·제안 메시지와 해외 고객 영문 메일, FAQ·클레임 응대 흐름을 AI 로 만듭니다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고객 응대 자동화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받기 → 분류 → 초안 → 확인 → 발송·기록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는 분류와 초안까지 — 발송 버튼과 약속은 언제나 담당자가 누릅니다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받기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메일·전화·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메신저 문의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견적·납기·품질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·클레임·기타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초안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유형별 틀로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답장 초안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숫자·약속·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어조 점검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발송·기록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보내고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상담 기록에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고객 유형별 어조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내용, 다른 말투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고객 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중요하게 보는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메시지에 넣을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구매팀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단가·납기·조건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숫자·기한·근거 자료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개발·기술팀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사양·공차·소재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합금·형상·시험 결과 [빈칸]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안정 공급·리스크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요약 세 줄·다음 단계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해외 고객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명확한 조건·일정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짧은 문장·Incoterms·단위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프롬프트에 고객 유형과 관계를 한 줄 적으면 어조가 맞춰집니다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유형별 이메일 세 판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같은 사실, 다른 독자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상황 [다음 달 납기가 1주 늦어짐] 을 고객사 구매팀·개발팀·경영진에게 보낼 이메일 세 판으로 써줘. 판마다 제목, 본문 다섯 문장 이내, 고객이 해 줄 일을 넣고, 상황에 없는 원인·보상은 지어내지 말고 [빈칸] 으로 남겨줘.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판의 날짜·수량이 서로 같은지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7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유형별 이메일 세 판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사실은 한 번만 적기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판이 같은 사실에서 나와야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독자를 적어 주기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「구매팀 과장, 거래 5년」처럼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약속은 빈칸으로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보상·일정 약속은 사람이 정한다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이메일은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독자별로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해외 고객 영문 메일과 한국어 대조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영문 옆에 한국어 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해외 고객에게 보낼 영문 메일을 써줘. 내용은 [견적 회신 · 단가 USD/kg · 최소 주문량 · 리드타임 · Incoterms FOB]. 짧은 문장으로 쓰고, 문단마다 한국어 뜻을 바로 아래에 붙여줘. 숫자·단위는 원문 그대로 두고, 정해지지 않은 조건은 [TBD] 로 남겨줘.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회신을 붙여 넣고 요점·질문·답할 것 정리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8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해외 고객 영문 메일과 한국어 대조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한국어 뜻을 붙이기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보내기 전에 내가 무엇을 약속하는지 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단위와 조건을 고정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USD/kg · FOB · 리드타임 [주]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짧은 문장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상대도 번역기를 쓴다고 생각하기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영문 메일은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짧게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한국어 대조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자주 묻는 질문(FAQ) 답변 모음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근거 자료에 있는 것만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고객 문의 기록 [붙여 넣기] 에서 자주 나오는 질문을 묶어 FAQ 열 개를 만들어줘. 질문·답변·근거 자료·담당 부서 네 열 표로 주고, 답이 근거 자료에 없으면 '담당 부서 확인'으로 남겨줘.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답변의 수치·규격이 근거 자료와 맞는지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9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자주 묻는 질문(FAQ) 답변 모음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문의 기록에서 시작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고객이 실제로 묻는 말로 질문을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담당 부서 열 두기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영업이 답할 것과 넘길 것이 나뉜다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분기마다 다시 묶기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질문이 쌓이면 FAQ 를 고친다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FAQ 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실제 질문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근거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클레임 접수 응대와 처리 흐름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사실 확인 전에는 인정하지 않기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고객사 품질 클레임 [붙여 넣기] 에 보낼 1차 회신을 써줘. 접수 확인, 확인할 사실, 회신 일정만 담고, 원인 인정이나 보상 약속은 넣지 마. 이어서 접수 → 사실 확인 → 원인 분석 → 대책 회신 → 종결 다섯 단계 처리 흐름을 단계별 담당·기한 표로 만들어줘.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1차 회신에 원인 인정·보상 문구가 없는지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10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클레임 접수 응대와 처리 흐름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1차 회신은 빠르게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내용보다 '받았다'가 먼저다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인정은 사실 확인 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품질팀 확인 전에 원인을 말하지 않는다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흐름을 표로 공유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품질팀·생산팀과 같은 표를 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클레임은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빠른 접수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신중한 인정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3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구매팀·개발팀·경영진용 이메일 세 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한국어 뜻이 붙은 해외 고객 영문 메일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근거·담당 부서가 붙은 FAQ 열 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클레임 1차 회신과 다섯 단계 처리 흐름표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고객에게 나가는 글 네 종류가 빈칸째 저장된 프롬프트로 남습니다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· 모듈 4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견적·제안서 자동화 및 영업 고도화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알루미늄 제품 견적의 구조를 나눠 보고, 견적서·제안서를 AI 로 만들며 수주율을 높이는 점검 체계를 세웁니다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알루미늄 제품 견적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소재 + 가공 + 표면처리 + 물류 + 이윤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668274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무엇으로 정해지나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 포인트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소재비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중량 × (LME 시세 + 프리미엄) · 환율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시세 연동 수식·적용 기준일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가공비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압출·절단·가공 공정과 시간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공정별 표준 단가표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표면처리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아노다이징·도장 등 처리 면적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처리 종류별 단가 조회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포장·물류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포장 사양·운송 거리·조건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조건별 기본값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이윤·조건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63436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63436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목표 마진·결제 조건·유효 기간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3436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3436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승인 기준·유효 기간 자동 표기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숫자는 엑셀 수식이 계산하고, AI 는 구조 설명과 문서 초안을 맡습니다 — 단가는 언제나 [빈칸]에서 시작합니다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견적 → 제안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요청 정리 → 계산 → 견적서 → 제안서 → 점검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요청을 표로 정리하는 첫 단계가 가장 많이 틀립니다 — 빠진 사양부터 묻게 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요청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사양·수량·납기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빠진 것 질문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엑셀 견적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계산표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견적서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조건·유효 기간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 초안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제안서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과제와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우리 해법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점검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숫자·조건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체크리스트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 요청을 사양 표로 정리하고 빠진 것 묻기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모르는 사양은 질문으로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고객 견적 요청 메일 [붙여 넣기] 을 사양 표(품명·합금·형상·치수·수량·표면처리·납기·납품 장소)로 정리해줘. 메일에 없는 항목은 비워 두고, 그 항목을 고객에게 물어볼 질문 메일 초안을 함께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표의 값이 전부 메일 원문에 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 요청을 사양 표로 정리하고 빠진 것 묻기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 칸을 미리 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칸이 정해져야 빠진 것이 보인다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비운 칸은 질문으로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추측한 사양으로 견적하지 않는다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원문 인용으로 대조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 옆에 메일 구절을 붙여 보기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견적 요청은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표로 정리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빈칸은 질문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견적 계산표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단가는 빈칸, 수식은 보이게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알루미늄 압출 부품 견적 계산표를 엑셀로 만들 수 있게 설계해줘. 열은 [중량·소재 단가·가공비·표면처리비·포장물류비·이윤율·견적 단가] 로 하고, 칸마다 들어갈 엑셀 수식과 입력 칸·계산 칸 구분을 표로 줘. 단가 값은 지어내지 말고 [빈칸] 으로 둬.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시세가 5% 오를 때 견적 단가 변화 칸 추가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견적 계산표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입력과 계산을 나누기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입력 칸만 색을 칠한다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시세 기준일 칸 두기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언제 시세로 계산했는지 남긴다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수식은 엑셀이 계산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낸 숫자를 그대로 쓰지 않는다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견적표는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입력 칸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보이는 수식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과제 중심 제안서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고객의 과제에서 시작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고객 정보 [고객 과제·현재 문제·요구 일정] 로 제안서 초안 목차와 본문을 써줘. 목차는 고객 과제 → 우리 해법 → 품질·공급 근거 → 일정 → 견적 요약 → 다음 단계 순서로 하고, 근거 자료가 없는 주장에는 [근거 자료] 빈칸을 붙여줘.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근거 빈칸이 남은 주장을 그대로 내보내지 않았는지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13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과제 중심 제안서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우리 자랑으로 시작하지 않기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장은 고객의 과제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주장마다 근거 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시험 성적·납품 실적은 사람이 채운다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견적은 요약만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상세 단가는 견적서로 따로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제안서는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과제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→ 우리 해법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견적·제안서 점검표와 수주·실주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실주 이유를 데이터로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견적서·제안서를 보내기 전 점검표를 열 개 항목으로 만들어줘(숫자·단위·유효 기간·조건·오탈자 등). 이어서 아래 지난 견적 결과 표 [수주·실주·이유] 로 실주 이유를 묶어 건수 표를 만들고, 수주율을 높일 방법 세 가지를 데이터 근거와 함께 제안해줘.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제안한 방법이 실제 실주 이유와 이어지는지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14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견적·제안서 점검표와 수주·실주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보내기 전 점검표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숫자·단위·유효 기간이 가장 많이 틀린다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실주 이유를 기록하기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기록이 없으면 분석도 없다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방법은 이유와 짝으로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가격 때문이면 가격 근거 자료를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수주율은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점검표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실주 기록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4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빠진 사양을 묻는 견적 요청 정리표와 질문 메일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입력·계산 칸이 나뉜 엑셀 견적 계산표 설계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과제에서 시작하는 제안서 초안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보내기 전 점검표와 실주 이유 분석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견적과 제안이 사람마다 다르던 일이 같은 틀로 모였습니다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로 견적서 초안을 만들 때 가장 알맞은 방법은?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AI 가 제시한 단가를 그대로 쓴다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② 단가는 [빈칸]으로 두고 엑셀 수식으로 계산한다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③ 비슷한 고객의 단가를 AI 에 추정하게 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④ 유효 기간은 생략한다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단가는 시세·환율·공정에 따라 달라지고 회사의 결정입니다. AI 는 구조와 문서 초안을 맡고, 숫자는 엑셀 수식이 계산하며 사람이 승인합니다.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