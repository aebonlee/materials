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5-4 · Spark DataFrame과 SparkSQL 데이터 가공 · 이론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301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00" b="1" spc="-302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DataFrame과 SparkSQL 동작 원리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41629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API 와 SQL 이 같은 곳으로 수렴하는 이유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PySpark DataFrame 문법을 Pandas 문법과 짝지어 말할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API 와 SQL 이 같은 실행 계획으로 번역되는 흐름을 설명한다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F.col 로 컬럼을 가리키고, 조인 키를 문자열로 주는 이유를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조인 how 다섯 가지와 두 조인 방식이 정해지는 기준을 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1.5H 실습에서 orders·products 두 표로 조인·집계까지 직접 해 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분산된 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Pandas 와 PySpark — 이름이 거의 그대로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60426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Pandas (3주차)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PySpark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457200"/>
          </a:xfrm>
          <a:prstGeom prst="roundRect">
            <a:avLst>
              <a:gd name="adj" fmla="val 833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열 고르기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6042660" cy="457200"/>
          </a:xfrm>
          <a:prstGeom prst="roundRect">
            <a:avLst>
              <a:gd name="adj" fmla="val 8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df[['a','b']]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24160" y="3448050"/>
            <a:ext cx="6720840" cy="457200"/>
          </a:xfrm>
          <a:prstGeom prst="roundRect">
            <a:avLst>
              <a:gd name="adj" fmla="val 8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9410" y="3448050"/>
            <a:ext cx="65303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df.select("a", "b")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3981450"/>
            <a:ext cx="3162300" cy="457200"/>
          </a:xfrm>
          <a:prstGeom prst="roundRect">
            <a:avLst>
              <a:gd name="adj" fmla="val 833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398145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조건 필터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981450"/>
            <a:ext cx="6042660" cy="457200"/>
          </a:xfrm>
          <a:prstGeom prst="roundRect">
            <a:avLst>
              <a:gd name="adj" fmla="val 8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398145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df[df.a &gt; 10]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24160" y="3981450"/>
            <a:ext cx="6720840" cy="457200"/>
          </a:xfrm>
          <a:prstGeom prst="roundRect">
            <a:avLst>
              <a:gd name="adj" fmla="val 8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9410" y="3981450"/>
            <a:ext cx="65303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df.filter(F.col("a") &gt; 10)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514850"/>
            <a:ext cx="3162300" cy="457200"/>
          </a:xfrm>
          <a:prstGeom prst="roundRect">
            <a:avLst>
              <a:gd name="adj" fmla="val 833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51485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파생 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514850"/>
            <a:ext cx="6042660" cy="457200"/>
          </a:xfrm>
          <a:prstGeom prst="roundRect">
            <a:avLst>
              <a:gd name="adj" fmla="val 8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51485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df.assign(c=…)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24160" y="4514850"/>
            <a:ext cx="6720840" cy="457200"/>
          </a:xfrm>
          <a:prstGeom prst="roundRect">
            <a:avLst>
              <a:gd name="adj" fmla="val 8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9410" y="4514850"/>
            <a:ext cx="65303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df.withColumn("c", …)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048250"/>
            <a:ext cx="3162300" cy="457200"/>
          </a:xfrm>
          <a:prstGeom prst="roundRect">
            <a:avLst>
              <a:gd name="adj" fmla="val 833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04825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그룹 집계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048250"/>
            <a:ext cx="6042660" cy="457200"/>
          </a:xfrm>
          <a:prstGeom prst="roundRect">
            <a:avLst>
              <a:gd name="adj" fmla="val 8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04825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df.groupby('g').agg(…)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24160" y="5048250"/>
            <a:ext cx="6720840" cy="457200"/>
          </a:xfrm>
          <a:prstGeom prst="roundRect">
            <a:avLst>
              <a:gd name="adj" fmla="val 8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9410" y="5048250"/>
            <a:ext cx="65303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df.groupBy("g").agg(…)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581650"/>
            <a:ext cx="3162300" cy="457200"/>
          </a:xfrm>
          <a:prstGeom prst="roundRect">
            <a:avLst>
              <a:gd name="adj" fmla="val 833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58165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5581650"/>
            <a:ext cx="6042660" cy="457200"/>
          </a:xfrm>
          <a:prstGeom prst="roundRect">
            <a:avLst>
              <a:gd name="adj" fmla="val 8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8650" y="558165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a.merge(b, on='k')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24160" y="5581650"/>
            <a:ext cx="6720840" cy="457200"/>
          </a:xfrm>
          <a:prstGeom prst="roundRect">
            <a:avLst>
              <a:gd name="adj" fmla="val 8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9410" y="5581650"/>
            <a:ext cx="65303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a.join(b, on="k")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115050"/>
            <a:ext cx="3162300" cy="457200"/>
          </a:xfrm>
          <a:prstGeom prst="roundRect">
            <a:avLst>
              <a:gd name="adj" fmla="val 833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11505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정렬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43400" y="6115050"/>
            <a:ext cx="6042660" cy="457200"/>
          </a:xfrm>
          <a:prstGeom prst="roundRect">
            <a:avLst>
              <a:gd name="adj" fmla="val 8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38650" y="611505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df.sort_values('a')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424160" y="6115050"/>
            <a:ext cx="6720840" cy="457200"/>
          </a:xfrm>
          <a:prstGeom prst="roundRect">
            <a:avLst>
              <a:gd name="adj" fmla="val 8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9410" y="6115050"/>
            <a:ext cx="65303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df.orderBy("a")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6648450"/>
            <a:ext cx="3162300" cy="457200"/>
          </a:xfrm>
          <a:prstGeom prst="roundRect">
            <a:avLst>
              <a:gd name="adj" fmla="val 833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664845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보기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43400" y="6648450"/>
            <a:ext cx="6042660" cy="457200"/>
          </a:xfrm>
          <a:prstGeom prst="roundRect">
            <a:avLst>
              <a:gd name="adj" fmla="val 8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38650" y="664845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df.head()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424160" y="6648450"/>
            <a:ext cx="6720840" cy="457200"/>
          </a:xfrm>
          <a:prstGeom prst="roundRect">
            <a:avLst>
              <a:gd name="adj" fmla="val 8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519410" y="6648450"/>
            <a:ext cx="65303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df.show()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엑셀 시트가 여러 컴퓨터에 조각조각 나뉘어 있다 — 표 전체를 다루듯 쓰고, 조각 처리는 Spark 가 맡는다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다른 점은 지연 평가(action 을 불러야 실행)와 F.col(…) 로 컬럼을 가리킨다는 것 정도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이론 1H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수렴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API 든 SQL 이든 — 같은 논리 계획으로 번역된다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API · 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입력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한국어·영어 주문서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논리 계획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계획으로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번역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Catalyst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옵티마이저가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최적화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물리 계획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Join · Exchange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HashAggregate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explain() 이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사실상 같다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한국어로 말하든 영어로 말하든 같은 주문서가 주방에 전달된다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그래서 성능 차이가 아니라 표현의 취향·상황 문제 — 오늘 explain() 출력을 직접 대조합니다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이론 1H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수렴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API 와 SQL — 언제 무엇을 고를까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DataFrame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여러 단계를 변수로 이어 붙이는 파이프라인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중간 결과에 이름을 붙여 재사용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함수로 쪼개기 쉬워 단위 테스트에 유리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3주차 Pandas 감각이 그대로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분석가와 공유하는 집계 · 한눈에 읽히는 쿼리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문장으로 읽히는 집계 로직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실무에서는 한 스크립트에 섞어 쓴다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3-4 의 DuckDB↔Pandas 왕복과 같은 발상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컬럼 가리키기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컬럼을 가리키는 세 가지 방법 — F.col 이 기본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(1) F.col("amount") &gt; 100000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가장 안전 — 권장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(2) df["amount"] &gt; 100000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DataFrame 소속임이 분명 — 조인 뒤 같은 이름이 양쪽에 있을 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(3) "amount &gt; 100000"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SQL 문자열 — 짧고 읽기 좋다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기본값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F.col(…)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from pyspark.sql import functions as F — 파일 첫 줄에 한 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조인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조인 how 다섯 가지 — 무엇이 남는가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57226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남는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inner (기본)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양쪽 다 있는 키만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24160" y="34480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9410" y="34480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한쪽에 없으면 행이 사라진다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left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1719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1719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왼쪽 전부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24160" y="41719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9410" y="41719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파이프라인의 기본 선택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right / full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8958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8958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오른쪽 / 양쪽 전부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24160" y="48958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9410" y="48958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left_anti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6197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56197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오른쪽에 없는 왼쪽 행만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24160" y="56197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9410" y="56197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「매칭 안 된 것 찾기」에 유용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left_semi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0" y="63436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8690" y="63436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오른쪽에 있는 왼쪽 행만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24160" y="63436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9410" y="63436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컬럼은 왼쪽 것만 남는다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오른쪽 키가 중복이면 행이 늘고 합계가 부풀려진다 — Spark 에는 validate 옵션이 없으니 조인 전후 count() 를 직접 비교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이론 1H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조인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조인에서 컬럼이 충돌할 때 — 두 가지 처방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키를 문자열로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결과에 product_id 가 한 번만 남는다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on="product_id" — 같은 이름일 때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a["pid"] == b["product_id"] — 다른 이름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이름이 다르면 두 컬럼이 다 남는다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별칭(alias)으로 출처를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이름이 양쪽에 있을 때 o. · p. 로 구분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ao, bo = a.alias("o"), b.alias("p")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F.col("o.pid") == F.col("p.product_id")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select("o.pid", "p.name") 로 출처 명시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5. 조인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조인 방식은 Spark 가 추정한 크기로 정한다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Broadcast Hash Join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한쪽이 작다고 Spark 가 알 때(기본 10MB 이하)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작은 쪽을 모든 노드에 복사 — 조인 쪽 셔플 없음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 에서 읽은 표는 크기를 알아 힌트 없이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F.broadcast(products) 로 「작다」고 알려 준다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Sort Merge Join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양쪽 다 크거나 — 크기를 모를 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양쪽을 키로 재배치 — 조인 양쪽에 Exchange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createDataFrame 표는 크기를 몰라 아주 크다고 본다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 줄짜리 products 도 여기로 간다(실측)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PySpark 의 DataFrame 문법은 Pandas 와 거의 같은 이름이다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API 와 SQL 은 같은 논리 계획으로 번역된다 — 취향·상황으로 고른다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컬럼은 F.col 로 가리키는 것이 가장 안전하다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조인 키를 문자열로 주면 중복 컬럼이 안 생긴다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조인 후에는 행 수를 직접 확인한다 — Spark 에는 validate 가 없다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조인 방식은 추정 크기로 정해진다 — 모르면 F.broadcast 로 알려 준다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이론 1H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5-4 · 이론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DataFrame API 실습 (1.5H)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orders·products 두 표를 만들어 타입 변환 → 조인 → 파생 → 필터 → 집계 → 윈도까지 체인으로 잇고 explain() 을 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createDataFrame 으로 orders 5행 · products 3행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to_date 로 타입 바로잡기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join → withColumn → filter → groupBy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explain() — SortMergeJoin 과 F.broadcast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실습점검으로 클러스터 켜기 · bash lake-pyspark.sh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