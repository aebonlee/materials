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4교시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작업·공정 조건별 영향도 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온도·로트·교대·습도를 같은 조건끼리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 싶은 조건 하나만 다른 짝을 찾아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조건의 영향 크기를 %p 와 상관계수로 표에 담는다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크기 순 정리와 반론 점검을 맡기고 숫자를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여러 일이 8월에 함께 일어났습니다 — 무엇이 얼마나인지 가립니다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조건끼리 비교 — 짝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 싶은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짝 지을 두 무리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같게 맞춘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PM(온도편차)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PM 전 vs 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시기(8월)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433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433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PM 전 vs 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대조군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3870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3870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L-0809 vs 다른 로트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대조군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로트가 주원인?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53402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53402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L-0809 vs L-0821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PM 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2293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2293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설비 주간 vs 야간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· 기간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9246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9246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만의 상관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문제 없는 설비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실험실처럼 조건을 바꿀 수 없으니, 쌓인 데이터 안에서 짝을 찾는다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— 온도편차와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온도편차가 커지고 불량률이 뛰었다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온도편차 전→후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 전→후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(대조)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6.7 → 6.5°C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2.31 → 2.49%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+0.18%p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 → 16.6°C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 → 6.5%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+4.39%p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8월이라는 시기 영향은 약 0.18%p · 나머지 약 4.2%p 는 SF-02 변화와 함께 · r 0.95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원료 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는 부원인 후보 — 작지만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문제가 없는 설비에서 로트끼리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다른 로트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2.24~2.35%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로트 교체 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로트를 바꿔도 내려가지 않았다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42630" y="4838700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95030" y="4838700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42630" y="5400675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95030" y="5400675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022330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02233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42630" y="5962650"/>
            <a:ext cx="5854720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95030" y="5962650"/>
            <a:ext cx="554992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아님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교대와 습도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작은 영향과 가짜 상관 걸러내기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교대(야간)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+0.25%p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+0.30%p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합치면 r 0.21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 r 0.11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성형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0.80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1.31%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숙련도는 추정 — 냉간 재시작(온도편차)도 후보 · 습도는 성형의 별개 과제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결과물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조건별 영향도 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5242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영향 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온도편차(SF-02 PM 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+4.39%p · r 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후보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 후보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교대(야간)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+0.25~0.30%p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상시 영향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r 0.11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가짜 상관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성형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0.80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24460" y="63436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19710" y="63436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별개 과제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오후 5교시 잠재 원인 후보군 도출의 입력이 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AI 로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맡길 때 함께 요청할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크기 순 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 · 조건 · 근거 숫자 · 비교 방법 ·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표의 숫자만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 계산한 값은 계산식을 함께 — 한 글자씩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교란 짚기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기간과 PM 시점처럼 시기가 겹친 조합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반론 점검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판정이 틀렸다면 어떤 데이터가 나와야 하나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영향을 SF-02 에서 재면 속는다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에서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L-0809 기간이 PM 시점과 겹쳐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이전 로트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2.03~2.11%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로트가 주원인?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에서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시기가 정해진 조건은 대조군에서 잰다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L-0809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563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1803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다른 로트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6563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1803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2.24~2.35%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6563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1803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+0.4~0.5%p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조건마다 무엇을 같게 맞췄는지 비교 방법을 적었다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6.0 → 16.6°C · +4.39%p, 대조 SF-01 +0.18%p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로트는 SF-01 에서 재고, SF-02 L-0821 6.61% 반증을 적었다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차이를 숙련도 탓으로 단정하지 않았다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습도는 소결엔 가짜 상관, 성형엔 별개 과제로 나눴다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잠재 원인 후보군 도출 (5교시)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오전의 단서를 모아 AI 와 함께 원인 후보를 넓게 펼치고, 오후 내내 분류·검증합니다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 특성요인도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 불량 유형 층별표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 타임라인과 가설 문장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 조건별 영향도 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조건별 영향도 표와 반론 점검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