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3교시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평가 기준 수립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효과·비용·기간·위험·수용성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기준을 먼저 합의하고 점수는 나중에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기준이 이번 사례에서 무엇을 재는지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기준마다 1~5점 앵커 문장을 갖춘 채점 기준표를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낮을수록 좋은 기준을 뒤집고 근거 있게 가중치를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채점 기준표 + 가중치 — 4교시 가중 평가의 잣대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기준과 기본 가중치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질문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893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원인을 얼마나 직접 없애나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높을수록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돈·인력이 얼마나 드나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낮을수록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실행기간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효과까지 얼마나 걸리나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짧을수록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893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실패·부작용 가능성과 피해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624560" y="56197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9810" y="56197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낮을수록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현장수용성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현장이 받아들이고 지키나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624560" y="63436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9810" y="63436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높을수록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07_improvement_workbook.xlsx · 3_대안평가매트릭스 머리글 그대로 — 합 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점수는 언제나 「높을수록 좋다」로 통일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방향을 섞으면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대안에 비용 5점 → 가중합계에서 위로 올라간다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 큼 = 5점 (틀림)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 큼 = 5점 (틀림)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거꾸로 나온다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방향을 뒤집으면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기준에서 5점 = 바람직한 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비용: 5 = 저비용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실행기간: 5 = 짧음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위험도: 5 = 안전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기준의 뜻을 우리 사례로 좁히기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를 PM 전 수준(불량률 2.11%, OEE 82.8%)으로 되돌리는 기여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 · 실행기간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추가 구매·용역·인력 / 착수부터 효과 확인까지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 · 현장수용성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시행 중 생산 차질·사고 가능성 / 작업 부담과 관행 충돌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효과의 근거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6.0 → 16.6°C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앵커 문장 — 「이런 경우가 몇 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338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338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338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863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주원인 직접 제거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부원인·재발 피해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데이터로 확인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338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863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인력·양식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예산 안 구매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투자 승인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실행기간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338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863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 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3개월 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6개월 이상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위험도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8338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863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되돌리기 쉬움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917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일시 생산 차질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품질·안전 사고 가능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0022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8117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현장수용성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83380" y="63436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78630" y="63436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현장이 원하던 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63436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9170" y="63436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교육·습관 변화 필요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824460" y="63436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19710" y="63436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크게 늘어 반발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2점·4점은 사이 값 · 실행기간은 2점 = 6개월 안, 4점 = 1개월 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프롬프트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채점 기준표 초안 프롬프트의 핵심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역할과 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평가를 운영해 본 품질경영 전문가 · 교정 누락 문제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방향 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기준에서 5점 = 바람직 — 이 문장을 빼면 AI 도 섞는다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관찰 가능한 표현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명이 같은 점수를 줄 만큼 구체적으로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금액 대신 결재 수준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인력으로 가능 · 부서 예산 안 · 별도 승인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정할 때의 세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861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7338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8004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14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대안을 보기 전에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나서 정하면 마음에 드는 대안에 맞추게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339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5339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7815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8482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6291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기준 50% 이상은 피한다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기준 하나로 정하는 셈 — 차라리 먼저 거른다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5816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5816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8293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8959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6769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것을 두 번 재지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비용과 투입 인력을 따로 두면 이중 계산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기본값 30/20/20/15/15 에서 바꿨다면 이유 한 줄 — 그대로 보고서 문장이 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 칸에 「비쌀수록 5점」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머리글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「비용(20%)」뿐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 큼 =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 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머리글에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5=저비용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머리글을 「비용(20%, 5=저비용)」으로 바꿔 두면 회의 때마다 생기는 혼선이 사라진다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45분이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기준 모두 1·3·5점 앵커 문장이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비용·실행기간·위험도는 5점 = 저비용·짧음·안전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 100%, 바꿨다면 이유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점수 매기기 전에 확정했다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3교시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대안별 우선순위화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기준표대로 점수를 매기고 가중합·RANK 로 순위를 낸 뒤, 효과 추정과 민감도로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각자 채점하고 합의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가중합계·RANK 로 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회복 효과를 Excel 로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흔들어 1위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채점 기준표와 확정한 가중치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