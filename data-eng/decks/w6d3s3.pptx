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6-3 · Producer / Consumer 애플리케이션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코드를 리뷰하고, 6-4 CDC 를 위한 준비를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빠뜨리면 무슨 일이 나는지 여섯 가지를 코드 리뷰 표로 점검한다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체크리스트를 스스로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6-4 CDC 에 필요한 kafka·MySQL 상태를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누적 집계가 재시작하면 0 이 되는 문제 — 상태를 어디에 둘 것인가가 다음 주의 질문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코드로 옮기며 확인한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produce() 는 버퍼에 넣을 뿐 — flush() 없이 끝내면 사라진다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delivery report 로 건별 성공을, 키 지정으로 같은 파티션을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오프셋 커밋 덕에 같은 그룹은 이어읽고, 새 그룹은 처음부터 읽는다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수동 커밋은 유실을 막지만 중복을 남긴다 — 그래서 멱등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LAG 은 Consumer 가 꺼지면 쌓이고 켜면 0 으로 줄어든다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코드 리뷰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빠뜨리면 무슨 일이 —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빠뜨리면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무슨 일이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고치는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버퍼에 남은 메시지 유실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try/finally 로 감싸기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poll(0)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433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433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콜백이 안 불림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433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433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루프 안에서 주기적으로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close()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3870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3870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리밸런싱이 늦어짐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3870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3870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finally 에서 호출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 지정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53402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53402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 보장 안 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53402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53402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순서가 필요한 단위를 키로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오류 확인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2293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2293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조용히 넘어감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2293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2293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msg.error() 검사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멱등한 수신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9246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9246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재시도 시 중복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69246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9450" y="69246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UNIQUE 제약이나 MERGE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producer.py · consumer.py 를 열어 이 여섯 줄이 있는지 확인해 보세요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정리·회고 0.5H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produce() 가 버퍼에 넣는 것뿐이라는 것을 이해했다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delivery report 로 전송 성공을 메시지 단위로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 를 빼고 실행해 유실을 직접 확인해 봤다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acks 세 가지의 차이를 설명할 수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키가 같은 파티션으로 가는 것을 코드 출력으로 확인했다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 재시작 시 이어읽기, 그룹 이름 변경 시 처음부터를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수동 커밋으로 바꿔 실패 시 커밋되지 않는 것을 봤다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LAG 이 쌓이고 줄어드는 것을 kafka-consumer-groups.sh 로 관찰했다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오류 없이 끝났는데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일부(또는 전부)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flush() 없이 종료 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버퍼가 전송되지 못함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종료 직전 p.flush()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try/finally 로 감싸기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 가 조용함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reset 기본값 latest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 이름 오타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earliest + 새 group.id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--list 로 이름 대조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Connection refused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 오류(kafka:29092)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내려감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호스트는 localhost:9092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수동 커밋이 같은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메시지에서 막힘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항상 실패하는 메시지를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무한 재시도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재시도 횟수 넘으면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DLQ 로 보내고 커밋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호스트 코드에 kafka:29092 를 쓰면 그 이름을 DNS 에서 찾지 못한다 — 6-2 의 리스너 2계층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Producer 를 여러 개 띄워도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됩니다 — 순서는 파티션 안에서만 보장되므로 같은 키를 여러 Producer 가 보내면 섞일 수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 가 처리하는 동안 새 메시지는?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버퍼에 쌓인다 — 처리가 느리면 LAG 이 커지고, 그때는 파티션과 컨슈머를 늘린다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JSON 말고 다른 형식은?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Avro·Protobuf — 스키마를 강제해 「필드 이름 오타」 같은 문제를 막는다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누적 집계를 제대로 하려면?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상태를 외부에 저장하거나 Kafka Streams·Spark Structured Streaming 같은 도구를 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차시(6-4)를 위한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가 떠 있으면 된다 — MySQL 은 새로 띄운다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2주차 MySQL 컨테이너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-a | grep -E "de-mysql|mysql"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6-2 compose 상태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~/data-eng/week6 → docker compose ps — kafka 가 떠 있으면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6-4 에서 추가할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과 Debezium Connect 를 6-4 compose 에 추가 — 2주차 de-mysql 은 그대로 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binlog 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 8.0 기본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ON · ROW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6-4 · CDC(Debezium) 실시간 캡처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CDC 개념·binlog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Debezium 아키텍처·스냅숏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2.5H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커넥터 구축 +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변경 이벤트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이벤트 구조 정리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체크리스트·질의응답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6-2 compose 기동 상태 · MySQL 을 같은 compose 네트워크에 컨테이너로 추가 — 별도 설정 없이 CDC 가능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정리·회고 0.5H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6-3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6-4 CDC(Debezium)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애플리케이션 코드를 한 줄도 고치지 않고, DB 가 이미 남기는 변경 기록(binlog)을 Kafka 로 흘려보냅니다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 기반 CDC 가 폴링보다 나은 이유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Debezium Connect 기동 · REST 로 커넥터 등록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before / after / op 구조 읽기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INSERT·UPDATE·DELETE 이벤트 검증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6-2 compose 기동 · MySQL 컨테이너 추가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