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실시간 데이터와 Kafka · 실습 2.5H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핵심 구조와 첫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토픽·파티션·오프셋을 잡고, 브로커를 띄워 첫 메시지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브로커·토픽·파티션·오프셋을 우체국 비유로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로 KRaft 단일 브로커 Kafka 를 기동한다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로 토픽을 만들고 메시지를 보내고 받는다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읽어도 사라지지 않는 것과 「같은 키 = 같은 파티션」을 눈으로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kafka 컨테이너와 hello-stream 토픽은 개념용 — 6-2 부터 compose 로 정식 구성합니다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기본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우체국으로 한 번에 — 편지는 읽어도 사라지지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편지를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부치는 사람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토픽(Topic)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종류별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사서함 벽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파티션(Partition)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개별 사서함 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많을수록 동시에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Consumer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사서함을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확인하러 오는 사람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 = 우체국 건물 · 오프셋 = 파티션 안 일련번호 · KRaft = ZooKeeper 없이 스스로 메타데이터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큐와 다른 점 하나 — Kafka 의 편지는 보존 기간 동안 그대로 남아, 여러 부서(컨슈머 그룹)가 각자 자기 속도로 같은 편지를 읽는다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기본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순서는 파티션 안에서만 보장된다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 → 언제나 같은 파티션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키의 해시로 정해진다 — 한 파티션 안에서는 넣은 순서대로 읽힌다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파티션이 여러 개면 전체 순서는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파티션끼리는 독립 — 「주문 ID별 순서」가 필요하면 주문 ID 를 키로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안 주면 라운드로빈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골고루 흩어진다 — 순서가 필요 없을 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전체 순서가 꼭 필요하면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1개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병렬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대부분의 업무는 「같은 대상 안에서의 순서」만 필요 — 키를 잘 고르는 것이 설계 · Spark 파티션처럼 병렬 처리의 단위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~/data-eng/week6 에서 docker exec 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 두 개를 씁니다 — 하나는 Consumer 를 켜 두고, 다른 하나에서 Producer 로 입력합니다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apache/kafka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3.7.0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토픽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hello-stream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3·4. 송수신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재시작해도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남아 있나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키·오프셋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파티션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미니 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1개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기동 · 확인 · 토픽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-d --name kafka -p 9092:9092 apache/kafka:3.7.0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떴는지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--filter name=kafka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준비됐는지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logs kafka | grep -i "kafka server started"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토픽 만들기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kafka-topics.sh --create --topic hello-stream --partitions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토픽 상세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kafka-topics.sh --describe --topic hello-stream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CLI 는 컨테이너 안 /opt/kafka/bin — 앞에 docker exec kafka /opt/kafka/bin/ 과 --bootstrap-server localhost:9092 를 붙인다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3~6단계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보내기 · 읽기 · 키 · 오프셋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64545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6454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Consumer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456" y="2781300"/>
            <a:ext cx="1435654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0856" y="2781300"/>
            <a:ext cx="140517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kafka-console-consumer.sh --topic hello-stream --from-beginning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64545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6454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456" y="3429000"/>
            <a:ext cx="1435654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0856" y="3429000"/>
            <a:ext cx="140517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kafka-console-producer.sh --topic hello-stream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64545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6454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 함께 보내기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456" y="4076700"/>
            <a:ext cx="1435654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0856" y="4076700"/>
            <a:ext cx="140517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parse.key=true --property key.separator=: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64545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6454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키·파티션 출력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456" y="4724400"/>
            <a:ext cx="1435654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0856" y="4724400"/>
            <a:ext cx="140517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print.key=true --property print.partition=true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64545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6454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오프셋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456" y="5372100"/>
            <a:ext cx="1435654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0856" y="5372100"/>
            <a:ext cx="140517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kafka-get-offsets.sh --topic hello-stream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console producer 는 한 줄이 메시지 하나 · A:첫 번째 / A:두 번째 / B:다른 키 / A:세 번째 순으로 입력해 본다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3~6단계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확인 포인트 — 오늘의 핵심 관찰은 4단계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터미널 2 입력이 터미널 1 에 곧바로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Producer 한 줄 = 메시지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Consumer 를 끄고 --from-beginning 으로 다시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아까 읽은 메시지가 다시 전부 나온다 — 읽어도 사라지지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5. 키 A 의 세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같은 파티션 번호, 입력한 순서 그대로 — B 는 다른 파티션일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6. hello-stream:0:N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보내고 다시 실행하면 N 이 늘어난다 — 오프셋은 일련번호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--from-beginning 을 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지금부터만 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보낸 것만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replication-factor 2 로 먼저 만들어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「복제본 없음」이 무슨 뜻인지 실패로 확인합니다 — 기동 직후 CLI 를 바로 치면 Connection refused 도 함께 보게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factor 2 로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--replication-factor 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hello-stream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만들어지지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메시지를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읽어 본다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브로커 1대 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복제본 둘 곳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factor 1 로 다시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운영은 브로커 3대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2.5시간이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의 STATUS 가 Up · PORTS 에 0.0.0.0:9092-&gt;9092/tcp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에 PartitionCount: 3 · Partition 0/1/2 · Leader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 2 에 입력한 문장이 터미널 1 에 곧바로 나타난다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를 --from-beginning 으로 다시 켜면 이전 메시지가 전부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A 의 세 메시지가 같은 파티션에, 입력한 순서대로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kafka-get-offsets.sh 의 hello-stream:0:N 이 보낼수록 늘어난다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실습 2.5H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실습 2.5H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용어를 우체국 비유로 한 장에 정리하고, 6-2 클러스터 구성을 위한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용어 8개 · CLI 명령 7개 요약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 kafka · 이미지는 남기기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 8GB 이상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kafka-get-offsets.sh 가 찍은 파티션별 오프셋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