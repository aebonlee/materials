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7-1 · LangChain 챗봇 기초 · 이론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383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700" b="1" spc="-324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LLM API와 LangChain 아키텍처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498592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LLM 을 부르는 법과 LangChain 의 역할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LLM API 호출 구조와 LangChain 의 역할을 설명할 수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LLM 의 세 가지 한계와 RAG 가 푸는 방법을 말할 수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ChatModel · 템플릿 · 파서 · 체인 네 부품의 역할을 구별한다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대화 기억이 모델이 아니라 이력 재전송에서 온다는 것을 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1.5H 실습에서 모델이 모르는 것을 일부러 물어 환각을 직접 확인합니다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7-1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이번 주의 지도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오늘은 「LLM 답변 생성」 조각만 — 금요일에 전체를 잇는다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7-1 오늘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LLM 호출과 대화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우리 데이터 없음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7-2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문서를 잘라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청크로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7-3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청크를 벡터로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Qdrant 에 저장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7-4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MinIO 문서 →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임베딩 → Qdrant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7-5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키워드 + 벡터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하이브리드 검색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6주차까지 모으고 옮기고 저장한 데이터를, 이번 주에는 사람이 말로 물어볼 수 있게 만든다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오늘은 아직 우리 데이터를 쓰지 않는다 — 모델이 아는 것만으로 답하는 상태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7-1 · 이론 1H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LLM 은 무엇을 하는가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「다음에 올 말」을 예측하는 모델 — 그리고 세 가지 한계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857500"/>
            <a:ext cx="47625" cy="90297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09943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16611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95275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아주 많은 글을 읽고 다음 말을 예측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우리는 API 로 프롬프트(질문)를 보내고 생성된 답을 받는다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389382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3893820"/>
            <a:ext cx="47625" cy="90297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13575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20243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398907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한계 ① 학습 시점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학습한 시점까지의 내용만 안다 — 그 뒤의 일이나 우리 회사 내부 문서는 모른다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493014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4930140"/>
            <a:ext cx="47625" cy="90297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02539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한계 ② 환각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모르는 것을 「모른다」고 하지 않고 그럴듯하게 지어내는 경향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596646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5966460"/>
            <a:ext cx="47625" cy="90297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20839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27507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06171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한계 ③ 컨텍스트 창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번에 처리할 수 있는 글의 양에 한계가 있다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00278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" y="7002780"/>
            <a:ext cx="47625" cy="90297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28750" y="724471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8750" y="731139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709803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셋을 푸는 방법이 RAG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답할 근거를 찾아서 함께 넣어 주는 것 — 이번 주 나머지 나흘의 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7-1 · 이론 1H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LLM 은 무엇을 하는가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파인튜닝과 RAG — 다른 문제를 푼다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파인튜닝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모델을 우리 데이터로 학습시킨다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모델 자체를 다시 학습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말투·형식을 바꾸는 것이 목적일 때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이번 주에는 다루지 않는다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RAG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답할 때 근거를 찾아 넣어 준다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모델은 그대로, 프롬프트에 근거를 얹는다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문서가 자주 바뀌거나 출처를 밝혀야 할 때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이번 주가 다루는 방법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7-1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3. LangChain 이 대신해 주는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어댑터이자 조립 블록 — prompt | llm | parser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16890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1689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PromptTemplate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516890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49022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질문의 틀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{question} 빈칸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33095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59550" y="2781300"/>
            <a:ext cx="516890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9550" y="2781300"/>
            <a:ext cx="51689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ChatModel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59550" y="3657600"/>
            <a:ext cx="516890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92900" y="3657600"/>
            <a:ext cx="49022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LLM 호출을 감싼 객체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invoke() 한 가지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174750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976100" y="2781300"/>
            <a:ext cx="516890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976100" y="2781300"/>
            <a:ext cx="51689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OutputParser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976100" y="3657600"/>
            <a:ext cx="516890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109450" y="3657600"/>
            <a:ext cx="49022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응답 객체에서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원하는 형태만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LCEL 체인 — 컨베이어 벨트처럼 앞의 출력이 뒤의 입력이 된다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여행용 멀티어댑터처럼 OpenAI 든 Ollama 든 같은 코드 모양(invoke)으로 부른다 — 파이프(|)는 1-1 셸 파이프와 같은 발상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7-1 · 이론 1H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3. LangChain 이 대신해 주는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부품 다섯 개 — 하는 일과 코드 모양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부품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57226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하는 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24160" y="2781300"/>
            <a:ext cx="67208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0" y="2781300"/>
            <a:ext cx="67208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코드 모양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ChatModel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34480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8690" y="34480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LLM 호출을 감싼 객체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24160" y="34480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9410" y="34480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어떤 모델이든 invoke()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PromptTemplate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41719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8690" y="41719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질문의 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24160" y="41719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9410" y="41719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{question} 빈칸을 실행 때 채움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OutputParser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48958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8690" y="48958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원하는 형태만 꺼내기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24160" y="48958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9410" y="48958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응답 객체 → 문자열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LCEL 체인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56197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8690" y="56197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부품을 파이프로 잇기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424160" y="56197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9410" y="56197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prompt | llm | parser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메시지 이력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63440" y="63436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8690" y="63436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멀티턴의 기억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424160" y="63436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9410" y="63436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메시지 목록을 매번 함께 보냄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ChatOpenAI 를 ChatOllama 로 바꾸기만 하면 나머지는 그대로 — API 키가 없어도 구조는 완전히 같다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7-1 · 이론 1H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4. 메시지의 세 종류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System · Human · AI — 누가 말하는가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종류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781300"/>
            <a:ext cx="47625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누가 말하는가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04120" y="2781300"/>
            <a:ext cx="70408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04120" y="2781300"/>
            <a:ext cx="70408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쓰임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SystemMessage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877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개발자가 모델에게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04120" y="34480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99370" y="34480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역할·말투·규칙을 정한다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HumanMessage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877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사용자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04120" y="41719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99370" y="41719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실제 질문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AIMessage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877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04120" y="4895850"/>
            <a:ext cx="70408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99370" y="4895850"/>
            <a:ext cx="68503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모델의 답 — 이력에 넣어 문맥을 잇는다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대화가 이어지는 것처럼 보이는 것은 매번 이 목록 전체를 다시 보내기 때문 — 모델 쪽에 기억이 남는 것이 아니다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7-1 · 이론 1H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5. 비용과 토큰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토큰 수로 과금 — 이력이 길수록 비용이 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토큰은 대략 단어 조각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API 는 대개 토큰 수로 과금 — 한국어는 영어보다 토큰을 많이 쓴다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이력은 매 호출마다 전체 재전송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비용이 대화 길이에 비례해 늘어난다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그래서 잘라내거나 요약한다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오래된 이력을 잘라내거나 요약해 넣는 기법을 쓴다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temperature = 답의 무작위성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0이면 거의 같은 답, 높으면 다양 — 사실 조회에는 0 쪽이 안전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API 키가 없다면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로컬 Ollama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구조는 같다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7-1 · 이론 1H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1시간에서 꼭 가져갈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LLM 은 학습 시점까지만 알고, 모르는 것을 지어낼 수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그 한계를 푸는 방법이 RAG — 근거를 찾아 함께 넣어 주는 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LangChain 은 모델이 달라도 같은 코드로 부르게 해 준다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prompt | llm | parser 로 부품을 이어 붙인다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대화 기억은 모델이 아니라 우리가 이력을 다시 보내서 만드는 것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7-1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7-1 · 이론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ChatModel 호출 실습 (1.5H)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첫 호출부터 체인 조립까지 단계별로 만들고, 모델이 모르는 것을 일부러 물어 환각을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가상환경에 langchain 설치, 첫 invoke()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응답 객체와 토큰 사용량 들여다보기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ChatPromptTemplate 과 StrOutputParser 로 체인 조립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시스템 메시지·temperature 비교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API 키 또는 Ollama · 가상환경 준비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