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11/5(목)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 기초 문법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변수, 자료형, 조건문, 반복문 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const와 let을 구분해 쓰고 var를 쓰지 않는 이유를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JavaScript의 기본 자료형을 구분하고 형변환의 함정을 피할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=== 와 == 의 차이를 설명하고 항상 === 를 쓸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조건문과 반복문으로 흐름을 제어할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console.log와 개발자도구로 값을 확인하며 문제를 좁혀 갈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15362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5362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const/let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187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187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7111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7111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템플릿 문자열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93938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3938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형변환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9180" y="2781300"/>
            <a:ext cx="6773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9180" y="2781300"/>
            <a:ext cx="6773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===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1815" y="2781300"/>
            <a:ext cx="88022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1815" y="2781300"/>
            <a:ext cx="88022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if/else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47288" y="2781300"/>
            <a:ext cx="54491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7288" y="2781300"/>
            <a:ext cx="54491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for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7448" y="2781300"/>
            <a:ext cx="79204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7448" y="2781300"/>
            <a:ext cx="79204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while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4747" y="2781300"/>
            <a:ext cx="140838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4747" y="2781300"/>
            <a:ext cx="140838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console.log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78384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78384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디버깅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무엇을 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HTML이 뼈대를 세우고 CSS가 꾸몄다면, JavaScript는 페이지를 움직이게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무엇을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4117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4117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022273" y="2781300"/>
            <a:ext cx="335626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2273" y="2781300"/>
            <a:ext cx="335626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6636" y="2781300"/>
            <a:ext cx="384117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6636" y="2781300"/>
            <a:ext cx="384117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95909" y="2781300"/>
            <a:ext cx="484909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95909" y="2781300"/>
            <a:ext cx="484909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8411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6506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2273" y="3448050"/>
            <a:ext cx="3356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7523" y="3448050"/>
            <a:ext cx="3165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마크업 언어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6636" y="3448050"/>
            <a:ext cx="38411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1886" y="3448050"/>
            <a:ext cx="36506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스타일 언어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95909" y="3448050"/>
            <a:ext cx="48490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91159" y="3448050"/>
            <a:ext cx="46585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프로그래밍 언어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8411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6506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2273" y="4171950"/>
            <a:ext cx="3356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7523" y="4171950"/>
            <a:ext cx="3165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있는가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6636" y="4171950"/>
            <a:ext cx="38411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1886" y="4171950"/>
            <a:ext cx="36506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보이는가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95909" y="4171950"/>
            <a:ext cx="48490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91159" y="4171950"/>
            <a:ext cx="46585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하는가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8411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6506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계산·조건·반복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2273" y="4895850"/>
            <a:ext cx="3356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7523" y="4895850"/>
            <a:ext cx="3165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6636" y="4895850"/>
            <a:ext cx="38411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1886" y="4895850"/>
            <a:ext cx="36506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없음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295909" y="4895850"/>
            <a:ext cx="48490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91159" y="4895850"/>
            <a:ext cx="46585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버튼을 누르면 반응하고, 입력한 값을 검사하고, 서버에서 자료를 가져와 화면을 바꾸는 — 그 모든 것이 JavaScript입니다.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JavaScript는 무엇을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이름에 "Java"가 들어 있지만 Java와는 아무 상관이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1995년에 만들어질 당시 Java가 인기라서 마케팅 목적으로 붙인 이름입니다.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나오는 상식 문제입니다.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CSS와 마찬가지로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① 인라인 — 쓰지 않습니다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onclick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"alert('hi')"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버튼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② 내부 script — 연습용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console.log(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'안녕'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③ 외부 파일 — 실무 표준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"app.js"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⚠ script는 &lt;/body&gt; 바로 앞에 둡니다.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head에 두면 HTML이 만들어지기 전에 실행되어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document.querySelector가 null을 돌려줍니다.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(또는 head에 두되 defer 속성을 붙입니다)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변수 — 값에 이름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const와 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'김한신'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다시 대입하지 않을 값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바뀔 값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let은 가능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'이한신'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TypeError: Assignment to constant variable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old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'옛날 방식'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쓰지 않습니다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기본은 const, 바뀌어야 할 때만 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const를 기본으로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씁니다. 값이 안 바뀐다는 것이 코드에 드러나면 읽기 쉬워집니다.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let은 진짜 바뀔 때만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카운터, 반복문 변수, 조건에 따라 달라지는 값.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var는 쓰지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블록을 무시하고 함수 전체에 퍼지며, 같은 이름으로 다시 선언해도 오류가 안 나서 버그를 만듭니다.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변수 — 값에 이름 붙이기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 로 만든 배열과 객체의 내용은 바꿀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 arr = [1,2]; arr.push(3); 은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const가 막는 것은 "그 이름에 다른 것을 다시 대입하는 것"이지 "안의 내용을 바꾸는 것"이 아닙니다.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규칙과 관례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규칙 (어기면 오류)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1abc;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숫자로 시작 불가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하이픈 불가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예약어 불가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관례 (안 지켜도 되지만 지키세요)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camelCase — 변수·함수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MAX_COUNT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UPPER_SNAKE — 안 바뀌는 상수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UserProfile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{}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PascalCase — 클래스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이름은 짧게가 아니라 정확하게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무엇인지 모름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daysLeft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기본형 다섯 + 참조형 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기본형 (primitive)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'문자열'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string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number  ← 정수·소수 구분 없음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boolean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undefined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값이 아직 없음 (선언만 하고 대입 안 함)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"비어 있음"을 의도적으로 표시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참조형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배열 (10주차)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객체 (10주차)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typeof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"string"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typeof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"number"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typeof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"object"  ← JavaScript의 유명한 버그입니다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따옴표 세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a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'작은따옴표'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b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"큰따옴표"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c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`백틱 — 특별합니다`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name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❌ 옛날 방식 — 읽기 어렵다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msg1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'안녕하세요, 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name +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'님. 오늘은 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+ 3 +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'일입니다.'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✅ 템플릿 문자열 — 백틱 안에서 ${ } 로 값을 끼워 넣는다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msg2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`안녕하세요, ${name}님. 오늘은 ${1 + 2}일입니다.`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백틱은 여러 줄도 그대로 유지합니다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html = `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${name}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`;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문자열 메서드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 Hello Web 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length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'Hello Web'  ← 앞뒤 공백 제거 (입력값 검사에 필수)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toUpperCase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  HELLO WEB  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includes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'Web'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replace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'Web'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'웹'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  Hello 웹  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split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 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공백으로 잘라 배열로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slice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'Hello'  ← 일부 잘라내기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문자열은 바뀌지 않습니다(immutable).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s.toUpperCase()는 새 문자열을 돌려줄 뿐 s 자체는 그대로입니다.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여기서 초보자가 가장 많이 당합니다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'5'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'53'  ← 문자열 이어붙이기! 8이 아닙니다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     ← 뺄셈은 숫자로 자동 변환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15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그래서 반드시 변환해서 씁니다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8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'12px'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12   ← 앞에서부터 숫자만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parseFloat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'3.14'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3.14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input.value 는 항상 문자열입니다 — 계산 전에 꼭 변환하세요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'#price'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숫자 다루기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3.14159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toFixed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'3.14'  ← 문자열로 돌려줍니다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round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3.6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floor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3.9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  (내림)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ceil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  (올림)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5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 이상 1 미만 난수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1~10 무작위 정수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floor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*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3자리 쉼표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1234567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toLocaleString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'ko-KR'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'1,234,567'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0.30000000000000004  ← 컴퓨터 소수 표현의 한계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연산자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== 를 쓰지 않는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   ← 타입이 달라도 억지로 맞춰 비교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  ← 값과 타입을 함께 비교 ✅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  ✅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undefined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undefined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 ✅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결론: 항상 === 와 !== 를 씁니다. == 는 예상 못 한 버그의 원인입니다.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&amp;&amp; || ! 와 참·거짓 판정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hasCard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&amp;&amp;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hasCard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그리고 — 둘 다 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||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hasCard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또는 — 하나라도 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hasCard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부정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거짓으로 취급되는 값 (falsy) — 이 여섯 개만 외우면 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undefined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나머지는 전부 참 (truthy) — 빈 배열 []과 빈 객체 {}도 참입니다!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([])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'빈 배열도 참입니다'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실행됩니다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자주 쓰는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기본값 주기 (||)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nickname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||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'익명'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input이 비었으면 '익명'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null·undefined일 때만 기본값 (??)  ← 0과 ''은 그대로 두고 싶을 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??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안전하게 접근하기 (?.)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?.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address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?.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user나 address가 없어도 오류가 안 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짧은 분기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'합격'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'불합격'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if로 쓰면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'합격'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result2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'불합격'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중첩은 하지 마세요 — 읽기 어려워집니다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'F'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이건 if로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조건문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if / else if /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'B'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← 여기가 실행됩니다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'F'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위에서부터 순서대로 검사하고, 처음 맞는 곳에서 멈춥니다.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조건 순서를 거꾸로(70부터) 쓰면 전부 C가 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switch — 값이 딱 떨어질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switch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'월'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break를 빠뜨리면 아래로 계속 흘러갑니다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'목'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default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'그 외'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반복문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 — 횟수를 아는 반복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0, 1, 2, 3, 4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   ①         ②       ③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① 시작: 한 번만 실행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② 조건: 매번 검사, 참이면 계속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③ 증가: 매 반복 끝에 실행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i는 0부터 시작하고 &lt; n 까지가 관례입니다.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i &lt;= n 으로 쓰면 한 번 더 돌아 배열 범위를 넘습니다.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for...of — 배열을 훑을 때 (가장 많이 씁니다)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'사과'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'배'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'감'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of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사과, 배, 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순서(인덱스)도 필요하면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of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entries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`${i + 1}번: ${fruit}`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while — 조건이 참인 동안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++;   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이걸 빠뜨리면 무한 루프! 브라우저가 멈춥니다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break: 반복을 완전히 빠져나감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continue: 이번 회차만 건너뛰고 다음으로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continue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3만 건너뜀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6에서 멈춤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 1 2 4 5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반복문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무한 루프에 빠지면 브라우저 탭이 얼어붙습니다.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그럴 때는 탭을 닫고 코드를 고친 뒤 다시 여세요.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while 을 쓸 때는 탈출 조건이 언젠가 참이 되는지 먼저 확인하는 습관을 들이세요.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콘솔 — 이 학기 내내 쓸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값을 확인하는 여러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'값:'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가장 많이 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변수 이름과 값을 함께 (아주 유용!)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arrayOfObjects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배열을 표로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warn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'주의'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'오류'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'작업'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... */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'작업'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걸린 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"왜 안 되지?" 할 때의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F12 → Console 탭을 먼저 엽니다.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빨간 글씨가 있으면 거기에 파일명과 줄 번호가 적혀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의심되는 곳 앞뒤에 console.log 를 찍습니다.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어디까지 실행됐는지, 값이 무엇인지 확인합니다.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값이 undefined 나 null 이면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앞 단계에서 이미 실패한 것입니다. 더 위로 올라가며 찾습니다.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혼자 30분 이상 막히면 물어보세요.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그것은 인내가 아니라 낭비입니다.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콘솔 — 이 학기 내내 쓸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완성한 코드에서는 console.log 를 지우세요.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남겨 두면 사용자의 콘솔에 그대로 보이고, 실수로 개인정보를 찍고 있을 수도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4개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이름과 학년을 변수에 담고, 템플릿 문자열로 "OOO님은 O학년입니다"를 콘솔에 출력하세요. 두 변수는 바뀌지 않으므로 적절한 키워드를 고르세요.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바뀌지 않는 값은 const입니다. 템플릿 문자열은 백틱(`)과 ${ } 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'김한신'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`${name}님은 ${year}학년입니다`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점수를 담은 변수를 만들고, 90 이상 A, 80 이상 B, 70 이상 C, 나머지는 F를 출력하세요. 등급을 변수에 담았다가 마지막에 한 번만 출력하세요.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조건은 큰 값부터 검사해야 합니다. 작은 값부터 쓰면 전부 첫 조건에 걸립니다.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'B'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'F'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`${score}점은 ${grade}학점입니다`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구구단 3단을 콘솔에 출력하세요. "3 x 1 = 3" 형태로 9줄이 나와야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 문에서 i를 1부터 9까지 돌리고, 템플릿 문자열로 만듭니다.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`${dan} x ${i} = ${dan * i}`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아래 코드는 8이 나와야 하는데 "53"이 나옵니다. 원인을 찾아 고치세요. 그리고 왜 그런지 주석으로 적으세요.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입력값은 언제나 문자열입니다. + 는 문자열끼리는 이어붙이기가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· 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'5'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a는 문자열이라 + 가 "이어붙이기"로 동작해 '53'이 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계산하려면 숫자로 바꿔야 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10주차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10주차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기초 문법 이해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4개를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8 「퀴즈 8 — JavaScript 기초 문법」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11주차 · JavaScript 코어 객체 활용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