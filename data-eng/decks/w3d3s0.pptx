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F1F5F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deckgen:decor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deckgen:decor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EF2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deckgen:decor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deckgen:decor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BEE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deckgen:decor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E1E9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decor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3-3 · DuckDB 로컬 대용량 데이터 처리 · 수업 전 10분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905250"/>
            <a:ext cx="16002000" cy="1466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300" b="1" spc="-347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실습점검 · 환경재설정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5580888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3-2 의 파일과 duckdb, 디스크 여유 확인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수도권ICT 이노베이션스퀘어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왜 점검하나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3-3 은 3-2 의 파일과 duckdb 를 그대로 받는다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956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0384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1623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956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orders_enriched.parquet 가 있는가 — (1015, 12) 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8862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0290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1529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8862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duckdb 가 들어 있는가 — 1.5.6, 3-2 정리 시간에 설치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8768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0196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1435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8768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디스크 여유 1G 이상 — 오늘 만드는 파일은 합쳐 약 100MB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8674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0102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1341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8674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오늘 만드는 파일과 실행 방법(이어 붙이기)을 미리 안다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duckdb 가 있으면 새로 설치할 것은 없다 — 도커도 없다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3-3 · 수업 전 10분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흐름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네 단계 — 지우는 것 없이 확인만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06705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5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재설정(4단계)은 오늘 실습을 처음부터 다시 하고 싶을 때만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3000" y="3924300"/>
            <a:ext cx="3714750" cy="3143250"/>
          </a:xfrm>
          <a:prstGeom prst="roundRect">
            <a:avLst>
              <a:gd name="adj" fmla="val 1515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3924300"/>
            <a:ext cx="371475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4171950"/>
            <a:ext cx="371475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1. 3-2 의 파일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2550" y="5143500"/>
            <a:ext cx="32956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ls · (1015, 12) 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38750" y="3924300"/>
            <a:ext cx="3714750" cy="3143250"/>
          </a:xfrm>
          <a:prstGeom prst="roundRect">
            <a:avLst>
              <a:gd name="adj" fmla="val 1515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238750" y="3924300"/>
            <a:ext cx="3714750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38750" y="4171950"/>
            <a:ext cx="371475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2. duckdb·디스크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48300" y="5143500"/>
            <a:ext cx="32956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1.5.6 · Avail 1G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34500" y="3924300"/>
            <a:ext cx="3714750" cy="3143250"/>
          </a:xfrm>
          <a:prstGeom prst="roundRect">
            <a:avLst>
              <a:gd name="adj" fmla="val 1515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334500" y="3924300"/>
            <a:ext cx="371475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34500" y="4171950"/>
            <a:ext cx="371475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3. 오늘 만들 것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44050" y="5143500"/>
            <a:ext cx="32956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py 셋 · 이어 붙이기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3430250" y="3924300"/>
            <a:ext cx="3714750" cy="3143250"/>
          </a:xfrm>
          <a:prstGeom prst="roundRect">
            <a:avLst>
              <a:gd name="adj" fmla="val 1515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3430250" y="3924300"/>
            <a:ext cx="3714750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430250" y="4171950"/>
            <a:ext cx="371475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4. 재설정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639800" y="5143500"/>
            <a:ext cx="32956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오늘 것만 rm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3-3 · 수업 전 10분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1·2단계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파일·판·디스크 — 명령 넷으로 끝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935581" cy="5715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935581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폴더</a:t>
            </a:r>
          </a:p>
        </p:txBody>
      </p:sp>
      <p:sp>
        <p:nvSpPr>
          <p:cNvPr id="10" name="Rectangle 9"/>
          <p:cNvSpPr/>
          <p:nvPr/>
        </p:nvSpPr>
        <p:spPr>
          <a:xfrm>
            <a:off x="2078581" y="2781300"/>
            <a:ext cx="15066419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230981" y="2781300"/>
            <a:ext cx="14761619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cd ~/data-eng/week3 · ls -lh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3429000"/>
            <a:ext cx="935581" cy="5715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3429000"/>
            <a:ext cx="935581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켜기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078581" y="3429000"/>
            <a:ext cx="15066419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230981" y="3429000"/>
            <a:ext cx="14761619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source .venv/bin/activate — OS 셋 같다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4076700"/>
            <a:ext cx="935581" cy="5715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43000" y="4076700"/>
            <a:ext cx="935581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파일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078581" y="4076700"/>
            <a:ext cx="15066419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230981" y="4076700"/>
            <a:ext cx="14761619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python3 -c "… read_parquet('orders_enriched.parquet') … shape, isna"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4724400"/>
            <a:ext cx="935581" cy="5715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43000" y="4724400"/>
            <a:ext cx="935581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판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078581" y="4724400"/>
            <a:ext cx="15066419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230981" y="4724400"/>
            <a:ext cx="14761619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python3 -c "import sys, pandas as pd, duckdb; print(…)"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3000" y="5372100"/>
            <a:ext cx="935581" cy="5715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5372100"/>
            <a:ext cx="935581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디스크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078581" y="5372100"/>
            <a:ext cx="15066419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230981" y="5372100"/>
            <a:ext cx="14761619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df -h ~ — Avail 이 1G 이상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확인 포인트: (1015, 12) 0 · 3.0.6 1.5.6 …/week3/.venv 한 줄 · Avail 1G 이상이면 시작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3-3 · 수업 전 10분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3단계 · 실행 방법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오늘 코드는 파일 셋 — 둘은 이어 붙인다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make_events.py — 1H 2단계, 단독으로 한 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100만 행 events.csv 를 만든다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query.py — 1H 3~6단계를 이어 붙인다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블록을 파일 끝에 붙이고 매번 python3 query.py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speed.py — 1.5H 1~6단계를 이어 붙인다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bench() 는 3단계에서 정의 — 매번 python3 speed.py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673417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447800" y="698182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47800" y="713422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24100" y="694372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parted_again.py — 일부러 실패, 단독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24100" y="734377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실측기록_3-3.md 는 편집기로 만든다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3144500" y="2933700"/>
            <a:ext cx="4000500" cy="4895850"/>
          </a:xfrm>
          <a:prstGeom prst="roundRect">
            <a:avLst>
              <a:gd name="adj" fmla="val 1190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3487400" y="4562475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다시 돌리면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487400" y="4962525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앞 단계 출력도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함께 나와 정상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3-3 · 수업 전 10분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3단계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오늘 만드는 파일 — 누가 만들고 누가 쓰나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5402580" cy="5905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54025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파일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0" y="2781300"/>
            <a:ext cx="572262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2781300"/>
            <a:ext cx="572262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누가 만드나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344400" y="2781300"/>
            <a:ext cx="480060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44400" y="2781300"/>
            <a:ext cx="48006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누가 쓰나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5402580" cy="445294"/>
          </a:xfrm>
          <a:prstGeom prst="roundRect">
            <a:avLst>
              <a:gd name="adj" fmla="val 8556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521208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events.csv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0" y="3448050"/>
            <a:ext cx="572262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8930" y="3448050"/>
            <a:ext cx="553212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1H 2단계 make_events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344400" y="3448050"/>
            <a:ext cx="480060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439650" y="3448050"/>
            <a:ext cx="461010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오늘 전체(원본)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3969544"/>
            <a:ext cx="5402580" cy="445294"/>
          </a:xfrm>
          <a:prstGeom prst="roundRect">
            <a:avLst>
              <a:gd name="adj" fmla="val 8556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3969544"/>
            <a:ext cx="521208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query.py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0" y="3969544"/>
            <a:ext cx="572262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78930" y="3969544"/>
            <a:ext cx="553212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1H 3~6단계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2344400" y="3969544"/>
            <a:ext cx="480060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439650" y="3969544"/>
            <a:ext cx="461010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오늘만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491038"/>
            <a:ext cx="5402580" cy="445294"/>
          </a:xfrm>
          <a:prstGeom prst="roundRect">
            <a:avLst>
              <a:gd name="adj" fmla="val 8556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491038"/>
            <a:ext cx="521208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events.parquet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0" y="4491038"/>
            <a:ext cx="572262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78930" y="4491038"/>
            <a:ext cx="553212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1.5H 1단계 speed.py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2344400" y="4491038"/>
            <a:ext cx="480060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439650" y="4491038"/>
            <a:ext cx="461010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3-4 · 3-5 심화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012531"/>
            <a:ext cx="5402580" cy="445294"/>
          </a:xfrm>
          <a:prstGeom prst="roundRect">
            <a:avLst>
              <a:gd name="adj" fmla="val 8556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012531"/>
            <a:ext cx="521208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speed.py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583680" y="5012531"/>
            <a:ext cx="572262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78930" y="5012531"/>
            <a:ext cx="553212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1.5H 1~6단계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2344400" y="5012531"/>
            <a:ext cx="480060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439650" y="5012531"/>
            <a:ext cx="461010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오늘만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43000" y="5534025"/>
            <a:ext cx="5402580" cy="445294"/>
          </a:xfrm>
          <a:prstGeom prst="roundRect">
            <a:avLst>
              <a:gd name="adj" fmla="val 8556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38250" y="5534025"/>
            <a:ext cx="521208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events_zstd 외 둘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583680" y="5534025"/>
            <a:ext cx="572262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678930" y="5534025"/>
            <a:ext cx="553212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1.5H 5단계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2344400" y="5534025"/>
            <a:ext cx="480060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2439650" y="5534025"/>
            <a:ext cx="461010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오늘만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143000" y="6055519"/>
            <a:ext cx="5402580" cy="445294"/>
          </a:xfrm>
          <a:prstGeom prst="roundRect">
            <a:avLst>
              <a:gd name="adj" fmla="val 8556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238250" y="6055519"/>
            <a:ext cx="521208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events_parted/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583680" y="6055519"/>
            <a:ext cx="572262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678930" y="6055519"/>
            <a:ext cx="553212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1.5H 6단계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2344400" y="6055519"/>
            <a:ext cx="480060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2439650" y="6055519"/>
            <a:ext cx="461010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오늘만 · 3-4 심화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143000" y="6577012"/>
            <a:ext cx="5402580" cy="445294"/>
          </a:xfrm>
          <a:prstGeom prst="roundRect">
            <a:avLst>
              <a:gd name="adj" fmla="val 8556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238250" y="6577012"/>
            <a:ext cx="521208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parted_again.py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583680" y="6577012"/>
            <a:ext cx="572262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678930" y="6577012"/>
            <a:ext cx="553212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6단계 뒤 일부러 실패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2344400" y="6577012"/>
            <a:ext cx="480060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2439650" y="6577012"/>
            <a:ext cx="461010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오늘만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1143000" y="7098506"/>
            <a:ext cx="5402580" cy="445294"/>
          </a:xfrm>
          <a:prstGeom prst="roundRect">
            <a:avLst>
              <a:gd name="adj" fmla="val 8556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238250" y="7098506"/>
            <a:ext cx="521208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실측기록_3-3.md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583680" y="7098506"/>
            <a:ext cx="572262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678930" y="7098506"/>
            <a:ext cx="553212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1.5H 7단계(편집기)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12344400" y="7098506"/>
            <a:ext cx="480060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2439650" y="7098506"/>
            <a:ext cx="461010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3-5 · 3주차 산출물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events.parquet 는 3-4 가 받는다 — 수업이 끝나도 지우지 않는다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3-3 · 수업 전 10분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막혔을 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증상 → 원인 → 해결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5402580" cy="5905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54025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증상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0" y="2781300"/>
            <a:ext cx="476250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2781300"/>
            <a:ext cx="47625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원인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384280" y="2781300"/>
            <a:ext cx="576072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384280" y="2781300"/>
            <a:ext cx="576072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해결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540258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52120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orders_enriched.parquet</a:t>
            </a:r>
          </a:p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No such file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0" y="34480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8930" y="34480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3-2 파일을 지웠다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384280" y="3448050"/>
            <a:ext cx="57607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79530" y="3448050"/>
            <a:ext cx="55702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make_customers.py ·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timeseries.py 다시 실행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540258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52120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No module named</a:t>
            </a:r>
          </a:p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'duckdb'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0" y="41719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78930" y="41719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3-2 정리 때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설치를 못 했다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384280" y="4171950"/>
            <a:ext cx="57607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79530" y="4171950"/>
            <a:ext cx="55702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없을 때만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pip install duckdb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540258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52120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sys.prefix 가</a:t>
            </a:r>
          </a:p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…/week3/.venv 아님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0" y="48958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78930" y="48958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다른 가상환경이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켜져 있다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1384280" y="4895850"/>
            <a:ext cx="57607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479530" y="4895850"/>
            <a:ext cx="55702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deactivate 뒤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1단계부터 다시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619750"/>
            <a:ext cx="540258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619750"/>
            <a:ext cx="52120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WSL2 에서 속도가</a:t>
            </a:r>
          </a:p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몇 배 느리다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583680" y="56197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78930" y="56197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실습 폴더가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/mnt/c 아래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1384280" y="5619750"/>
            <a:ext cx="57607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479530" y="5619750"/>
            <a:ext cx="55702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~/data-eng 처럼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우분투 홈에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WSL2 의 df -h ~ 는 우분투 가상 디스크 기준 — C: 가 거의 차 있으면 탐색기에서도 확인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3-3 · 수업 전 10분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4단계 · 환경 재설정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오늘 것만 처음부터 — 3-1·3-2 파일은 남긴다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rm -rf events_parted · rm -f 오늘 파일 아홉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노트 4단계 명령 그대로 — events* 같은 와일드카드는 쓰지 않는다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3-1·3-2 의 파일만 남으면 끝 — 1H 2단계부터 다시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실측기록_3-3.md · .venv 는 지우지 않는다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직접 쓴 기록과 가상환경은 그대로 둔다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내일 3-4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이 폴더의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파일 넷을 받는다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3-3 · 수업 전 10분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파이썬, 이만큼이면 됩니다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오늘 새로 나오는 문법 6가지 — W3Schools 로 연결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3390900"/>
            <a:ext cx="1428750" cy="8191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09700" y="3390900"/>
            <a:ext cx="8953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문자열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71750" y="3390900"/>
            <a:ext cx="14573250" cy="81915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57500" y="3390900"/>
            <a:ext cx="140017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"""…""" 긴 SQL · 줄바꿈 \n · 칸 폭 f'{size:6.1f}'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4381500"/>
            <a:ext cx="1428750" cy="8191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09700" y="4381500"/>
            <a:ext cx="8953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숫자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71750" y="4381500"/>
            <a:ext cx="14573250" cy="81915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57500" y="4381500"/>
            <a:ext cx="140017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1_000_000 — 밑줄은 읽기 쉽게, 값은 1000000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5372100"/>
            <a:ext cx="1428750" cy="8191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5372100"/>
            <a:ext cx="8953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반복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571750" y="5372100"/>
            <a:ext cx="14573250" cy="81915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857500" y="5372100"/>
            <a:ext cx="140017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for _ in range(rounds) · append 로 모아 sum / len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2-5 의 13가지 · 3-1 의 9가지 · 3-2 의 7가지에 이어진다 — SELECT·COPY 는 오늘 노트가 가르친다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3-3 · 수업 전 10분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3-3 · 수업 전 10분 마무리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다음은 이론 1H — DuckDB 개요와 열 지향 저장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7244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(.venv) 가 켜진 터미널은 그대로 두세요. 1H 실습에서 바로 씁니다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287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50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서버가 없는 DB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726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583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346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행 지향과 열 지향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7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050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Pandas 와의 분업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726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583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346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압축 방식 — zstd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7715250"/>
            <a:ext cx="47625" cy="8191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7734300"/>
            <a:ext cx="8572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4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켜 둘 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9700" y="8077200"/>
            <a:ext cx="8572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(.venv) 터미널 · week3 폴더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