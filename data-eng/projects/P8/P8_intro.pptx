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P8 · 개별 · 코랩 · 2~3일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법령 개정 비교기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무엇이, 언제부터, 어떻게 바뀌나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조문을 순서도 글자도 아닌 번호 쌍으로 맞춰야 하는 이유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2027.3.9 시행판에서 실제로 바뀌는 조문과 가짜 변경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변경 내역을 검색 가능한 근거로 만들어 질문에 답하는 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JOIN(2주차) · Parquet · DuckDB(3주차) · 임베딩 · Qdrant(7주차)로 대비표를 만듭니다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P8 · 개별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개인정보 보호법 두 판의 원문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법제처 국가법령정보 DRF Open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현행판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4337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4337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법률 제21445호 · 2026.9.11 시행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시행예정판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3870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3870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법률 제21910호 · 2027.3.9 시행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53402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53402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조문 127개 · 131개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22935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22935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JSON · gzip(2026-10-28 스냅샷)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이용허락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692467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692467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저작권법 제7조 — 보호받지 않는 저작물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P4 와 같은 파일 — API 로 직접 받는 방법은 P4 2단계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P8 · 개별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판의 원문에서 대비표와 검색까지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두 판 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현행 · 시행예정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861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조문 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85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19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열쇠 (jo, br)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8175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맞추기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415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신설 · 변경 등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7732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 · 호 diff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972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07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difflib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77290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변경 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253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586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Parquet · DuckDB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44684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Qdrant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6208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7542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 → 두 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바뀐 줄만 임베딩한다 — 「무엇이 바뀌었나」의 답은 바뀐 줄 안에만 있다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P8 · 개별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1~3. 준비 · 조문 표 · 맞추기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조문 하나를 한 줄로, 번호 쌍으로 완전 외부 조인해 네 갈래로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4~5. 항 · 호 diff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줄씩 글자 diff, 개정 표시 · 띄어쓰기 · 내용으로 종류 가르기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6. 표로 남기기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조문 표 · 항호 표를 Parquet 으로, DuckDB 로 다시 질문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7~9. 검색 · 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바뀐 32줄을 ko-sroberta 로 Qdrant 에, 두 판 나란히 · (키가 있으면) 요약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P8 · 개별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잘못 맞추면 가짜 변경이 생긴다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잘못 맞춘 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번호를 글자로 정렬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제28조의12 가 29번째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왼쪽부터 한 글자씩 비교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순서로 맞추기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71개가 「바뀜」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신설 4개 뒤로 한 칸씩 밀림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JSON 통째로 비교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127개 전부 「바뀜」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조문시행일자 칸이 다르다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번호 쌍으로 맞추기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신설 4 · 변경 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바른 방법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바른 열쇠는 숫자 두 칸 (조문번호, 가지번호) — 제28조의12 는 (28, 12)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P8 · 개별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가짜 변경 가르기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변경 3줄은 모두 표시만 바뀌었다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tag_only 2줄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제2조 머리 · 제7조의9제1항 — 개정 표시에 「, 2026.9.8」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개정 표시는 언제 바뀌었다는 기록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조문의 내용은 그대로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spacing 1줄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제37조의2제1항 — 「인공지능 기술」 → 「인공지능기술」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법이 직접 붙인 용어 정비</a:t>
            </a:r>
          </a:p>
        </p:txBody>
      </p:sp>
      <p:sp>
        <p:nvSpPr>
          <p:cNvPr id="20" name="Oval 1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버리지 않고 종류로 남긴다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P8 · 개별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숫자가 같게 나오면 맞습니다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908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9908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조문 맞추기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29908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9908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신설 4 · 변경 3 · 삭제 0 · 그대로 124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9814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9814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 · 호 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39814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9814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신설 31줄 · 변경 3줄 — 내용 변경은 0줄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9720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9720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Qdrant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49720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49720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신설 31 + 띄어쓰기 1 = 32줄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9626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9626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질문 1위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59626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59626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제2조제9호 「인공지능기술」 정의 신설(0.517)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9532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9532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CCTV 질문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0500" y="69532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6250" y="69532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1위 점수 0.301 — 관련 조문 없음으로 답할 질문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P8 · 개별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P8 · 개별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P8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개정의 실질이 신설 31줄이라는 것을 직접 가려냈습니다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lsHistory 로 판 하나 더 받아 세 판 비교하기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시행령 두 판으로 같은 노트북 돌리기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Streamlit 으로 색칠한 대비표 화면 만들기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P9 이력 관리 테이블(SCD Type 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