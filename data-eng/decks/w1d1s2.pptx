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1-1 · 리눅스 커맨드 기초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파일·디렉터리 조작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만들고 옮기고 지우고 권한을 바꾸는 여섯 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pwd·ls·cd 로 원하는 디렉터리에 정확히 찾아간다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로 ~/data-eng/week1/logs 구조를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touch·cp·mv·rm 으로 파일을 만들고 옮기고 지운다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chmod +x 로 hello.sh 에 실행 권한을 주고 직접 실행한다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챕터에서 만드는 ~/data-eng 는 8주 내내 씁니다 — 지우지 마세요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모두 직접 손으로 쳐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확인 포인트가 맞으면 다음으로 넘어갑니다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위치 확인·이동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pwd · ls -al · 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폴더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mkdir -p ~/data-eng/week1/logs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만들고 복사·이동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touch · cp · mv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삭제와 안전장치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rm -i · rm · rm -r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권한 · 찾기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chmod +x · find · wc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현재 위치를 잡고 8주 동안 쓸 폴더를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311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311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pwd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4193" y="2781300"/>
            <a:ext cx="121708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6593" y="2781300"/>
            <a:ext cx="118660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 위치를 절대 경로로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38311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38311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ls -al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193" y="3429000"/>
            <a:ext cx="121708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6593" y="3429000"/>
            <a:ext cx="118660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숨김 파일(. 으로 시작) 포함 상세 목록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38311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38311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cd / → cd ~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193" y="4076700"/>
            <a:ext cx="121708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6593" y="4076700"/>
            <a:ext cx="118660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루트로 갔다가 홈으로 돌아오기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38311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38311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mkdir -p ~/data-eng/week1/logs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74193" y="4724400"/>
            <a:ext cx="121708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6593" y="4724400"/>
            <a:ext cx="118660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-p: 중간 폴더가 없어도 함께 만든다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38311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38311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ls -R ~/data-eng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74193" y="5372100"/>
            <a:ext cx="121708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6593" y="5372100"/>
            <a:ext cx="118660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구조를 눈으로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cd ~ 뒤 pwd 가 /home/사용자명(macOS 는 /Users/사용자명), ls -R 에 logs 가 보이면 성공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cp 는 원본을 남기고 mv 는 원본이 사라진다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touch notes.txt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909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파일 생성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에 notes.txt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cp notes.txt notes_backup.txt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복사 · 원본은 그대로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보임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mv notes_backup.txt logs/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909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이동 · 원본이 사라짐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logs 에 있음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mv notes.txt memo.txt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909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변경도 mv 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984480" y="56197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079730" y="56197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memo.txt 만 남음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리눅스에는 「이름 바꾸기」 명령이 따로 없다 — 같은 폴더 안에서 mv 하는 것이 곧 이름 변경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에는 휴지통이 없다 — 이 단계는 특히 천천히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-i trash1.txt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하나씩 물어보며 삭제 — y 를 입력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trash2.txt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그냥 삭제 — 그 자리에서 사라진다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-r trashdir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폴더는 -r(재귀)이 필요 — 끝나면 memo.txt 와 logs 만 남는다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절대 치지 말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-rf 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변수를 쓴 rm -rf "$DIR"/ 에서 변수가 비면 rm -rf / 가 된다 — 실행 전에 경로를 소리 내어 읽기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일부러 실패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hello.sh — 권한을 주기 전에 한 번 실패해 보는 것이 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chmod 전 — Permission denied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echo '#!/bin/bash' &gt; hello.sh 로 만들고 바로 실행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echo 'echo Hello, Data Engineering!' &gt;&gt; hello.sh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-l hello.sh → x 가 없다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./hello.sh → Permission denied 가 나야 정상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chmod +x 후 — 인사말 출력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 만 켜고 파일 내용은 그대로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chmod +x hello.sh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-l hello.sh → -rwxr-xr-x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./hello.sh → Hello, Data Engineering!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왜 그런가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여기서 자주 막히는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&gt; 는 덮어쓰기, &gt;&gt; 는 이어 붙이기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&gt; 로 썼다면 두 번째 줄만 남았을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hello.sh 만 치면 command not found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셸은 PATH 폴더만 뒤진다 — ./hello.sh 로 「여기 있는 것」을 가리킨다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chmod +x 는 x 만 켠다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읽기 · w 쓰기 · x 실행 — 주인 · 그룹 · 그 밖 세 글자씩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find 로 찾고 wc 로 센다 — 파일 이름은 글롭으로 가리킨다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 / 기호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 · 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find . -name "*.sh"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이름으로 찾기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./week1/hello.sh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find . -type d / -type 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044043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044043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디렉터리만 / 파일만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044043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044043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find . -type f | wc -l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640036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640036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 세기 — 다음 챕터 예고편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640036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640036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 이상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 -sh ~/data-eng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236029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236029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용량 확인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236029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236029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*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5832021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5832021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 글자나 몇 개든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5832021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5832021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*.log → app1.log · error.log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428014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428014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 글자나 딱 한 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428014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428014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app?.log → app1.log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[12]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7024007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7024007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괄호 안의 글자 중 하나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0" y="7024007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99570" y="7024007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app[12].log → app1 · app2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글롭은 정규식이 아니다 — 파일 이름에는 글롭, 글자 내용에는 정규식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1.5H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여기까지 되면 다음으로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~/data-eng/week1 과 그 안의 logs 폴더가 만들어져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memo.txt 와 hello.sh 가 week1 안에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./hello.sh 를 실행하면 인사말이 출력된다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find 로 파일을 찾고 wc -l 로 개수를 셀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폴더를 눈으로 보기 — macOS open . · WSL2 explorer.exe . · 우분투 xdg-open 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1-1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텍스트 처리와 파이프라인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명령을 파이프(|)로 이어 붙여 로그에서 원하는 숫자를 뽑아냅니다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access.log 8줄 만들기(히어독)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으로 골라내기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sort | uniq -c | sort -rn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과제: 사용자별 접속 횟수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~/data-eng/week1 에 서 있는 터미널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