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CTE, Window Function 분석 쿼리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서브쿼리의 한계와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CTE·Window Function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밑준비에 이름을 붙이고, 행을 접지 않고 집계한다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중첩 서브쿼리가 왜 읽기 어려운지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CTE(WITH 절)로 중간 결과에 이름을 붙여 위에서 아래로 읽게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BY(행을 접음)와 Window Function(행 유지)을 구별한다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 안의 PARTITION BY·ORDER BY 가 무엇을 정하는지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서브쿼리를 CTE로 바꾸고, 1.5H 실습에서 순위·누적·전월 비교를 직접 돌립니다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서브쿼리의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 질문은 대개 여러 단계다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월별 합계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SUM(amount)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ym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평균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AVG(total)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평균 이상인 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total &gt;= 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 중첩 = 안쪽 SELECT 부터 읽어야 해서 눈이 계속 되돌아간다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서브쿼리로 쓰면 안쪽부터 거꾸로 읽어야 하고, 같은 집계를 두 번 적게 된다 — 한쪽만 고치면 조용히 틀린다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결과 — 서브쿼리 중첩과 CTE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 중첩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(SELECT …) t WHERE total &gt;= (SELECT AVG … FROM (SELECT …) t2)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안쪽부터 거꾸로 읽는다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GROUP BY 를 두 번 적는다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고칠 때 두 곳을 같이 고쳐야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(WITH 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monthly_total AS (…) SELECT … FROM monthly_total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위에서 아래로 읽힌다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집계를 한 번만 적는다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고칠 때 한 곳만 고친다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— 밑준비에 이름을 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이름 AS (쿼리)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붙은 임시 결과 — 같은 쿼리 안에서 테이블처럼 참조한다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실제 테이블이 아니다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쿼리가 도는 동안만 존재한다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개는 쉼표로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a AS (…), b AS (SELECT … FROM a) — 뒤의 CTE 가 앞의 CTE 를 참조할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단계를 차례로 쌓는다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밑준비 → 조리 → 플레이팅처럼 긴 쿼리를 나눈다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CTE 는 MySQL 8.0 부터 — 5.7 이하는 WITH 자체가 문법 오류. SELECT VERSION(); 으로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Window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는 행을 접고, Window 는 옆에 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행이 사라진다 — 카테고리 합계를 구하면 개별 월 데이터가 없어진다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 전체를 「반 평균 하나」로 접는다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수가 줄어든다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달이 전체의 몇 %」를 한 번에 못 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접지 않고 집계한다 — 각 행 옆에 집계값을 나란히 적는다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학생 성적표 옆에 반 평균을 적어 준다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행 수 = 입력 행 수 (결정적 차이)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 절이 집계할 창의 범위를 정한다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Window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 안의 ORDER BY 가 창을 좁힌다 — 가장 헷갈리는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SUM(amount) OVER (PARTITION BY category)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= 파티션 전체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행에 같은 값(전체 합계)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 BY 도 생략하면 전체가 한 그룹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SUM(amount) OVER (PARTITION BY category ORDER BY ym)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= 파티션 처음부터 현재 행까지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누적이 된다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ROWS BETWEEN … 으로 창(frame)을 직접 지정 가능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Window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쓰는 Window 함수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동점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순번을 매긴다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동점이어도 1, 2,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RANK()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44043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044043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등수를 매긴다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044043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044043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 1, 그다음 3 (건너뜀)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DENSE_RANK()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640036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640036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등수를 매긴다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640036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640036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 1, 그다음 2 (안 건너뜀)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SUM/AVG/COUNT 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236029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236029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누적·이동 집계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236029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236029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LAG(컬럼, 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832021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832021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n칸 앞 행의 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5832021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5832021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NULL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LEAD(컬럼, n)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428014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428014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n칸 뒤 행의 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384280" y="6428014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79530" y="6428014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NULL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FIRST_VALUE / LAST_VALUE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7024007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7024007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창의 첫 값 / 마지막 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84280" y="7024007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79530" y="7024007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「상위 N개」는 ROW_NUMBER — RANK 는 동점 때문에 N개보다 많이 나올 수 있다. 공동 1위를 모두 보려면 RANK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계산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우리가 쓰는 순서와 DB 가 계산하는 순서는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시점에 쓸 수 있는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·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테이블의 컬럼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044043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044043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044043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044043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컬럼 (집계·Window 는 아직 없음)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640036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640036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640036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640036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236029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236029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HAVING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236029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5236029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함수 결과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5832021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5832021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(Window 계산)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5832021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9210" y="5832021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여기서 비로소 순위·누적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40" y="6428014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490" y="6428014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3960" y="6428014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9210" y="6428014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의 별칭도 가능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18821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16916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63240" y="7024007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58490" y="7024007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23960" y="7024007"/>
            <a:ext cx="83210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9210" y="7024007"/>
            <a:ext cx="81305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 는 5번, WHERE 는 2번 — WHERE rn = 1 은 「그런 컬럼 없다」. 해결은 CTE 로 한 겹 감싸고 바깥에서 거르기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는 중간 결과에 이름을 붙여 쿼리를 위에서 아래로 읽히게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는 행을 접고, Window Function 은 행을 그대로 두고 옆에 붙인다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 안의 PARTITION BY 는 그룹, ORDER BY 는 창의 범위를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가 있으면 누적, 없으면 파티션 전체 합계다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결과는 WHERE 에서 못 쓴다 — CTE 로 감싸고 바깥에서 거른다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CTE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분석용 월별 매출 테이블을 만들고, 서브쿼리로 쓴 것을 CTE 로 바꿔 가며 차이를 몸으로 익힙니다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monthly_sales 테이블 준비 (9행)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 INSERT 를 일부러 넣어 UNIQUE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서브쿼리 → CTE 로 바꾸기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다중 CTE 체이닝 — 비중(%) 계산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start de-mysql 뒤 shop 접속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