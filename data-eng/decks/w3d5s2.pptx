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Pandas와 DuckDB를 이용한 하이브리드 가공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정제 파이프라인 구현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기준선을 재고, 함수로 정제하고, 두 번 돌린다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orders.csv 의 품질 기준선(before)을 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clean_orders.py — 추출은 DuckDB, 정제는 Pandas 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equals() 가 True 인지(멱등성)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validate() 를 만들고 일부러 깨뜨려 실제로 잡는지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결과물 orders_clean.parquet 와 clean_orders.py 가 다음 1H 리포트의 재료입니다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~/data-eng/week3 한 폴더에서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의 orders.csv 가 없으면 make_orders.py 를 다시 실행합니다 — 시드가 고정돼 언제 만들어도 같은 원본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before 측정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clean()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clean_orders.py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1015 → 1000 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두 번 돌리기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equals()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True 세 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순서 실험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중앙값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A·B 비교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검증·완성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validate()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원본의 품질 기준선 — DuckDB 한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546" y="27813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5946" y="27813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→ 1015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null_price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3546" y="34290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5946" y="34290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- count(price) → 30 이상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dup_orders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23546" y="40767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75946" y="40767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count(*) - count(DISTINCT order_id) → 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category_values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23546" y="47244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75946" y="47244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count(DISTINCT category) → 4 보다 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208054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208054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오염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3546" y="5372100"/>
            <a:ext cx="1392145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75946" y="5372100"/>
            <a:ext cx="1361665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category — '식품' 과 ' 식품 ' 이 따로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수치가 리포트의 before — 화면에선 구분이 안 되는 공백을 DB 는 다른 값으로 본다 (일관성 문제의 전형)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clean() 다섯 줄 — 한 줄씩 뜻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9281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str.strip()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4480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9090" y="34480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공백 오염 제거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pd.to_datetime()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41719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9090" y="41719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order_date 타입 복원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drop_duplicates()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8958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8958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기준, 첫 행 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fillna(median())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56197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9090" y="56197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결측을 중앙값으로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price * quantity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6343650"/>
            <a:ext cx="9281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9090" y="6343650"/>
            <a:ext cx="9090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파생 컬럼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load_raw() 는 duckdb.sql("SELECT * FROM 'orders.csv'").df() — 대용량이면 여기서 필터·열 선택으로 줄인다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clean() 은 df.copy() 로 시작 — 원본을 건드리지 않겠다는 선언이고, 3-1 의 SettingWithCopyWarning 도 예방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2·3단계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돌리고, 두 번 돌리고 — 출력을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clean_orders.py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「1015 행 -&gt; 1000 행 정제 완료」 — 중복 15건 제거, orders_clean.parquet 생성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clean(load_raw()) 두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같은가 · 내용 같은가(equals) · 파일로도 같은가 — 세 줄 모두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하나라도 False 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규칙에 무작위성이나 순서 의존이 섞인 것 — t1·t2.parquet 는 rm 으로 정리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확인할 글자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순서를 바꾸면 중앙값이 달라지는가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A — 중복 제거 후 중앙값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drop_duplicates(subset='order_id') 뒤 price.median() → med_a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 B — 중복 있는 채로 중앙값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raw.copy() 그대로 price.median() → med_b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같은가?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데이터에선 같거나 아주 비슷할 수 있다 — 중복이 15건뿐이라 영향이 작다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달라질 수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값이 같게 나왔다고 순서가 상관없는 것은 아니다 — 데이터가 바뀌면 달라진다. 실습 데이터에서 우연히 같았다고 리포트에 적어 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검사기를 만들었으면 일부러 깨뜨린다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데이터엔 없지만, 검사를 넣어 두면 나중에 원본이 바뀌었을 때 잡아 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validate()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음수 가격·수량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미래날짜·미지 분류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정제본 검사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항목 모두 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유효성 통과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나쁜 값 주입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 -1000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category '알수없음'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다시 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price_le_0 1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unknown_cat 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완성형 — 검증 실패면 종료 코드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49395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49395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VALID_CATEGORIES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36955" y="2781300"/>
            <a:ext cx="1350804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9355" y="2781300"/>
            <a:ext cx="1320324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['식품', '가전', '의류', '도서']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49395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49395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validate() 5항목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36955" y="3429000"/>
            <a:ext cx="1350804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9355" y="3429000"/>
            <a:ext cx="1320324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price_le_0 · quantity_le_0 · unknown_cat · dup_order_id · null_price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49395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49395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실패하면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6955" y="4076700"/>
            <a:ext cx="1350804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9355" y="4076700"/>
            <a:ext cx="1320324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print('검증 실패:', issues) → raise SystemExit(1)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249395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249395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통과하면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36955" y="4724400"/>
            <a:ext cx="1350804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89355" y="4724400"/>
            <a:ext cx="1320324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orders_clean.parquet 저장 · 「정제 완료 (검증 통과)」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2493955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249395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6955" y="5372100"/>
            <a:ext cx="13508045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9355" y="5372100"/>
            <a:ext cx="13203245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clean_orders.py; echo "종료 코드: $?" →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1-2 에서 배운 종료 코드가 여기서 쓰인다 — 자동화할 때 이 숫자가 성공 여부를 알려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baseline 에 rows 1015 · dup_orders 15 가 찍힌다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category 에 '식품' 과 ' 식품 ' 이 따로 나온다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「1015 행 -&gt; 1000 행 정제 완료」 · orders_clean.parquet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세 줄 모두 True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나쁜 값을 넣으면 price_le_0 1 · unknown_cat 1 로 잡힌다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최종본 실행 뒤 「검증 통과」와 종료 코드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데이터 품질 리포트 작성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전후를 같은 잣대로 재서 리포트를 만들고, DuckDB 로 교차 검증한 뒤 3주차 산출물로 제출합니다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quality_report.py — before·after 프로파일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개선율 네 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교차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리포트 문서 작성 · 산출물 제출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orders_clean.parquet 와 스크립트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