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MinIO 오브젝트 스토리지 구축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명령을 한 장으로, 4-2 를 위한 상태 점검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명령을 「하려는 일」로 찾을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준비 상태(컨테이너 2·버킷 2·첫 파일)를 명령으로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Iceberg 에서 무엇을 만드는지 미리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컨테이너는 켜 둔 채로 두거나 docker compose stop 만 — down -v 는 볼륨까지 지웁니다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명령 요약 — 하려는 일로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 등록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448050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930" y="3448050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alias set 이름 URL 키 비밀키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 만들기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969544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969544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mb local/버킷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491038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491038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[--recursive] local/버킷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올리기 · 내려받기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012531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5012531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cp 원본 대상 (방향으로 결정)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내용 보기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5534025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5534025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cat local/버킷/키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6055519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6055519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rm local/버킷/키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 통째 동기화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6577012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8930" y="6577012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mirror 로컬폴더 local/버킷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버저닝 · 용량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7098506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7098506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version enable · mc du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모든 명령 앞에 docker compose exec mc — 별칭 local 은 compose 의 MC_HOST_local 이 정한 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준비 상태 — down → up 뒤에도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76142" y="27813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8542" y="27813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→ 컨테이너 2개 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76142" y="34290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8542" y="34290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mc mc ls local → raw · warehouse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오브젝트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76142" y="40767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8542" y="40767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--recursive local/raw → 다섯 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볼륨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142" y="47244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8542" y="47244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down → up -d 뒤에도 같은 다섯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멈출 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76142" y="53721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8542" y="53721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stop — down -v 는 볼륨까지 지운다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다섯 = hello.txt · demo/ 둘 · from-python.txt · orders/orders_2026-08-01.csv — cd ~/lakehouse 에서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블록·파일·오브젝트 차이를 한 문장씩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키의 슬래시가 이름의 일부임을 raw/demo/dt=… 로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에서 minio·mc 가 Up 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minio:9000 은 되고 localhost:9000 은 안 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alias(local) 확인 → mb → ls 로 raw·warehouse 버킷을 만들었다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→ up 뒤에도 버킷·파일이 남는 것(볼륨)을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boto3 로 다루고 endpoint_url 만 바꾸면 AWS 에서도 도는 것을 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 raw/orders/ 엔 첫 배치만 — 연습 키는 raw/demo/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allocated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9000·9001 을 다른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프로세스가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로 찾아 중지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19000:9000 매핑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 로그인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거부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 바꾼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재생성 안 함 · 옛 볼륨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→ up -d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되면 down -v (주의)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alias set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안에서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localhost:9000 사용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boto3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SSL 오류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endpoint_url 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https:// 로 적음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http://localhost:9000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운영은 반대로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안 될 때 순서는 언제나 같다 — docker compose ps → logs 서비스명 → 포트 충돌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가운데 한 줄만 고치려면?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통째로 다시 올린다. 이 제약을 우회하는 것이 4-2 Iceberg 의 핵심 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를 실제 운영에 써도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쓴다 — 여러 대로 묶어 이중화하고 인증을 제대로. 오늘은 한 대 구성이라 학습용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AWS S3 와 완전히 같은가요?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API 는 거의 같고 일부 고급 기능(수명 주기 세부 옵션)은 다르다 — 기본 조작은 그대로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버킷을 왜 raw 와 warehouse 로 나눴나요?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원본과 가공 결과를 섞지 않기 위해 — 원본은 절대 바꾸지 않는다는 3-5 의 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· Apache Iceberg 레이크하우스 구축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레이크하우스와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포맷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+ Iceberg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구성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테이블 생성과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타임 트래블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minio 가 떠 있는 ~/lakehouse 그대로 · 이미지 수백 MB 내려받기(네트워크) · Docker 메모리 8GB 이상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4-2 Apache Iceberg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위에 테이블 포맷을 얹어 demo.lakehouse.orders 테이블을 만들고 과거 시점을 조회합니다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데이터레이크 한계와 테이블 포맷의 해법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카탈로그 + Spark + MinIO Compose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VERSION AS OF 로 과거 시점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ALTER TABLE 로 스키마 안전하게 변경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Up 상태 · Docker 메모리 8GB+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