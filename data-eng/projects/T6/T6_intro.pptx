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T6 · 팀 · 코랩 · 2~3주(따라하기 3~4시간)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공공데이터 품질 관제판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갱신이 멈춘 데이터를 먼저 알아채기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프로젝트의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 끝내면 말할 수 있는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화면 메타만으로 갱신이 멈춘 데이터를 잡는 법과 그 헛알림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 이름이 같아도 바뀐 형식(인코딩 · 따옴표)을 지문으로 잡기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빈 값이 많은 열 중 원래 비어야 정상인 열 구별하기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알림이 뜬 데이터의 이유를 변경 공지에서 찾아 붙이기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7주차 Qdrant 와 8주차 Streamlit · Airflow 로 관제판을 만듭니다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T6 · 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화면 메타 13개와 받아 둔 스냅샷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66827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화면 메타데이터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데이터셋 13개(서울 10 · 포털 3)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2026-10-29 20:49 수집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대기오염도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143375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143375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열린데이터 OA-2218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143375"/>
            <a:ext cx="5440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143375"/>
            <a:ext cx="5250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2023 · 2024 · 2025년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대여소 정보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838700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838700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열린데이터 OA-13252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838700"/>
            <a:ext cx="5440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838700"/>
            <a:ext cx="5250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24.12 · 25.6 · 25.12 · 26.6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실거래가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5534025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8730" y="5534025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열린데이터 OA-21275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5534025"/>
            <a:ext cx="5440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5534025"/>
            <a:ext cx="5250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계약일 2026년 6~9월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생활인구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6229350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8730" y="6229350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열린데이터 OA-14991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704320" y="6229350"/>
            <a:ext cx="5440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799570" y="6229350"/>
            <a:ext cx="5250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2026년 6월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고충민원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83480" y="6924675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8730" y="6924675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공공데이터포털 15131929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704320" y="6924675"/>
            <a:ext cx="54406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799570" y="6924675"/>
            <a:ext cx="52501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T2 와 같은 파일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열린데이터광장 파일은 공공누리 1유형(출처표시), 고충민원은 이용허락 제한 없음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T6 · 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화면 13개에서 알림과 그 이유까지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4125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화면 수집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13개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요청 간격 1.5초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686175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38575" y="2781300"/>
            <a:ext cx="2524125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857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메타 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3857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192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사이트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날짜 모양 맞추기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381750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4150" y="2781300"/>
            <a:ext cx="2524125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415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규칙 세 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415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750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신선도 · 지문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품질 지표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077325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29725" y="2781300"/>
            <a:ext cx="2524125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972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알림 목록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2972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6307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error · warn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info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1772900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925300" y="2781300"/>
            <a:ext cx="2524125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92530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관제판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92530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05865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matplotlib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Streamlit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4468475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620875" y="2781300"/>
            <a:ext cx="2524125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2087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Qdrant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62087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75422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「왜 끊겼나」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공지 검색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Airflow DAG 가 매일 수집 → 규칙 → 색인을 차례로 부른다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T6 · 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11단계로 따라 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1~3. 준비 · 수집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 하나 뜯어보기, 13개를 1.5초 간격으로 수집, 스냅샷으로 숫자 고정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4~7. 메타 표 · 규칙 세 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날짜 모양 맞추기, 신선도 · 형식 지문 · 빈 값과 행 수 변화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8~9. 알림 · 관제판 · 검색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알림 목록과 Streamlit 관제판, 「이 데이터 왜 끊겼나」 공지 검색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10~11. DAG · 발표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매일 수집 → 규칙 → 색인 DAG, 더 해 보기 · 발표 준비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T6 · 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실패해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성공처럼 보이는 실패를 잡습니다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일부러 해 본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2781300"/>
            <a:ext cx="5402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그래서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없는 데이터셋 번호로 받기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897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 200 · 첫 화면이 온다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상태 코드만 믿지 않는다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대기오염도를 CP949 로 고정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2024년 파일에서 깨진다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파일마다 지문을 잰다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번호를 OA-1499 로 거르기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897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오류 없이 빈 결과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번호부터 확인한다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수집 전에 규칙 부르기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897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FileNotFoundError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6197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6197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DAG 의 &gt;&gt; 로 순서를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빈 결과를 「공지 없음」으로, 200 을 「잘 받았다」로 바로 믿지 않는다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T6 · 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숫자가 같게 나오면 맞습니다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99085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99085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신선도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99085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99085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생활인구 — 갱신 주기 매일인데 경과 85일(stale)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98145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98145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형식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98145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98145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대기오염도 형식 변화 3건 — 인코딩이 해마다 바뀐다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97205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97205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행 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97205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97205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실거래가 8월 7,488건(-28.9%)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96265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96265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알림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96265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96265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7건 — error 4 · warn 2 · info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95325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95325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95325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95325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1위: 생활인구 250m 격자 전환으로 생산 종료 안내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T6 · 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팀에서 나누는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역할 네 갈래 — 단계를 나눠 맡습니다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수집 · 스트리밍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2~3단계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 뜯기 · 스냅샷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레이크 · 품질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4~7단계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메타 표 · 규칙 세 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RAG · 서비스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8~9단계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관제판 · 공지 검색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오케스트레이션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10~11단계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매일 DAG · 알림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 · 3단계는 실제 사이트에 요청합니다 — 반복 실행할 때는 LIVE = False 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T6 · 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T6 · 팀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T6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원천이 조용히 바뀌는 것을 규칙 세 겹으로 먼저 알아챘습니다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감시 목록을 모든 프로젝트 데이터셋으로 늘리기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행 수 규칙을 「최근 2개월 신고 미완성」으로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원인 후보를 관제판 알림 표 옆 칸에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함께 볼 프로젝트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P3 · T5 — 생활인구 코드 어긋남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