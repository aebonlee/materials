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Embedding과 Vector DB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원리와 유사도 검색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글자가 아니라 뜻으로 찾는 검색 — 벡터·차원·코사인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임베딩이 텍스트를 어떤 숫자로 바꾸는지, 차원이 무엇인지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코사인 유사도로 두 문장의 의미적 가까움을 계산한다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COSINE·EUCLID·DOT 세 거리 기준을 구별한다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컬렉션·포인트·payload 를 관계형 DB 용어에 대응시킨다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임베딩을 직접 만들어 차원과 유사도를 손으로 확인합니다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키워드 검색과 무엇이 다른가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글자가 겹치는가 vs 뜻이 가까운가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2781300"/>
            <a:ext cx="55626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키워드 검색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544300" y="2781300"/>
            <a:ext cx="5600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의미(벡터) 검색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찾는 기준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0" y="34480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8850" y="34480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글자가 겹치는가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44300" y="34480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39550" y="34480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뜻이 가까운가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「작업 순서 관리 도구」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41719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8850" y="41719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문서를 못 찾음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544300" y="41719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39550" y="41719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Airflow 문서를 찾음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오타·유의어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43600" y="48958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8850" y="48958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약함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544300" y="48958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639550" y="48958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비교적 강함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정확한 코드·품번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0" y="56197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8850" y="56197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544300" y="56197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639550" y="56197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오히려 약할 수 있음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3436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3436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속도·비용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0" y="6343650"/>
            <a:ext cx="55626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038850" y="6343650"/>
            <a:ext cx="53721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가볍다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544300" y="6343650"/>
            <a:ext cx="56007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639550" y="6343650"/>
            <a:ext cx="54102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 비용이 든다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실무에서는 둘을 함께 쓴다(하이브리드 검색) — 제품 코드·법조문 번호 같은 것은 키워드 검색이 정확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임베딩 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— 문장마다 지도 위에 좌표를 찍는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텍스트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문장 하나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 모델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text-embedding-3-small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nomic-embed-text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벡터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고정 길이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숫자 배열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차원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1536 또는 768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모델이 정한다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 검색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질문과 가까운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좌표의 조각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모델로 만든 벡터끼리만 비교할 수 있다 — 모델이 다르면 좌표계가 다르다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내용이 비슷한 문장일수록 가까운 자리에 — 실제 좌표는 2차원이 아니라 수백~수천 차원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임베딩 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차원은 모델이 정한다 — 크면 세밀하지만 비싸다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 벡터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텍스트 하나를 고정 길이의 숫자 배열로 바꾼 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차원(dimension) = 배열의 길이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모델이 정한다 — text-embedding-3-small 1536 · nomic-embed-text 768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차원은 「표현의 세밀함」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크면 미묘한 차이를 담지만 저장·계산 비용이 늘어난다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모델을 바꾸면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컬렉션 새로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전량 재적재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모델을 바꾸면 이미 저장한 벡터가 전부 무의미해진다 — 실무에서 모델 교체가 큰일인 이유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코사인 유사도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코사인 유사도 — 방향만 보고 길이는 무시한다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622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622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2099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2766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0575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-1 ~ 1 사이의 값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1에 가까울수록 같은 뜻, 0이면 무관, -1이면 반대 방향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0100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0100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2576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3243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1052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길이(크기)는 무시, 방향만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그래서 문장 길이 차이에 덜 흔들린다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05777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05777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30542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37210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15302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cos([1, 0], [2, 0]) = 1.0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길이를 2배로 늘려도 값은 같다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05525"/>
            <a:ext cx="16002000" cy="914400"/>
          </a:xfrm>
          <a:prstGeom prst="roundRect">
            <a:avLst>
              <a:gd name="adj" fmla="val 52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05525"/>
            <a:ext cx="47625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353175"/>
            <a:ext cx="419100" cy="4191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4198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200775"/>
            <a:ext cx="14763750" cy="723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cos([1, 0], [0, 1]) = 0.0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직각 = 무관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dot / (na × nb) — 내적을 두 벡터 길이의 곱으로 나눈다 · 실습 3단계에서 이 네 줄을 직접 짠다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3. 코사인 유사도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거리 기준 세 가지 — 오늘은 COSINE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0D2B5E"/>
          </a:solidFill>
          <a:ln w="9525">
            <a:solidFill>
              <a:srgbClr val="0D2B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COSINE — 방향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텍스트 임베딩의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기본 선택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EUCLID — 직선거리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좌표의 절대 위치가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 있을 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DOT — 내적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벡터 길이 자체에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의미를 담은 모델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컬렉션을 만들 때 size(차원)와 distance(거리 기준)를 반드시 지정한다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 DB — 수억 개 중에서 가까운 것을 빠르게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완전 탐색은 느리다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전부 하나씩 비교하면 수십만~수억 개에서 버틸 수 없다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ANN — 근사 최근접 탐색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조금의 정확도를 내주고 속도를 얻는 맞바꿈 — 「거의 정확하게, 아주 빠르게」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수천 건이면 완전 탐색으로 충분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파이썬 리스트로도 된다 — 그 위로는 전용 저장소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오늘 쓰는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REST·대시보드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4. Vector 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관계형 DB 용어로 읽는 Qdrant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관계형 DB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테이블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컬렉션(collection)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433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433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14337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14337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포인트(point)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3870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3870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기본키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83870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83870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53402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53402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컬럼 값들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53402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53402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(JSON)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229350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229350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— (없음)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6229350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6229350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vector (숫자 배열)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24675"/>
            <a:ext cx="636270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924675"/>
            <a:ext cx="61722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인덱스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6924675"/>
            <a:ext cx="960120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6924675"/>
            <a:ext cx="941070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HNSW 등 ANN 인덱스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payload 에는 7-2에서 챙긴 metadata(source·page·chunk_id)를 그대로 넣는다 — 사람이 읽을 내용은 여기서 나온다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67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2971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095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67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임베딩은 텍스트를 고정 길이 숫자 배열로 바꾸는 것이다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24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3829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3952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724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차원은 모델이 정하고, 컬렉션의 size와 반드시 같아야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5815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46863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48101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5815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모델로 만든 벡터끼리만 비교할 수 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4387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55435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56673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4387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코사인 유사도는 방향만 보므로 문장 길이에 덜 흔들린다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29602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640080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652462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29602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벡터DB는 ANN으로 「거의 정확하게, 빠르게」 찾아 준다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153275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90650" y="7258050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90650" y="7381875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90750" y="7153275"/>
            <a:ext cx="1457325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payload에 원문과 출처를 넣어야 답변 근거를 밝힐 수 있다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7-3 · 이론 1H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7-3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임베딩 생성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임베딩을 직접 만들어 차원을 확인하고, 코사인 유사도를 손으로 계산해 비슷한 쌍과 다른 쌍을 비교합니다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langchain-openai 또는 langchain-ollama 설치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embed_query 로 차원 확인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cos 함수로 유사도 직접 계산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문장 5개의 유사도 표와 배치 속도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API 키 또는 Ollama · 도커 실행 상태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