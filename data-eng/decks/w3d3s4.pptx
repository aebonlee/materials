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DuckDB 로컬 대용량 데이터 처리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수치를 나누고, DuckDB 문법을 한 장으로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크기 배율과 질의 속도 배율을 옆 사람과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문법 여덟 가지를 「하려는 일 → 코드」로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3-4 에 쓸 events.parquet 와 3-1·3-2 파일이 있는지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노트북 사양에 따라 배율이 달라도 괜찮습니다 — 그 차이 자체가 이야깃거리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 수치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잰 배율 두 가지 — 옆 사람과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파일 크기 배율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events.csv 와 events.parquet(zstd)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getsize 로 잰 MB 와 배율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질의 속도 배율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집계 질의를 CSV·Parquet 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bench 3회 평균으로 잰 초와 배율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메모리·디스크 종류에 따라 차이가 크다 — 특히 SSD 인지 HDD 인지. 실측 표를 주차별 산출물 갤러리에 올려 두면 서로 참고하기 좋다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요약 — 하려는 일과 코드 여덟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질의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duckdb.sql("SELECT … FROM 'f.csv'")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구조 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69544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3969544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 SELECT * FROM 'f.csv'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파일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491038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491038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'data/*.parquet'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옵션 주기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012531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012531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read_csv('f.csv', sample_size = -1)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으로 받기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534025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5534025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duckdb.sql(…).df()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을 질의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055519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055519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파이썬변수이름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로 내보내기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6577012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850" y="6577012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(…) TO 'out.parquet' (COMPRESSION zstd)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저장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7098506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8850" y="7098506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(…) TO 폴더 (…, PARTITION_BY (열))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메모리 한도는 SET memory_limit = '4GB' — 정렬·조인 중간 결과가 넘칠 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가 서버 없이 도는 임베디드 분석 DB 임을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지향과 열 지향의 차이를 서랍 정리 비유로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100만 행 events.csv 를 생성하고 적재 없이 SQL 로 질의했다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의 CTE·Window 문법이 그대로 통하는 것을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로 DataFrame 을 받고, 반대로 DataFrame 을 SQL 에서 참조했다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로 zstd Parquet 를 만들고 크기·속도를 실측해 기록했다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열만 vs 전부 읽기로 열 지향의 이유를 확인했다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PARTITION_BY 로 값별 폴더를 만들어 봤다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IO Error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files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경로가 현재 작업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디렉터리 기준으로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pwd·ls 로 위치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확실치 않으면 절대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열 타입이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이상하게 추론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앞부분 표본으로 추론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뒤쪽에 다른 형태가 섞임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read_csv(…, sample_size = -1)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열 타입 직접 지정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대용량 질의 중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 부족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정렬·조인 중간 결과가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한도를 넘음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 memory_limit 명시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열만 SELECT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… TO 폴더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Directory is not empty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경로에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이전 결과가 남아 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OVERWRITE_OR_IGNORE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폴더 지우고 재실행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SELECT * 습관이 대용량에서는 그대로 비용 — 필요한 열만 SELECT 하도록 질의를 줄인다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MySQL 을 대체할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아니다 — 여러 사람이 동시에 쓰고 고치는 업무 처리는 MySQL, 혼자 크게 읽어 분석하는 쪽이 DuckDB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데이터를 파일로만 두나요?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duckdb.connect("my.duckdb") 로 .duckdb 파일에 테이블로 저장할 수도 있다 — 이번 과정은 파일 직접 질의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와는 뭐가 다른가요?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는 한 대, Spark 는 여러 대 — 한 대로 감당되는 수십 GB 면 DuckDB 가 훨씬 간단. 5주차에 그 경계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를 사람이 열어 보려면?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로 SELECT 하면 된다 — 오늘 배운 방법이 곧 뷰어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3-4 · DuckDB를 이용한 데이터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분석 문법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집계·윈도·CTE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집계·조인 분석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윈도 함수와 CTE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연동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venv + duckdb·pandas·pyarrow · 3-3 events.parquet · 3-1 orders_step1.parquet · 3-2 customers.csv 를 작업 폴더에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3-4 DuckDB 데이터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로 질문하기 — 집계·조인·윈도 함수·CTE 를 익히고, DuckDB 와 Pandas 를 왕복하는 감각을 손에 익힙니다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집계와 파일 간 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rank·누적 합계 — 윈도 함수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로 질의를 읽기 쉬운 단계로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어떤 일은 SQL, 어떤 일은 Pandas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파일이 없으면 각 차시 생성 단계 먼저(시드 고정)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