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파티셔닝과 셔플링 최적화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 및 산출물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나눠서 하되, 나누는 비용을 안다 — 5주차 마무리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5주차 닷새의 배운 것과 남은 결과물을 한 표로 되짚는다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증상별 튜닝 체크리스트로 어디부터 볼지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산출물(mart.py·마트 결과·실측표)이 제출 형태인지 점검한다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클러스터는 stop 만 — down -v 는 MinIO 볼륨까지 지워 이번 주 테이블이 사라집니다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5주차에 지나온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322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 처리 · 지연 평가 · Spark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를 읽는 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마스터-워커 클러스터와 잡 제출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 · Iceberg 연결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lake.db.orders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DataFrame API 와 SparkSQL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product_sales · daily_revenue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파티셔닝 · 셔플 최적화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mart.py · daily_sales_mart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주를 관통한 생각 — 「나눠서 하되, 나누는 비용을 안다」 병렬은 공짜가 아니고 셔플이 그 값이다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파티션이 태스크 병렬성의 단위임을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좁은·넓은 변환을 구분하고 셔플이 생기는 지점을 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repartition(셔플 있음)과 coalesce(셔플 없음)의 차이를 실습으로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전후로 Stage 가 나뉘고 Shuffle Read/Write 를 UI 에서 봤다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를 바꿔 실행 시간을 비교했다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스큐를 만들어 한 태스크만 오래 걸리는 것을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mart.py 를 spark-submit 으로 실행해 마트 테이블을 만들었다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배치를 두 번 돌려 멱등을 확인하고 산출물을 제출 형태로 정리했다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튜닝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먼저 볼 곳 → 흔한 처방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먼저 볼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흔한 처방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전체가 느리다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별 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긴 Stage 의 Exchange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태스크만 오래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Task 시간 Max/Median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433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433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스큐 — 키 분포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 부족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3870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3870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 으로 조각을 작게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작은 파일이 많다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직전 파티션 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53402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53402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coalesce 로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조인이 느리다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계획의 조인 방식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2293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2293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쪽 브로드캐스트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빈 태스크가 많다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shuffle.partitions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9246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9246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크기에 맞게 줄이기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 없이 정하지 않는다 — 처음엔 기본값으로 돌리고 UI 를 본다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중 익스큐터가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OutOfMemoryError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파티션이 너무 적거나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키에 몰림(스큐)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 으로 잘게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 분포는 groupBy 로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에 자잘한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수십 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직전 파티션 수 =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출력 파일 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전 coalesce(1)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repartition(n) 으로 정리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coalesce(16) 인데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 그대로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coalesce 는 합치기만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늘릴 수 없다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늘릴 땐 repartition(16)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셔플이니 필요한지 먼저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큰 결과에 coalesce(1)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잡이 죽는다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태스크가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떠안는다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repartition(n) 으로 적당히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파일당 100~200MB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네 가지 모두 「파티션 수」 하나로 통한다 — 너무 적어도, 많아도, 치우쳐도 손해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를 항상 줄이면 좋나요?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— 데이터가 크면 늘려야 한다. AQE 가 켜져 있으면 대개 알아서 조정하니 문제가 실제로 보일 때만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셔플을 아예 없앨 수는 없나요?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groupBy·join 이 있으면 원리상 필요 — 필터 먼저·열 줄이기·브로드캐스트로 줄이는 것이 현실적 목표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와 repartition 중 뭘 먼저 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번 쓸 데이터면 cache, 병렬이 모자라면 repartition — 둘 다 필요하면 repartition 후 cache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실무에서 파티션 수를 어떻게 정하나요?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기본값으로 돌리고 UI 를 본다 — Task 가 수십 ms 면 줄이고, 메모리가 부족하면 늘린다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6주차로 이어지는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배치에서 흘러오는 데이터로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6주차 Kafka — 흘러오는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개념이 Kafka 에도 그대로 나온다 — 이름도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Structured Streaming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배운 DataFrame API 로 스트림을 다룬다 — 문법이 거의 같다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와 Airflow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6주차 CDC 에 4-3 의 MERGE 와 Spark 가 함께 · 8주차 Airflow 가 mart.py 를 스케줄로 부른다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docker compose 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(-v 금지)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cd ~/data-eng/week5 → docker compose stop → mkdir -p ~/data-eng/week6 — 6주차 Kafka 는 메모리를 많이 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6-1 · 실시간 데이터와 Kafka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실시간 데이터의 특징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 vs 스트리밍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이론·실습 2.5H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Kafka 핵심 구조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CLI 로 첫 송수신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점검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 복습 · 질의응답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Desktop 실행(메모리 8GB 이상 권장) · docker --version 확인 · 2주차 MySQL 컨테이너는 6-4 CDC 에서 다시 쓰니 지우지 말 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6-1 실시간 데이터와 Kafka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5주차까지는 「모아 두었다가 한꺼번에」, 6주차는 「생기는 대로 흘려보내며」 — Kafka 를 처음 띄우고 메시지를 주고받습니다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배치 vs 스트리밍 — 처리 단위·지연시간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브로커·토픽·파티션·오프셋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KRaft 단일 브로커 기동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로 토픽 만들고 메시지 송수신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8GB 이상 · Spark 는 stop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