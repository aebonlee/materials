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분산 처리와 Spark 아키텍처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UI로 잡 구조 읽기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→ Stage → Task 와 DAG, 셔플이 Stage 를 가른다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탭에서 Job 이 action 수보다 많은 것을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의 Job 둘과 explain 의 Exchange 를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계획의 200 과 실제 Task 1 — AQE 가 합친 것을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 시간을 재 보고 Storage 탭에서 캐시를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Executors 탭에 driver 하나뿐인 화면을 기억해 두세요 — 5-2 에서 워커로 채워집니다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탭을 하나씩 열며 계층을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실습의 셸과 localhost:4040 그대로 — 탭 여섯(SQL / DataFrame 포함)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Jobs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이 action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수보다 많다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셔플·Task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Job 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→ Task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DAG·실행자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skipped 박스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driver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세 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Storage 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실패·나가기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4040 겹침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exit()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 — action 하나가 Job 여럿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 ·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3700" y="3448050"/>
            <a:ext cx="10401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8950" y="34480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at … · showString at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3700" y="4171950"/>
            <a:ext cx="10401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8950" y="41719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Job 이 걸린 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Stages 1/1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3700" y="4895850"/>
            <a:ext cx="10401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8950" y="48958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 하나를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1/1 (1 skipped)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3700" y="5619750"/>
            <a:ext cx="10401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8950" y="56197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Job 이 해 둔 단계를 건너뜀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 클릭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3700" y="6343650"/>
            <a:ext cx="10401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8950" y="63436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 목록 + DAG 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count() 가 Job 0 · 1, show(5) 가 Job 2 · 3 · 4 — 파티션별 개수 세기까지 일곱 줄 안팎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로 셔플을 만들면 Job 이 둘 늘어난다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 — 같은 키를 한곳에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bucket 0~9 가 100000 씩(순서는 섞임)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~ 100만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bucket = id % 10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groupBy·count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탭과 explain()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「나누기」와 「모아서 세기」 사이가 셔플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7 — Stage 하나, Task 16</a:t>
            </a:r>
          </a:p>
        </p:txBody>
      </p:sp>
      <p:sp>
        <p:nvSpPr>
          <p:cNvPr id="30" name="Oval 2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8 — 1/1 (1 skipped), Task 1</a:t>
            </a:r>
          </a:p>
        </p:txBody>
      </p:sp>
      <p:sp>
        <p:nvSpPr>
          <p:cNvPr id="32" name="Oval 3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hashpartitioning(…, 200)</a:t>
            </a:r>
          </a:p>
        </p:txBody>
      </p:sp>
      <p:sp>
        <p:nvSpPr>
          <p:cNvPr id="34" name="Oval 33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= 셔플 · 맨 위 AdaptiveSparkPlan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Stages 탭 — 계획은 200, 실제 Task 는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 9 (Job 7) — Task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수와 같다 · 파티션마다 62500 행을 읽어 나눈다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 11 (Job 8) — Task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계획은 200(셔플 파티션 기본값) — AQE 가 실행 중에 합쳤다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Duration 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Task 만 유난히 오래 걸리면 데이터가 한쪽에 몰린 것(스큐)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Summary Metrics 의 Min · Median · 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비교하면 치우침이 한눈에 보인다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요점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계획과 실제는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다를 수 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를 읽는다 — 박스가 Stage, 선이 셔플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Job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 9 하나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끝이 Exchange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Job 8 · Stage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skipped · 회색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끝에 Exchange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사이의 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Stage 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AQEShuffleRead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시작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박스 안 상자가 연산 · 위에서 아래로 읽기 — 이론 챕터의 도해와 같은 구조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5단계 Executors 탭: driver 하나 · Cores 16(Docker 에 준 CPU 수 — 사람마다 다름) — 5-2 에서 워커가 줄줄이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 — 시간 차이는 작다, Storage 탭을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 세 번 (1회)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0.27 · 0.19 · 0.17초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 세 번 (2회)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4337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4337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0.57 · 0.33 · 0.38초 (역전)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Cached Partitions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3870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3870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 (파티션 수)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Fraction Cached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53402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53402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 in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22935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22935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2.8 MiB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보면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692467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692467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big.unpersist()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spark.range 는 숫자를 그 자리에서 만들어 캐시 읽기와 비용이 비슷 — 캐시는 정말 여러 번 쓸 때만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하나 더 띄우면 4040 이 겹친다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띄운 채 새 창에서 같은 docker run → Bind for 0.0.0.0:4040 failed: port is already allocated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창에서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docker run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4040:4040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셸이 안 뜨고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끝난다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4040 을 앞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컨테이너가 잡음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셸 exit()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-p 4041:4040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exit() 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탭에 1/1 과 1/1 (1 skipped) 줄이 섞여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가 Job 둘 — Task 16 / skipped + Task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 에 Exchange …(…, 200), 실제 Task 는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 8 DAG 에 회색 skipped 박스와 AQEShuffleRead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Executors 탭에 driver 하나, Storage 탭에 16 · 2.8 MiB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 뒤 docker ps -a 는 제목 줄만, 4040 닫힘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본 개념 아홉 개를 표로 정리하고, 5-2 클러스터를 위한 이미지·메모리를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개념 9개 — 한 줄 정의와 UI 위치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apache/spark (1.56GB)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info — Total Memory 4GiB 이상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· 자주 겪는 오류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 세 시간 · Cores 수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