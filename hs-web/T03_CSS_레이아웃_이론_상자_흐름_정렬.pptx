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4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1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D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 기술 이론 3장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0" b="1" spc="-280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CSS 레이아웃 이론 — 상자·흐름·정렬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334000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박스 모델, 일반 흐름, 포지셔닝, Flexbox와 Grid의 사고 방식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AI·SW계열 · 웹프로그래밍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 hs-web.dreamitbiz.com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3장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 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박스 모델 네 겹과 box-sizing의 차이를 정확히 계산할 수 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일반 흐름(normal flow)이 무엇인지 설명하고, 그것을 벗어나는 방법을 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포함 블록(containing block) 개념으로 absolute의 기준을 설명할 수 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Flexbox의 주축·교차축 모델로 정렬을 예측할 수 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Flexbox와 Grid를 상황에 맞게 고를 수 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3장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3장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핵심 키워드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781300"/>
            <a:ext cx="1039383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039383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박스 모델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77633" y="2781300"/>
            <a:ext cx="1307640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77633" y="2781300"/>
            <a:ext cx="130764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box-sizing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80523" y="2781300"/>
            <a:ext cx="1039383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0523" y="2781300"/>
            <a:ext cx="1039383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일반 흐름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15155" y="2781300"/>
            <a:ext cx="1039383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5155" y="2781300"/>
            <a:ext cx="1039383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마진 상쇄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9788" y="2781300"/>
            <a:ext cx="1039383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9788" y="2781300"/>
            <a:ext cx="1039383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포함 블록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84421" y="2781300"/>
            <a:ext cx="669625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4421" y="2781300"/>
            <a:ext cx="669625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BFC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49297" y="2781300"/>
            <a:ext cx="631382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9297" y="2781300"/>
            <a:ext cx="631382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flex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75929" y="2781300"/>
            <a:ext cx="657805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75929" y="2781300"/>
            <a:ext cx="657805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grid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8984" y="2781300"/>
            <a:ext cx="425303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8984" y="2781300"/>
            <a:ext cx="425303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fr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49538" y="2781300"/>
            <a:ext cx="1046390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49538" y="2781300"/>
            <a:ext cx="104639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minmax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학습사이트의 본문에서 이 낱말들을 찾아 읽으면 이 시간의 뼈대가 잡힙니다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3장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3장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모든 것은 상자다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CSS 레이아웃의 출발점은 모든 요소가 네모난 상자라는 것입니다.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3장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3장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모든 것은 상자다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둥근 버튼도, 원형 아바타도, 실제로는 사각형 상자에 border-radius 를 준 것입니다.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배치를 계산할 때 브라우저가 보는 것은 언제나 사각형입니다.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3장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3장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같은 코드, 다른 결과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width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200px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padding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20px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border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solid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content-box (기본값) — width는 "내용"의 폭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실제 폭 =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200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242px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border-box — width는 "테두리까지"의 폭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실제 폭 =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200px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내용 폭 =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200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-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-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-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-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158px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3장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3장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1.1 box-sizing이 바꾸는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85750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09943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16611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95275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거의 모든 실무 프로젝트가 CSS 첫 줄에 * { box-sizing: border-box; } 를 씁니다.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389382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389382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13575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20243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98907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3등분한 칸에 padding을 주면 합이 100%를 넘어 넘치는 문제가 이것 하나로 사라지기 때문입니다.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493014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493014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02539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max-width 에 패딩을 포함시키지 마세요.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596646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596646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20839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27507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06171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border-box에서는 패딩이 바뀌면 내용 폭까지 흔들립니다.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00278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700278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28750" y="724471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8750" y="731139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709803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컨테이너는 max-width: calc(내용폭 + 2 * var(--pad)) 처럼 계산해 두어야 화면 폭이 바뀌어도 내용 폭이 일정합니다.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3장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3장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위아래 마진은 겹칩니다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margin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bottom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30px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margin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top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20px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사이 간격 = 50px이 아니라 30px (큰 쪽만 남는다)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부모-자식 사이에서도 일어납니다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parent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margin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top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parent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first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child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margin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top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40px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자식의 마진이 부모 밖으로 새어 나가 부모가 40px 밀린다 */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3장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3장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1.2 마진 상쇄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마진 상쇄는 수직 마진에서만 일어나며, 좌우 마진은 겹치지 않습니다.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부모에 padding·border·overflow: hidden·display: flex 중 하나라도 있으면 상쇄가 막힙니다.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Flexbox와 Grid 안에서는 마진 상쇄가 아예 일어나지 않습니다 — 이것도 요즘 레이아웃이 편해진 이유 중 하나입니다.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3장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3장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일반 흐름(normal flow)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아무 배치 속성도 주지 않았을 때 요소가 놓이는 기본 규칙을 일반 흐름이라고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3장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3장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일반 흐름(normal flow)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212431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212431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5393531" y="2781300"/>
            <a:ext cx="5462588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3531" y="2781300"/>
            <a:ext cx="5462588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블록(block)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94219" y="2781300"/>
            <a:ext cx="6250781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94219" y="2781300"/>
            <a:ext cx="6250781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인라인(inline)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212431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02193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방향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93531" y="3448050"/>
            <a:ext cx="546258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8781" y="3448050"/>
            <a:ext cx="527208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세로로 쌓인다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894219" y="3448050"/>
            <a:ext cx="625078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89469" y="3448050"/>
            <a:ext cx="606028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가로로 이어진다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212431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02193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너비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93531" y="4171950"/>
            <a:ext cx="546258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8781" y="4171950"/>
            <a:ext cx="527208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부모의 가로 전체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894219" y="4171950"/>
            <a:ext cx="625078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89469" y="4171950"/>
            <a:ext cx="606028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내용만큼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212431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02193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width/height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93531" y="4895850"/>
            <a:ext cx="546258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8781" y="4895850"/>
            <a:ext cx="527208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적용됨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894219" y="4895850"/>
            <a:ext cx="625078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89469" y="4895850"/>
            <a:ext cx="606028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적용 안 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212431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02193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수직 margin/padding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93531" y="5619750"/>
            <a:ext cx="546258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8781" y="5619750"/>
            <a:ext cx="527208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margin 적용, 다음 요소를 민다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894219" y="5619750"/>
            <a:ext cx="625078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89469" y="5619750"/>
            <a:ext cx="606028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margin 무시, padding은 겹쳐 보임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4212431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402193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대표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93531" y="6343650"/>
            <a:ext cx="546258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8781" y="6343650"/>
            <a:ext cx="527208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div p h1 ul li section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894219" y="6343650"/>
            <a:ext cx="625078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89469" y="6343650"/>
            <a:ext cx="606028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span a strong em img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레이아웃 작업이란 사실상 "일반 흐름을 어디까지 유지하고 어디서 벗어날까"를 정하는 일입니다.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3장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3장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inline-block — 둘의 절충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.tag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display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inline-block;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옆으로 이어지되 크기를 가질 수 있다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width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80px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padding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6px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12px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⚠ inline-block 요소 사이에는 정체불명의 4px 틈이 생깁니다.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소스의 줄바꿈이 공백 문자로 해석되기 때문입니다.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→ 요즘은 그냥 Flexbox를 씁니다. 이 문제가 없습니다. */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3장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3장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흐름을 벗어나기 — 포지셔닝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3장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3장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흐름을 벗어나기 — 포지셔닝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574471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574471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position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5571" y="2781300"/>
            <a:ext cx="68199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55571" y="2781300"/>
            <a:ext cx="6819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기준(포함 블록)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613571" y="2781300"/>
            <a:ext cx="6531429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13571" y="2781300"/>
            <a:ext cx="6531429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흐름에 남는가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574471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38397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static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55571" y="3448050"/>
            <a:ext cx="6819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50821" y="3448050"/>
            <a:ext cx="6629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 (위치 지정 안 함)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13571" y="3448050"/>
            <a:ext cx="653142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08821" y="3448050"/>
            <a:ext cx="634092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574471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38397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relative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55571" y="4171950"/>
            <a:ext cx="6819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50821" y="4171950"/>
            <a:ext cx="6629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원래 자기 자리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613571" y="4171950"/>
            <a:ext cx="653142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08821" y="4171950"/>
            <a:ext cx="634092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 (원래 자리를 계속 차지)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574471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38397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absolute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55571" y="4895850"/>
            <a:ext cx="6819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50821" y="4895850"/>
            <a:ext cx="6629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가장 가까운, static이 아닌 조상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613571" y="4895850"/>
            <a:ext cx="653142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08821" y="4895850"/>
            <a:ext cx="634092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아니오 (다른 요소가 자리를 메운다)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574471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38397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fixed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55571" y="5619750"/>
            <a:ext cx="6819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50821" y="5619750"/>
            <a:ext cx="6629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뷰포트(화면)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613571" y="5619750"/>
            <a:ext cx="653142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08821" y="5619750"/>
            <a:ext cx="634092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아니오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2574471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238397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sticky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755571" y="6343650"/>
            <a:ext cx="6819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50821" y="6343650"/>
            <a:ext cx="6629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스크롤 컨테이너 + 지정 위치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613571" y="6343650"/>
            <a:ext cx="653142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708821" y="6343650"/>
            <a:ext cx="634092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3장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3장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3.1 포함 블록 — absolute의 핵심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absolute 요소는 "가장 가까운, position이 static이 아닌 조상" 을 기준으로 위치가 정해집니다.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그런 조상이 하나도 없으면 문서 전체(초기 포함 블록)가 기준이 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3장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3장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relative-absolute 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.card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position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relative;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← 기준점 선언. 이 한 줄이 핵심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.card .badge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position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absolute;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top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-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8px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right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-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8px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.card에 relative가 없으면 배지가 화면 구석으로 날아갑니다.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"배지가 엉뚱한 데 있어요"의 원인 1위입니다. */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3장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3장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3.1 포함 블록 — absolute의 핵심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transform·filter·will-change 가 걸린 요소도 fixed 자식의 기준이 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그래서 애니메이션을 주었더니 position: fixed 인 모달이 갑자기 이상한 곳에 붙는 일이 생깁니다.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알아 두면 나중에 몇 시간을 아낍니다.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3장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3장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3.2 쌓임 맥락(stacking context)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z-index 는 단순히 숫자가 큰 것이 위로 오는 것이 아닙니다.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쌓임 맥락이라는 계층이 먼저 있고, 그 안에서만 z-index가 비교됩니다.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3장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3장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z-index 999가 z-index 1에 지는 경우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parent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position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relative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z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index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parent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child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position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relative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z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index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999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parent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position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relative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z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index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.child(999)는 .parent-b(2)보다 아래에 있습니다.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.child는 .parent-a라는 상자 안에 갇혀 있고,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그 상자 자체가 z-index 1이기 때문입니다. */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3장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3장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3.2 쌓임 맥락(stacking context)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쌓임 맥락은 position + z-index, opacity &lt; 1, transform, filter, will-change 등이 만듭니다.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"z-index를 아무리 올려도 안 올라온다"면 부모가 만든 쌓임 맥락에 갇힌 것입니다.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3장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3장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Flexbox — 한 방향 정렬 모델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Flexbox의 사고 모델은 단순합니다.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3장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3장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Flexbox — 한 방향 정렬 모델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0144991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0144991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flex-direction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326091" y="2781300"/>
            <a:ext cx="2871355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26091" y="2781300"/>
            <a:ext cx="2871355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235545" y="2781300"/>
            <a:ext cx="2909455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235545" y="2781300"/>
            <a:ext cx="2909455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교차축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10144991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995449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row (기본)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326091" y="3448050"/>
            <a:ext cx="287135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21341" y="3448050"/>
            <a:ext cx="268085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가로 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235545" y="3448050"/>
            <a:ext cx="290945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330795" y="3448050"/>
            <a:ext cx="271895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세로 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10144991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995449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row-reverse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326091" y="4171950"/>
            <a:ext cx="287135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21341" y="4171950"/>
            <a:ext cx="268085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가로 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235545" y="4171950"/>
            <a:ext cx="290945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330795" y="4171950"/>
            <a:ext cx="271895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세로 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10144991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995449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column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326091" y="4895850"/>
            <a:ext cx="287135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21341" y="4895850"/>
            <a:ext cx="268085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세로 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235545" y="4895850"/>
            <a:ext cx="290945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330795" y="4895850"/>
            <a:ext cx="271895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가로 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10144991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995449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column-reverse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326091" y="5619750"/>
            <a:ext cx="287135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21341" y="5619750"/>
            <a:ext cx="268085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세로 ↑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4235545" y="5619750"/>
            <a:ext cx="290945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330795" y="5619750"/>
            <a:ext cx="271895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가로 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주축(main axis) 하나를 정하고, 그 방향으로 요소를 늘어놓은 뒤, 주축과 교차축 각각에서 정렬합니다.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3장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3장 ·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두 속성만 정확히 기억하면 됩니다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justify-content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= 주축 정렬 (요소가 늘어서는 방향)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align-items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= 교차축 정렬 (직각 방향)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flex-direction: column 이면 둘의 방향이 뒤바뀝니다. "안 먹는 것 같다" 싶으면 direction부터 확인하세요.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3장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3장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flex: grow shrink basis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flex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= 1 1 0    남는 공간을 균등하게 나눠 가진다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flex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220px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기본 220px, 늘어나도 줄어도 된다 — 반응형 카드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flex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200px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무슨 일이 있어도 200px 고정 — 사이드바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flex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auto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= 1 1 auto  내용 크기를 기준으로 늘어난다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flex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none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= 0 0 auto  내용 크기 그대로 고정 */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3장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3장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4.1 flex 축약형 읽기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flex-wrap 의 기본값은 nowrap 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그래서 좁은 화면에서 카드가 찌그러집니다.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flex-wrap: wrap + flex: 1 1 220px 조합이면 미디어쿼리 없이도 반응형이 됩니다.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3장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3장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4.1 flex 축약형 읽기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flex 항목의 min-width 기본값은 auto 라서 내용보다 작아지지 않습니다.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긴 텍스트나 넓은 표가 든 항목이 안 줄어들면 min-width: 0 을 주세요.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Grid의 minmax(0, 1fr) 과 같은 이유의 문제입니다.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3장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3장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Grid — 2차원 격자 모델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Grid는 틀을 먼저 정하고 그 안에 내용을 채우는 방식입니다.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3장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3장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트랙 정의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grid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template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columns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200px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1fr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200px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고정 · 나머지 · 고정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grid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template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columns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repeat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1fr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균등 3등분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grid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template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columns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repeat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auto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fit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minmax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240px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1fr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));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그 자체로 반응형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grid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template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rows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auto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1fr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auto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머리 · 본문(남는 만큼) · 바닥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gap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16px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24px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        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행 간격 · 열 간격 */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BD0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Flexbox가 "내용이 크기를 정한다"면 Grid는 "틀이 크기를 정한다"에 가깝습니다.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3장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3장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5.1 fr 과 minmax(0, 1fr)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fr 은 남는 공간을 나누는 비율 단위입니다.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그런데 1fr 의 최소 크기는 auto(=내용 크기)라서, 안에 든 것이 크면 칸이 줄어들지 않습니다.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3장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3장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실무에서 반드시 쓰는 형태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❌ 긴 URL이나 넓은 표가 들어가면 격자가 화면 밖으로 삐져나간다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grid-template-columns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repeat(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1fr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✅ 최소를 0으로 못 박아 내용이 커도 칸이 줄어들게 한다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grid-template-columns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repeat(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minmax(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1fr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3장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3장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5.2 auto-fit과 auto-fill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580409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580409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3761509" y="2781300"/>
            <a:ext cx="6653645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61509" y="2781300"/>
            <a:ext cx="6653645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동작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53255" y="2781300"/>
            <a:ext cx="6691745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53255" y="2781300"/>
            <a:ext cx="6691745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항목이 적을 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580409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38990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auto-fit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61509" y="3448050"/>
            <a:ext cx="665364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56759" y="3448050"/>
            <a:ext cx="646314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들어가는 만큼 칸을 만들되 빈 칸을 접는다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53255" y="3448050"/>
            <a:ext cx="669174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48505" y="3448050"/>
            <a:ext cx="650124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남은 공간을 항목이 나눠 가져 넓어짐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580409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38990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auto-fill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61509" y="4171950"/>
            <a:ext cx="665364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56759" y="4171950"/>
            <a:ext cx="646314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들어가는 만큼 칸을 만들고 빈 칸을 남긴다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53255" y="4171950"/>
            <a:ext cx="669174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48505" y="4171950"/>
            <a:ext cx="650124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항목이 원래 크기를 유지하고 오른쪽이 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3장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3장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5.2 auto-fit과 auto-fill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대부분 auto-fit 이 원하는 동작입니다.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그리고 이 조합에는 미디어쿼리를 덧붙이지 마세요 — 이미 반응형이라 오히려 동작을 망칩니다.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3장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3장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grid-template-areas — 페이지 뼈대에 최적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.layout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display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grid;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grid-template-columns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220px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1fr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grid-template-areas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"header header"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"side   main"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"footer footer"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gap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16px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.layout &gt; header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grid-area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header;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.layout &gt; aside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grid-area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side; 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3장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3장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grid-template-areas — 페이지 뼈대에 최적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28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.layout &gt; main 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grid-area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main;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.layout &gt; footer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grid-area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footer;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반응형: 영역 배치만 다시 그리면 된다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@media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max-width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 768px)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  .layout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grid-template-columns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1fr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grid-template-areas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"header"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"main"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"side"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"footer"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3장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3장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5.3 영역 이름으로 배치하기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85750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09943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16611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95275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방식의 장점은 CSS만 보고도 화면 배치가 그려진다는 것입니다.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389382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389382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13575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20243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98907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반응형에서 순서까지 바꿀 수 있어 사이드바를 모바일에서 본문 아래로 내리는 것도 한 줄입니다.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493014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493014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02539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다만 grid-template-areas 로 시각적 순서를 바꾸면 키보드 이동 순서(코드 순서)와 어긋납니다.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596646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596646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20839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27507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06171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화면에서는 본문이 먼저인데 Tab을 누르면 사이드바로 가는 식입니다.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00278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700278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28750" y="724471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8750" y="731139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709803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순서를 크게 바꿀 때는 HTML 순서 자체를 고치는 편이 낫습니다.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3장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3장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무엇을 언제 쓸 것인가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3장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3장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무엇을 언제 쓸 것인가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053445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053445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상황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4545" y="2781300"/>
            <a:ext cx="5417127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4545" y="2781300"/>
            <a:ext cx="5417127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도구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689773" y="2781300"/>
            <a:ext cx="5455227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89773" y="2781300"/>
            <a:ext cx="5455227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053445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862945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내비게이션 메뉴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4545" y="3448050"/>
            <a:ext cx="5417127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9795" y="3448050"/>
            <a:ext cx="5226627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Flexbox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689773" y="3448050"/>
            <a:ext cx="5455227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85023" y="3448050"/>
            <a:ext cx="5264727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줄, 내용 크기가 제각각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044043"/>
            <a:ext cx="5053445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044043"/>
            <a:ext cx="4862945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버튼 묶음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4545" y="4044043"/>
            <a:ext cx="5417127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9795" y="4044043"/>
            <a:ext cx="5226627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Flexbox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689773" y="4044043"/>
            <a:ext cx="5455227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85023" y="4044043"/>
            <a:ext cx="5264727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방향 + gap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640036"/>
            <a:ext cx="5053445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640036"/>
            <a:ext cx="4862945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가운데 정렬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4545" y="4640036"/>
            <a:ext cx="5417127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29795" y="4640036"/>
            <a:ext cx="5226627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Flexbox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689773" y="4640036"/>
            <a:ext cx="5455227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85023" y="4640036"/>
            <a:ext cx="5264727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세 줄이면 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236029"/>
            <a:ext cx="5053445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236029"/>
            <a:ext cx="4862945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카드 나열 (한 줄 기준)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4545" y="5236029"/>
            <a:ext cx="5417127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29795" y="5236029"/>
            <a:ext cx="5226627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Flexbox + wrap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689773" y="5236029"/>
            <a:ext cx="5455227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785023" y="5236029"/>
            <a:ext cx="5264727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내용에 따라 유연하게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832021"/>
            <a:ext cx="5053445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832021"/>
            <a:ext cx="4862945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사진 갤러리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34545" y="5832021"/>
            <a:ext cx="5417127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29795" y="5832021"/>
            <a:ext cx="5226627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Grid + auto-fit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689773" y="5832021"/>
            <a:ext cx="5455227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785023" y="5832021"/>
            <a:ext cx="5264727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균등한 격자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428014"/>
            <a:ext cx="5053445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428014"/>
            <a:ext cx="4862945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페이지 전체 뼈대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34545" y="6428014"/>
            <a:ext cx="5417127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29795" y="6428014"/>
            <a:ext cx="5226627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Grid + areas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689773" y="6428014"/>
            <a:ext cx="5455227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785023" y="6428014"/>
            <a:ext cx="5264727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행과 열이 모두 중요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7024007"/>
            <a:ext cx="5053445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7024007"/>
            <a:ext cx="4862945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대시보드 (칸 합치기)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34545" y="7024007"/>
            <a:ext cx="5417127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29795" y="7024007"/>
            <a:ext cx="5226627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Grid + span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689773" y="7024007"/>
            <a:ext cx="5455227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785023" y="7024007"/>
            <a:ext cx="5264727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2차원 배치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3장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3장 ·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실무의 기본형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큰 틀은 Grid, 각 칸 안은 Flexbox.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조합이 가장 흔하고 가장 잘 동작합니다.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float 는 이제 쓰지 않습니다.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글 안에 이미지를 흘려 넣는 원래 용도에만 남았습니다.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표로 화면을 배치하지 않습니다.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화면낭독기가 표로 읽고, 반응형이 불가능합니다.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3장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 기술 이론 3장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3장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CSS 레이아웃 이론 — 상자·흐름·정렬 — 본문과 도해는 학습사이트에서 다시 읽습니다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학습사이트 장 페이지 끝의 「이해했어요 · 어려워요」 표시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함께 볼 주차: 4주차 · 5주차 · 6주차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막히면 「질문있어요」 — 질문은 반 전체가 같은 자리에서 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