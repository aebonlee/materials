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실전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 활용법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요청문 쓰는 법 · 고쳐 나가는 법 · 답을 검증하는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원하는 결과를 얻는 요청문의 구조를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오류가 났을 때 무엇을 어떻게 붙여넣는지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AI의 답을 그대로 믿지 않고 검증하는 절차를 익힌다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9338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9338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요청문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4579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4579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반복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9212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9212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오류 붙여넣기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6039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6039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요청문에는 네 가지가 들어갑니다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요청문에는 네 가지가 들어갑니다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1980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1980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0907" y="2781300"/>
            <a:ext cx="595266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0907" y="2781300"/>
            <a:ext cx="595266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적나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91672" y="2781300"/>
            <a:ext cx="865332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672" y="2781300"/>
            <a:ext cx="865332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상황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0907" y="3448050"/>
            <a:ext cx="59526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157" y="3448050"/>
            <a:ext cx="57621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누구이고 무엇을 하는 중인지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1672" y="3448050"/>
            <a:ext cx="86533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922" y="3448050"/>
            <a:ext cx="84628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"웹 개발 처음 배우는 대학교 1학년이야"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목적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0907" y="4171950"/>
            <a:ext cx="59526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96157" y="4171950"/>
            <a:ext cx="57621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만들고 싶은지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91672" y="4171950"/>
            <a:ext cx="86533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922" y="4171950"/>
            <a:ext cx="84628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"학과 소개 페이지를 만들려고 해"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조건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0907" y="4895850"/>
            <a:ext cx="59526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96157" y="4895850"/>
            <a:ext cx="57621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지켜야 할 제약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1672" y="4895850"/>
            <a:ext cx="86533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922" y="4895850"/>
            <a:ext cx="84628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"HTML 파일 하나로, 외부 라이브러리 없이"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0907" y="5619750"/>
            <a:ext cx="59526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157" y="5619750"/>
            <a:ext cx="57621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답을 어떤 모양으로 받고 싶은지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91672" y="5619750"/>
            <a:ext cx="86533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922" y="5619750"/>
            <a:ext cx="84628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"코드에 한글 주석을 달아서"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조건이 가장 자주 빠집니다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조건을 안 주면 AI는 자기가 좋다고 생각하는 것을 가져옵니다 — 배우지도 않은 라이브러리, 파일 열 개짜리 구조 같은 것들.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"우리는 아직 CSS만 배웠어. JavaScript는 쓰지 말아 줘" 한 줄이 결과를 완전히 바꿉니다.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수업 진도를 조건으로 적는 습관을 들이세요.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나쁜 요청 vs 좋은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28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28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말고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0" y="2781300"/>
            <a:ext cx="13335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0" y="2781300"/>
            <a:ext cx="13335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628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"웹사이트 만들어 줘"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0" y="3448050"/>
            <a:ext cx="13335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05250" y="3448050"/>
            <a:ext cx="13144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"HTML 한 파일로 자기소개 페이지를 만들어 줘. 제목·사진자리·소개 2문단·취미 목록이 필요해."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628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"안 돼요"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000" y="4171950"/>
            <a:ext cx="13335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5250" y="4171950"/>
            <a:ext cx="13144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"버튼을 눌러도 반응이 없어. 콘솔에 이 오류가 떠: (오류 그대로 붙여넣기) 코드는 이거야: (코드 붙여…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628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"더 예쁘게"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0" y="4895850"/>
            <a:ext cx="13335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5250" y="4895850"/>
            <a:ext cx="13144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"글자가 너무 작아. 본문을 16px로 키우고 줄간격을 1.8로 해 줘. 배경은 흰색 유지."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628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"고쳐 줘"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5619750"/>
            <a:ext cx="13335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5250" y="5619750"/>
            <a:ext cx="13144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"3번째 줄의 color 를 바꿨는데 화면이 그대로야. 왜 적용이 안 되는지 알려 줘."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나쁜 요청 vs 좋은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규칙은 하나입니다 — 구체적으로.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내가 애매하게 물으면 AI는 애매하게 답합니다.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그리고 애매한 답을 고치느라 더 오래 걸립니다.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반복이 본체입니다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완성되는 일은 거의 없습니다.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반복이 본체입니다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코딩은 네 단계를 돌리는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요청한다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위의 네 요소를 담아서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저장하고 브라우저에서 직접 본다 (⚠ 이 단계를 건너뛰지 마세요)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관찰한다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기대와 다른가? 콘솔에 오류는?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다시 요청한다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점 하나만 콕 집어서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번에 하나씩 고치세요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"색깔도 바꾸고 크기도 키우고 위치도 옮겨 줘" → 셋 다 어중간해집니다.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하나씩 고치면 무엇 때문에 달라졌는지 알 수 있습니다. 그게 공부입니다.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고칠 것이 많으면 목록으로 적어 두고 위에서부터 하나씩 처리하세요.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막혔을 때 — 오류 붙여넣는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이것만 제대로 해도 혼자 해결하는 비율이 크게 올라갑니다.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막혔을 때 쓰는 틀 — 그대로 복사해서 채우세요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[하고 싶은 것]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버튼을 누르면 아래 글자가 바뀌게 하고 싶어.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[실제로 일어나는 일]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버튼을 눌러도 아무 반응이 없어.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[콘솔에 뜬 오류]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Uncaught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TypeError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Cannot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properties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of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reading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'addEventListener'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[내 코드]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(여기에 코드 전체를 붙여넣기)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원인이 무엇이고 어떻게 고치면 되는지 알려 줘.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그리고 왜 그런 오류가 나는지도 설명해 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가지를 함께 붙여넣으세요.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막혔을 때 — 오류 붙여넣는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403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40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빠뜨리면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1400" y="2781300"/>
            <a:ext cx="110236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1400" y="2781300"/>
            <a:ext cx="11023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어떻게 되나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940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74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하고 싶은 것을 안 적으면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1400" y="3448050"/>
            <a:ext cx="11023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6650" y="344805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AI가 엉뚱한 것을 고칩니다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940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74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 메시지를 안 적으면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1400" y="4171950"/>
            <a:ext cx="11023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6650" y="417195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"이럴 수도 저럴 수도 있다"는 답이 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940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74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코드를 안 적으면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1400" y="4895850"/>
            <a:ext cx="11023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6650" y="489585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일반론만 옵니다. 내 문제는 그대로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940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74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오류를 요약해서 적으면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1400" y="5619750"/>
            <a:ext cx="11023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6650" y="561975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단어가 빠져 원인을 못 찾습니다. 그대로 복사하세요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막혔을 때 — 오류 붙여넣는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마지막 줄의 "왜 그런 오류가 나는지도 설명해 줘"를 꼭 붙이세요.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고친 코드만 받으면 다음에 또 같은 곳에서 막힙니다.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설명을 받는 것이 이 수업의 목적입니다.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AI의 답을 검증하는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AI는 틀린 답도 자신 있게 내놓습니다.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AI의 답을 검증하는 절차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받은 코드를 그대로 제출하기 전에 아래를 거치세요.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브라우저에서 직접 열어 본다. 이것을 안 하고 제출한 과제는 대개 동작하지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콘솔을 본다.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F12 → Console 탭. 빨간 글씨가 있으면 아직 안 끝난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AI의 답을 검증하는 절차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읽는다.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줄이 있으면 그 줄을 집어서 "이 줄이 무슨 일을 하는지 설명해 줘"라고 물어봅니다.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요구사항과 대조한다.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과제에 적힌 조건을 하나씩 짚어 가며 확인합니다.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모르는 함수·태그는 확인한다.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MDN(developer.mozilla.org)에서 검색해 실재하는지 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자주 틀리는 자리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없는 것을 지어냅니다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존재하지 않는 함수, 없는 CSS 속성, 실재하지 않는 라이브러리 이름.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옛 문법으로 답합니다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지금은 권장되지 않는 방식을 가르쳐 줄 때가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숫자와 사실을 지어냅니다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통계, 날짜, 인용문은 특히 위험합니다. 페이지에 실을 내용이면 1차 출처로 확인하세요.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한글 처리를 빠뜨립니다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&lt;meta charset="UTF-8"&gt; 이 없는 코드를 줄 때가 있습니다.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조건을 잊습니다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대화가 길어지면 앞에서 말한 제약을 놓칩니다. 다시 상기시켜 주세요.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이럴 때는 AI를 끄세요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이럴 때는 AI를 끄세요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290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29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0100" y="2781300"/>
            <a:ext cx="12534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781300"/>
            <a:ext cx="12534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29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38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퀴즈를 풀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0100" y="3448050"/>
            <a:ext cx="1253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5350" y="3448050"/>
            <a:ext cx="1234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아는지 확인하는 도구입니다. 성적에 안 들어가니 정직하게 풀어야 의미가 있습니다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429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238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볼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0100" y="4171950"/>
            <a:ext cx="1253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5350" y="4171950"/>
            <a:ext cx="1234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통과제입니다. 모르는 채로 통과하면 다음 주차가 무너집니다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429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238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5분도 안 들여다봤을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0100" y="4895850"/>
            <a:ext cx="1253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5350" y="4895850"/>
            <a:ext cx="1234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스스로 5분. 그 5분이 기억에 남는 부분입니다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429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238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설명을 못 하겠을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0100" y="5619750"/>
            <a:ext cx="1253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5350" y="5619750"/>
            <a:ext cx="1234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멈추고 그 코드를 이해할 때까지 물어보세요. 다음 것을 만들 수 없습니다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이럴 때는 AI를 끄세요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수업의 목표는 "AI 없이도 만들 수 있게" 가 아니라 "AI가 준 것을 판단할 수 있게"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판단하려면 읽을 줄 알아야 하고, 읽으려면 직접 써 본 경험이 있어야 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실습은 손으로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과제에 AI를 쓸 때 — 정직하게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과제에 AI를 쓸 때 — 정직하게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썼다는 사실을 숨기지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감점 요소가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어떻게 물었는지 함께 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시험의 "학습내역 증명"이 바로 이 항목입니다.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설명할 수 있는 코드만 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때 임의의 줄을 짚어 물어봅니다.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남의 결과물을 그대로 내지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AI에게 받은 것과 친구 것을 베낀 것은 다릅니다.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과제에 AI를 쓸 때 — 정직하게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요청문 예시가 더 필요하면 AI 프롬프트 카드 메뉴에 상황별로 바로 쓸 수 있는 문장 14장을 모아 두었습니다.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요청문의 네 요소(상황·목적·조건·형식)를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 붙여넣기 틀을 실제로 한 번 써 봤다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받은 코드를 실행 → 콘솔 확인 → 읽기 순서로 검증해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모르는 줄을 집어서 설명해 달라고 물어봤다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끄고 풀어야 할 때가 언제인지 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4장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바이브 코딩 활용법 — 예상 35분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 · AI API 키 다루기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