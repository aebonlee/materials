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M5 · 기초 미니 · 코랩 · 반나절~하루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우리 동네 낮 · 밤 인구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낮에 붐비는 동네, 밤에 붐비는 동네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프로젝트의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 끝내면 말할 수 있는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낮/밤 인구 비율이 가장 큰 동네와 가장 작은 동네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비율로 나눈 세 무리(출근지 · 섞임 · 주거지)의 크기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자치구로 올릴 때 「동 비율의 평균」이 틀리는 이유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6월 3일(수)을 평일에서 빼야 하는 이유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1~3주차의 pandas 와 DuckDB(PIVOT · 윈도 함수)로 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M5 · 기초 미니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통신 데이터로 추정한 생활인구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생활인구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행정동 이름표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출처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서울 열린데이터광장 OA-14991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소상공인 상가정보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2026년 6월(30일 × 24시간)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2026-06-30 기준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규모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305,280행 · 행정동 424곳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· 이름 짝만 사용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· UTF-8 BOM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CSV(서울 음식 업종)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이용허락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63436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63436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공공누리 1유형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63436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63436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제한 없음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생활인구 원본 32개 열 중 앞 4개만 남겼고, 행 모양(BOM · 행 끝 쉼표)은 원본 그대로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M5 · 기초 미니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시간대별 인구에서 자치구 순위까지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끝 쉼표 · BOM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pandas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평일 · 이름표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DuckDB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PIVOT · 비율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자치구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더한 뒤 나누기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 · 그래프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낮 = 일하는 날 10~17시, 밤 = 30일 모두의 0~5시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M5 · 기초 미니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7단계로 따라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1~2. 준비 ·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두 줄을 눈으로 보고, index_col=False 로 행 끝 쉼표 견디기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3. 정제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공휴일을 뺀 「일하는 날」, 이름표는 LEFT JOIN 으로 인구를 남기기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4~5. 비율 · 순위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PIVOT 으로 낮 · 밤, rank() 순위, 자치구는 합을 먼저 내고 나누기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6~7. 곡선 · 더 해 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하루 곡선 그래프, COPY 로 Parquet 저장, 기준 바꿔 보기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M5 · 기초 미니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그럴듯한 오답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고친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가 멈춘다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줄마다 칸 수가 다름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 index_col=False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소공동 낮 인구 감소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선거일을 평일로 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공휴일 목록으로 빼기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강북구 인구 감소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 없는 9개 동을 버림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LEFT JOIN · 구는 코드로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중구 3.23배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 비율을 그냥 평균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인구를 더한 뒤 나누기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M5 · 기초 미니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숫자가 같게 나오면 맞습니다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4861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4861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읽기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34861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34861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305,280행(30일 × 24시간 × 424곳)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4767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4767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동 1위 · 꼴찌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44767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44767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중구 소공동 10.73배 · 종로구 창신3동 0.52배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4673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4673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세 무리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54673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54673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섞인 동네 223 · 주거지 146 · 출근지 55곳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5795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645795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자치구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645795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645795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1위 중구 2.70배 · 꼴찌 은평구 0.78배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프로젝트 M5 · 기초 미니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프로젝트 M5 · 기초 미니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M5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 하나(공휴일 · 평균 내는 법)가 순위와 숫자를 바꿉니다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낮 · 밤 시간대를 바꿔도 흔들리지 않는 결론 찾기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주말 낮/밤 비율로 관광 · 쇼핑 동네 찾기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이름 없던 9개 코드를 이름표에 더하기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P3 상권 분석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