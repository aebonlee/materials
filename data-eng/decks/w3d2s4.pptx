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3-2 · Pandas를 활용한 데이터 분석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분석 문법을 한 장으로, 산출물은 파일로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분석 문법 열 가지를 「하려는 일 → 코드 → 주의」로 정리한다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orders_enriched.parquet 가 1015행 · region 결측 0 인지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가지의 원인과 해결을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3-3 DuckDB 의 사전 준비(pip install duckdb)를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체크리스트에서 비는 칸은 심화 과제로 이어 갑니다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분석 문법 — 집계 · 결합 · 교차표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73228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73228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코드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그룹 집계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7322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7132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agg(새이름=(열, 함수))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24360" y="34480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19610" y="34480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명명 집계로 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여러 기준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7322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7132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groupby([a, b])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.reset_index()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24360" y="41719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19610" y="41719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인덱스를 열로 내린다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결합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7322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7132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merge(how='left',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validate='many_to_one')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8958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8958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전후 행 수 비교 필수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키 중복 확인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7322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7132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b['k'].duplicated().sum()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024360" y="56197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19610" y="56197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merge 전에 한 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교차표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343650"/>
            <a:ext cx="7322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343650"/>
            <a:ext cx="7132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pivot_table(index, columns,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values, aggfunc)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024360" y="63436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119610" y="63436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총합이 원본과 같은지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merge 전에 b['k'].duplicated().sum() 한 줄 — 대부분의 사고를 여기서 막는다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정리·회고 0.5H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분석 문법 — 재구조화 · 시계열 · 통계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73228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73228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코드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넓게 ↔ 길게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7322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7132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melt() · pivot()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24360" y="34480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19610" y="34480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사람은 넓게, 프로그램은 길게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날짜 인덱스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7322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7132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set_index('d').sort_index()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24360" y="41719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19610" y="41719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sort 를 빼지 말 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시간 단위로 접기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7322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7132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resample('D' | 'W' | 'ME').sum()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8958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8958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행이 접힌다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이동 평균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7322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7132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rolling(7).mean()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024360" y="56197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19610" y="56197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수 유지, 앞쪽 NaN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기초 통계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343650"/>
            <a:ext cx="7322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343650"/>
            <a:ext cx="7132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describe() · quantile()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024360" y="63436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119610" y="63436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평균과 중앙값을 함께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resample 은 접고 rolling 은 유지한다 — 행 수를 세어 보면 차이가 바로 드러난다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정리·회고 0.5H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산출물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orders_enriched.parquet — 3-3 에서 이어 쓸 준비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82285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82285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폴더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65853" y="2781300"/>
            <a:ext cx="1517914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18253" y="2781300"/>
            <a:ext cx="1487434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cd ~/data-eng/week3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82285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82285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65853" y="3429000"/>
            <a:ext cx="1517914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18253" y="3429000"/>
            <a:ext cx="1487434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 -lh *.parquet *.csv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82285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82285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행/열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65853" y="4076700"/>
            <a:ext cx="1517914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18253" y="4076700"/>
            <a:ext cx="1487434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pd.read_parquet('orders_enriched.parquet').shape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82285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82285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65853" y="4724400"/>
            <a:ext cx="1517914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18253" y="4724400"/>
            <a:ext cx="1487434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d['region'].isna().sum() → 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82285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82285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65853" y="5372100"/>
            <a:ext cx="1517914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18253" y="5372100"/>
            <a:ext cx="1487434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1015행 · region 결측 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1015행이고 region 결측이 0 이면 3-3 에서 이어서 쓸 준비가 된 것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정리·회고 0.5H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체크리스트 — 스스로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860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8813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051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860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split–apply–combine 세 단계를 말로 설명할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242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5194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6433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5242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명명 집계로 카테고리별 건수·매출·평균 단가를 산출했다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624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1576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2814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1624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groupby 뒤 reset_index() 로 인덱스를 열로 내렸다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006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47958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49196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48006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merge 에 validate 를 지정하고 전후 행 수를 비교했다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4387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4340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5578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4387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일부러 키를 중복시켜 행·합계가 부풀려지는 것을 봤다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0769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0721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1960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0769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pivot_table 교차표의 총합이 원본과 같음을 확인했다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7151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90650" y="67103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0650" y="68341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0750" y="67151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resample(접힘)과 rolling(유지)의 차이를 행 수로 확인했다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3533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390650" y="73485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90650" y="74723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0750" y="73533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orders_enriched.parquet 를 저장했다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정리·회고 0.5H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증상으로 찾는 원인과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50825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merge 후 행 수가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크게 불어남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표에서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조인 키 중복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84280" y="34480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79530" y="34480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duplicated() 점검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validate 지정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Only valid with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DatetimeIndex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인덱스가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날짜 타입이 아님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80" y="41719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9530" y="41719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to_datetime →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set_index 뒤 resample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열 이름이 두 겹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(MultiIndex)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agg 에 리스트·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딕셔너리로 넘김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4280" y="48958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79530" y="48958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명명 집계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agg(새이름=(열, 함수))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to_parquet 경고 ·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이상한 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groupby 인덱스가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남은 채 저장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384280" y="56197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79530" y="56197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reset_index() 또는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index=False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오류가 나지 않는 첫째가 가장 위험하다 — len() 비교 한 줄이 잘못된 보고를 막는다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정리·회고 0.5H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groupby 와 pivot_table 은 뭐가 다른가요?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하는 일은 비슷 — groupby 는 세로로 길고, pivot_table 은 두 축 교차표로 넓게 나온다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merge 와 join 은요?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join 은 인덱스 기준으로 붙이는 축약형 — 열을 키로 쓸 때는 merge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resample 과 groupby(pd.Grouper) 는 같은가요?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거의 같다 — 다른 열로도 함께 묶어야 하면 Grouper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행이 불어났는지 매번 확인해야 하나요?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네 — len() 비교 한 줄이면 되고, 이 습관 하나가 잘못된 보고를 막는다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3-3 · DuckDB를 이용한 로컬 대용량 데이터 처리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DuckDB 개요와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 지향 저장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직접 질의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CSV · Parquet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 1.5H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COPY 변환 ·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크기·속도 실측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 0.5H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핵심 요약 ·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체크리스트 점검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준비: venv 에서 pip install duckdb · 디스크 여유 1GB 이상(100만 행 실습 파일) · 오늘 저장한 orders_enriched.parquet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3-2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회차는 3-3 DuckDB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서버 없이 내 노트북에서 100만 행을 SQL 로 다루고, CSV 와 Parquet 의 속도·크기 차이를 실측합니다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DuckDB 와 Pandas 의 역할 차이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행 지향 vs 열 지향 저장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CSV·Parquet 파일을 적재 없이 바로 질의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COPY 로 압축 Parquet 변환 · 실측 비교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pip install duckdb · 디스크 1GB 여유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