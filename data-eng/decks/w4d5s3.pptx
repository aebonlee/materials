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4-5 · 카탈로그 연결 · 레이크하우스 통합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레이크하우스 통합 산출물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쿼리 파일 하나 · 그림 한 장 · 설명 문서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scripts/lakehouse_queries.sql 을 히어독으로 만들고 끝까지 돌린다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구성 요소 5개와 포트를 넣은 다이어그램을 그린다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lakehouse_architecture.md — 「없으면」 열을 채운다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→ up 뒤에도 count "7" 을 확인하고 제출한다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마감 10-23(금) 23:59 · 「산출물 제출」의 「파일/링크 URL」 칸에 GitHub 저장소 주소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단계 — 스크립트 · 그림 · 문서 · 재현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산출물 두 가지: ① 다이어그램 1장 + lakehouse_architecture.md ② scripts/lakehouse_queries.sql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쿼리 스크립트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히어독으로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만들기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다이어그램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구성 5개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포트 4개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설명 문서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구성·흐름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검증·한계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재현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→ up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 "7"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쿼리 파일 만들고 한 번에 돌리기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 ~/lakehouse &amp;&amp; mkdir -p scripts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쿼리 파일을 둘 scripts 폴더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cat &gt; scripts/lakehouse_queries.sql &lt;&lt; 'EOF'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히어독 — 쿼리 네 부분을 붙이고 마지막 줄에 EOF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6002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1447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exec -T trino trino &lt; 파일 | head -n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14478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파일을 넘기므로 -T — 결과는 따옴표 친 CSV 줄 40개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docker compose exec -T trino trino &lt; scripts/lakehouse_queries.sql | head -n 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lakehouse_queries.sql — 네 부분과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쿼리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결과(따옴표 CSV)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 연결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CATALOGS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SCHEMAS · TABLES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 둘 · 스키마 셋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 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2. 데이터 조회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*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 order_id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일곱 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3. 집계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고객별 · 채널 비중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daily_sales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 118000.0 61.5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web 74000.0 38.5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4. 이력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"orders$snapshots"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"orders$files"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스냅샷 이력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목록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중간에 멈추면 그 쿼리를 CLI 에서 따로 실행해 원인을 찾습니다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다이어그램 — 구성 5개 · 흐름에 번호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raw 버킷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원천 CSV 도착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랜딩 존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Spark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s3a 로 읽어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MERGE INTO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 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멱등 적재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카탈로그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포인터가 바뀌며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비로소 보임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Trino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카탈로그로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조회·집계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포트: 9000(S3 API) · 9001(콘솔) · 8181(카탈로그) · 8080(Trino) — 도구는 자유(손그림 촬영·draw.io·Mermaid)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연결선: Spark → raw 읽기 · Spark → warehouse 쓰기 · Trino → warehouse 읽기 · 두 엔진 → 카탈로그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lakehouse_architecture.md — 「없으면」 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구성 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5082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22021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포트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없으면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861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파일을 담는 오브젝트 스토리지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9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9000·9001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저장할 곳이 없다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Iceberg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861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묶음을 테이블처럼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현재 상태인지 모른다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 카탈로그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→ 최신 메타데이터 위치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8181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엔진끼리 같은 테이블을 못 본다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2336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861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적재·변환 (MERGE)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56197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39250" y="56197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대량 쓰기를 할 수 없다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Trino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23360" y="63436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8610" y="63436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대화형 조회·집계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63436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39250" y="63436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8080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384280" y="63436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79530" y="63436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빠른 분석 질의가 어렵다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문서 네 절: 1. 구성 · 2. 데이터 흐름 · 3. 검증한 것 · 4. 한계와 다음 단계(본인이 느낀 것 한 줄)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전 재현 확인 — 내렸다 올려도 같은가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· ls catalog scripts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iceberg.properties / etl_bad.py · etl_orders.py · lakehouse_queries.sql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down → up -d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-v 없이 down — 볼륨은 남는다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until … SELECT 1 → 「Trino 준비 완료」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컨테이너가 한꺼번에 떠서 실측 89초 — 기다린 뒤 조회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exec -T … count(*) → "7"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4-2 에서 붙인 카탈로그 볼륨 덕분에 그대로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down → up 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"7"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실패에서 읽기 — 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한쪽에서 넣은 데이터가 다른 쪽에 안 보인다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한쪽 엔진에서 넣은 데이터가 다른 쪽 조회에 안 보인다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쓰기 쿼리가 아직 실패·미완료 — 커밋 전 데이터는 어디서도 안 보인다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성공 메시지 확인 → "orders$snapshots" 에 새 스냅샷 → 다시 조회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문서 3절에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실패한 쓰기는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안 보임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lakehouse_queries.sql 이 위에서 아래로 전부 오류 없이 실행된다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다이어그램에 MinIO·Iceberg·REST 카탈로그·Spark·Trino 와 포트 4개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설명 문서 1번 표의 「없으면」 열을 스스로 채웠다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down 후 up 했는데도 count 가 "7" 그대로다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GitHub 저장소 주소를 「파일/링크 URL」 칸에 — 10-23 23:59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패들릿에 이름_4주차.zip (.venv · data 제외)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4-5 · 실습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4-5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주차 회고 · 산출물 점검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4주차를 되짚고, 컨테이너를 정돈한 뒤 5주차 Spark 클러스터로 넘어갈 준비를 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4-1~4-5 배운 것·결과물 한 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체크리스트 열두 개로 산출물 점검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stop 으로 정돈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5-1 분산 처리와 Spark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쿼리 파일 · 그림 · 설명 문서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