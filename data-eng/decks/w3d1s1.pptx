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Pandas를 활용한 데이터 처리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기초와 데이터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표를 한 번에 다루는 도구 — 구조·타입·형식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Series·DataFrame·인덱스의 관계와 dtype 의 뜻을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조건은 &amp; | 와 괄호로 잇고, and·or 가 안 되는 이유를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loc(이름표)와 iloc(위치)를 구별하고 범위의 끝 포함 여부를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와 Parquet 를 타입 보존·크기·열 읽기로 비교한다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orders.csv 를 만들어 날짜가 문자열로 읽히는 것을 직접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Pandas 의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 의 가운데 Transform 을 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수집·추출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크롤러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자르고 붙이고 고치기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← Pandas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저장·적재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·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= 파이썬에서 표 형태의 데이터를 다루는 표준 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2-5 크롤러의 parse 는 값을 하나씩 리스트에 담았다 — 수천·수만 건이면 표 전체를 한 번에 다루는 도구가 필요하다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Pandas 의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일 — 순수 파이썬과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순수 파이썬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조건에 맞는 행 고르기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반복 + 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df[df['price'] &gt; 10000]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하나의 평균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변수 + 카운트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df['price'].mean()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그룹별 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dict 로 직접 누적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df.groupby('category').sum()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표 붙이기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중첩 반복문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pd.merge(a, b, on=...)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반복문으로 한 건씩 돌리던 일이 표 전체에 대한 한 줄이 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· Series · 인덱스 — 학급 명렬표로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— 엑셀 시트 같은 2차원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줄(행)이 학생 한 명, 각 칸(열)이 이름·키·반 같은 항목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Series — 세로 한 줄(열 하나)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명렬표에서 키 열만 뜯어낸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 — 각 행에 붙은 이름표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기본은 0, 1, 2… 이지만 날짜나 ID 로 바꿀 수도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기억할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하나 →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DataFrame 은 결국 「같은 인덱스를 공유하는 Series 여러 개」 — 열 하나만 뽑았을 때 Series 가 나오는 이유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dtype — 열마다 붙는 자료형 딱지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틀렸을 때 생기는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int64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float64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실수 (결측 NaN 을 담을 수 있다)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결측이 생긴 정수 열은 여기로 바뀐다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 (pandas 2: object)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(또는 섞인 것)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'10' &gt; '9' 가 False 가 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datetime64[us] (pandas 2: [ns])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날짜·시각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문자열이면 날짜 비교·월별 집계 불가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category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몇 가지 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메모리를 크게 아낄 수 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참·거짓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정수 열에 NaN 이 하나라도 생기면 int64 → float64 — 1000 이 1000.0 으로 보이는 것은 버그가 아니라 정상 동작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불리언 인덱싱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조건으로 행 고르기 — True 인 행만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조건식이 True/False 목록을 만든다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mask = df['price'] &gt; 100000  →  0 False, 1 True,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대괄호에 넣으면 True 인 행만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df[mask] — 출석부에서 지각한 학생만 형광펜으로 뽑듯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조건을 여러 개 잇기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(df['price'] &gt; 100000) &amp; (df['quantity'] &gt;= 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쓰면 안 되는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and · or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&amp; · |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우선순위 때문에 각 조건을 반드시 괄호로 감싼다 — 빼면 엉뚱한 곳에서 오류가 나 원인을 찾기 어렵다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loc 와 iloc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 는 이름표, iloc 는 위치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 — 이름표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 값·열 이름으로 고른다 — 범위는 끝을 포함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df.loc[0, 'price']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df.loc[0:2] — 끝을 포함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df.loc[조건, ['a','b']] — 조건과 함께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iloc — 위치 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부터 세는 위치로 고른다 — 범위는 끝을 제외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df.iloc[0, 3]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df.iloc[0:2] — 끝을 제외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조건은 못 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파일 형식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와 Parquet — 무엇이 다른가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 방식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텍스트, 행 단위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이진, 열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 보존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됨 — 전부 문자열로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433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433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됨 — dtype 이 파일에 함께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3870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3870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 1/5 ~ 1/10 (열별 압축)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 열만 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 — 전체를 읽어야 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53402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53402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 — 필요한 열만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사람이 열어 보기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메모장으로도 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2293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2293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전용 도구 필요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쓰는 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주고받기·처음 받는 원본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9246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9246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산출물·분석용 저장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밖에서 받는 것은 CSV 일 수 있지만, 내가 저장하는 중간 산출물은 Parquet — 4주차 레이크하우스도 5주차 Spark 도 Parquet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은 같은 인덱스를 공유하는 Series 들의 모음이다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dtype 은 열마다 붙고, 틀리면 그 열의 계산이 전부 어긋난다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조건은 &amp; | 로 잇고 각 조건을 괄호로 감싼다 — and·or 는 안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 는 이름표, iloc 는 위치 번호 — loc 의 범위는 끝을 포함한다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는 타입을 저장하지 않고, Parquet 는 저장한다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데이터 불러오기와 저장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내내 쓸 orders.csv 를 시드 고정으로 만들고, 읽어서 첫인상을 파악하는 순서를 몸에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실습점검의 venv 켜고 pandas 3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make_orders.py 로 1015행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shape·dtypes·head·info·describe 5종 세트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로 저장해 크기·열 읽기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 3.11 이상 · 터미널에서 venv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