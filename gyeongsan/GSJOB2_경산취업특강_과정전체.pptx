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오리엔테이션 · 13:20~13:30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이력서부터 자기소개서까지,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함께하는 취업준비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13:30~17:30 · 경산상공회의소 5층 대회의실 · 강사 정동엽 ·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오늘의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강의 · 강의 · 워크숍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 · 강사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13:20~13:30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7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등록 · 와이파이 · 학습사이트와 패들릿 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13:30~14:25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044043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044043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내 소개 · 흥미검사 (정동엽)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14:25~15:20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640036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640036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435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7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생성형 AI 기초와 직무분석 (성예종)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15:20~15:30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63340" y="5236029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8590" y="5236029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35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87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휴식(다과)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15:30~16:25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63340" y="5832021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8590" y="5832021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이력서 · 자기소개서 · 면접 (성예종)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16:25~17:20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63340" y="6428014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58590" y="6428014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435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387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총정리 · 맞춤 수정 (정동엽)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17:20~17:30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340" y="7024007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58590" y="7024007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435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87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설문 · 취업상담 연계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gyeongsan.jobability.co.kr · 패들릿 padlet.com/dreamitbiz/gyeongsan2611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13:20~13:30 ·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등록 및 안내 — 오늘 쓸 화면 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13:30~17:30 · 경산상공회의소 5층 대회의실 · 강사 정동엽 ·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환영합니다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4시간, 이렇게 함께합니다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 흥미에 맞는 직종을 찾습니다 — 1교시 워크숍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AI로 직무를 분석합니다 — 2교시 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· 자기소개서 · 면접을 준비합니다 — 3교시 강의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맞춰 고치고 다음 걸음을 정합니다 — 4교시 워크숍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듣고 끝나지 않고, 내 서류와 다음 걸음이 남는 4시간입니다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오늘의 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두 강사가 함께 진행합니다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정동엽 · 1 · 4교시 워크숍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AI미래직업연구소 소장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커리어 설계 · 미래예측 · 생성형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성예종 · 2 · 3교시 강의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성공인생경영연구소 대표 · 상담심리학 박사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취업 · 진로 강의 24년 · 생성형 AI 전문강사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시작 전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안에 네 가지를 열어 둡니다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손을 들어 주세요 — 옆자리와 함께해도 좋습니다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와이파이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노트북을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QR 코드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 화면 QR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학습사이트 둘러보기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쓰는 화면은 다섯 곳입니다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교시별 수업 — 1교시 워크숍 · 2 · 3교시 강의 · 4교시 총정리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— 30문항 · 약 10분, 결과는 이 브라우저에만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강의안 — 시간대마다 슬라이드, PDF · PPTX 내려받기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— 복사해서 붙여 넣는 실습 프롬프트와 점수 평가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— 내 소개 · 결과 나누기 · 질문 · 소감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특강이 끝난 뒤에도 같은 주소로 다시 볼 수 있습니다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준비가 끝났다면 1교시로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오늘의 첫 재료는 「나」입니다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패들릿을 열었습니다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계정 하나에 로그인했습니다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패들릿 「질문 있어요」에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13:30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· 워크숍 ① 나를 소개하고, 나에게 맞는 일 찾기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소개하고, 나에게 맞는 일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13:30~14:25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이런 걸 배워요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포스터의 다섯 단계, 오늘은 이렇게 걷습니다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 흥미검사로 고른 직종이 모든 단계의 출발점입니다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활용법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생성형 AI 기초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채용공고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이력서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자기소개서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말투로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맞춤형 수정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공고마다 다르게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이력과 희망 직종을 소개합니다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페이지를 어떻게 받는지 압니다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 이야기와 짧은 상담으로 나를 정리합니다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간이 흥미검사로 나에게 맞는 직종 묶음을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패들릿 내 소개 카드 · 흥미검사 결과지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① · 패들릿에 나를 소개하기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이야기가 오늘 하루의 재료입니다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해 온 일 · 잘하는 것 · 하고 싶은 일 — 짧아도 괜찮습니다, 오늘 내내 다듬습니다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여는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로그인 없이 네 단계면 올라갑니다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주소 padlet.com/dreamitbiz/gyeongsan2611 — 학습사이트 첫 화면의 QR 코드로도 열립니다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QR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주소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 찾기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「1교시 워크숍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+ 누르기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열 아래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단추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양식을 붙이고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[대괄호] 바꾸기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내 소개 카드 양식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여섯 줄이면 충분합니다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공개해도 되는 만큼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3242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3242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4385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물류 관리, 사무 · 경리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3242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17195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17195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28625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지금까지 해 온 일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일 · 기간 — 아르바이트 · 봉사 · 가족 일도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17195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01967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01967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13397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· 기술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지게차 운전기능사, 엑셀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01967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58674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8674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59817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 · 듣는 칭찬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꼼꼼하다, 일정 조율을 잘한다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58674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43000" y="67151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7151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68294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페이지에 넣고 싶은 것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현장 경험, 자격증, 한 줄 다짐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3500" y="67151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「1교시 워크숍」 화면과 패들릿 안내 카드 댓글에서 복사합니다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② · 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카드가 나를 소개하는 웹페이지가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지원서에 주소 한 줄로 붙이는 나만의 소개 페이지 — 패들릿 카드를 바탕으로 만들어 드립니다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받는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페이지는 이렇게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 쓰지 않으면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 올리기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상담으로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희망 직종과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정리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페이지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내용으로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카드의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댓글로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③ · 직종 소개와 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일과 하고 싶은 일을 이어 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비슷한 길을 가는 사람끼리 직종 이야기를 나누면 내 길이 더 잘 보입니다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직종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일자리는 크게 여섯 갈래로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현장 ·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생산 · 정비 · 설비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시설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분석 · 품질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품질 관리 · 검사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IT ·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디자인 · 손재주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디자인 · 콘텐츠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조리 · 미용 · 공예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돌봄 · 교육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요양 · 사회복지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보건 · 강사 · 상담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영업 · 운영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판매 · 마케팅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매장 운영 · 창업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행정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사무 · 경리 · 회계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행정 · 공공 사무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옆 사람과 이 다섯 가지를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 가운데 다시 해도 좋은 일은 무엇인가요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다시는 하고 싶지 않은 일은 무엇이고, 왜인가요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직종을 고른 까닭은 무엇인가요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일하고 싶은 지역 · 시간 · 조건은 어떤가요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새로 배우고 싶은 것이 있나요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답한 내용은 내 소개 카드에 댓글로 덧붙여도 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④ · 간이 흥미검사 · 직종 매칭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나는 어떤 일에 끌리는 사람일까요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30문항 · 약 10분 — 해 본 일이 아니라 끌리는 쪽으로 고릅니다, 정답은 없습니다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여섯 흥미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홀랜드(Holland)의 여섯 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현실형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손과 몸으로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눈에 보이는 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탐구형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원인을 따지고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규칙을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예술형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표현하고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새로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사회형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돕고 가르치고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진취형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이끌고 설득해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목표 이루기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관습형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절차대로 정확하게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검사하는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「흥미검사」에서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gyeongsan.jobability.co.kr/test — 답은 이 브라우저에만 남고 어디로도 보내지지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30문항 답하기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그렇다 · 보통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아니다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나의 유형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가지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희망 직종 고르기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복사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 결과」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정도는 이렇게 읽습니다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 맞음 (70 이상)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직종이 같은 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3교시에 이 직종 공고로 서류를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맞는 편 (45~69)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일부가 겹침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직종 안에서 내 유형을 살릴 업무를 찾습니다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더 알아보기 (45 미만)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거리가 있음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상담 때 까닭을 함께 살펴봅니다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간이 자가 점검입니다 — 공식 직업심리검사는 고용24에서 받을 수 있습니다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되었으면 1교시는 끝입니다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소개 카드가 올라갔다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개인정보(전화 · 주소 · 주민번호)가 들어가지 않았다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 두 가지와 잘 맞는 직종 묶음을 알았다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직종과의 맞춤 정도를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결과를 패들릿 「흥미검사 결과」 열에 올렸다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나를 꺼내 놓은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이야기와 흥미 유형이 오늘 서류의 재료입니다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소개 카드가 개인 맞춤 페이지의 재료가 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직종은 여섯 갈래로 나눠 보면 길이 보입니다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결과는 2 · 3교시 내내 옆에 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 · 생성형 AI 기초와 직무분석 (성예종)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 기초와 직무분석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14:25~15:20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AI가 잘하는 것과 조심할 것을 압니다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열고 안전수칙을 지키며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· 직무기술서에서 핵심 직무역량을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직무분석 메모(필요 역량 · 핵심 키워드)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① · 생성형 AI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화면에서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프롬프트 기본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분석해줘」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공고 분석해줘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공고를 그대로 요약한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 준비할지는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할 일이 보이는 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직무분석 전문가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[과업] 역량 3 · 키워드 5 · 흥미 유형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공고에 없으면 「공고에 없음」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② · 직무분석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회사가 보낸 질문지입니다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공고에 적혀 있습니다 — 그 낱말로 내 경험을 쓰면 읽는 사람이 바로 알아봅니다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공고를 읽는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네 칸부터 찾아 표시합니다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입사하면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매일 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없으면 어려운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있으면 앞서는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시간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고용 형태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· 연습용 가상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(가상) 대경로지스 — 물류관리 사무원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및 전산 입력 / 거래처 주문 확인 · 배차 조율 / 재고 현황 점검 및 월간 보고 / 현장 작업자와 일정 소통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719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719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컴퓨터 활용 가능(엑셀) / 원활한 의사소통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958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958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영업관리 경력자 / 거래처 관리 경험 / 운전면허 소지자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197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56197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정규직 · 주 5일 · 09:00~18:00 · 급여 회사 내규에 따름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「연습 재료」에서 복사합니다 — 실제 공고가 없는 분은 이 공고로 따라 합니다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직무기술서와 NCS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짧을 때 더 볼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붙은 직무기술서가 있으면 「필요 지식 · 기술 · 태도」를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NCS(국가직무능력표준) 사이트 ncs.go.kr 에서 직무별 능력단위를 찾아봅니다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직종 공고 두세 개를 나란히 보면 공통 역량이 드러납니다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흥미 유형의 강점 낱말과 겹치는 역량에 표시합니다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찾은 역량이 3교시 이력서 · 자기소개서의 뼈대가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— 핵심 역량 · 키워드 찾기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공고를 붙이고, 역량 · 키워드 · 흥미 유형 연결을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경력 많은 직무분석 전문가 [자료] 공고의 주요 업무 · 자격 요건 · 우대 사항 · 내 흥미 유형 [과업] ① 핵심 역량 3가지 ② 서류에 살릴 키워드 5개 ③ 흥미 유형과의 연결 두 줄 [형식] 표 — 역량 · 공고 근거 문장 · 내가 준비할 것 [조건] 공고에 없으면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근거 문장이 실제 공고에 있는지 대조합니다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결과 예시 · 최정우(가명, 52)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섬유회사 영업관리 22년 → 물류관리 사무원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역량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일정 조율력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/ 배차 조율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22년 납기 일정 조율 경험을 사례 하나로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재고 · 전산 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현황 점검 · 월간 보고 / 전산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엑셀 활용 수준 — 확인 필요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거래처 소통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주문 확인 · 우대: 거래처 관리 경험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40여 곳 관리 · 클레임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예시입니다 — 실제 AI 답은 조금씩 다르게 나옵니다. 근거 문장이 공고에 있는지 꼭 대조합니다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03600"/>
            <a:ext cx="4000500" cy="1244600"/>
          </a:xfrm>
          <a:prstGeom prst="roundRect">
            <a:avLst>
              <a:gd name="adj" fmla="val 459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03600"/>
            <a:ext cx="57150" cy="12446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517900"/>
            <a:ext cx="34671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역량 3가지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공고 근거 문장과 함께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03600"/>
            <a:ext cx="12001500" cy="124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5900" y="4025900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47815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47815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48958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키워드 5개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서류에 그대로 살릴 낱말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47815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43000" y="57086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57086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9700" y="58229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흥미 유형과의 연결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43500" y="57086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43000" y="66357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6357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67500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보완할 것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자격 · 경험 · 공부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0" y="66357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메모장 · 한글 · 워드 파일에 붙여 두고, 한 줄은 패들릿 「2교시 강의 · 나누기」에 올립니다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역량마다 실제 공고의 근거 문장이 붙어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없는 급여 · 복지 숫자가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5개가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유형과의 연결이 내 결과지와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넣지 않았다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AI와 직무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정리를 돕고, 판단과 사실 확인은 내가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인턴 — 다섯 칸으로 부탁합니다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질문지 — 주요 업무 · 자격 · 우대 ·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직무기술서 · NCS로 필요한 역량을 더 찾습니다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메모를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휴식 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 · AI와 함께 이력서 · 자기소개서 · 면접 준비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 이력서 · 자기소개서 ·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15:30~16:25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 찾은 직무역량을 이력서 문장에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「상황 → 한 일 →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말투로 자기소개서 한 문항 초안을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질문을 뽑고 AI와 모의면접을 해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· 자기소개서 초안 · 예상 면접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① · 이력서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본 일을 성과 문장으로 바꿉니다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담당했습니다」에서 멈추지 않고, 어떻게 했고 무엇이 달라졌는지까지 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다른 문장 · 최정우(가명, 52)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담당 업무 나열과 성과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나열한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누가 써도 같은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영업관리 업무 담당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후배 직원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보이는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40여 곳 납기를 조율해 출고 일정을 맞춤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주문 · 출고 · 재고를 매주 정리해 공장과 공유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클레임 원인을 확인하고 재발 방지안 작성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성과 문장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칸을 채우면 한 문장이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숫자는 내가 확실히 아는 것만 씁니다 — 모르면 「확인 필요」로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일이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— 경험을 성과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2교시 키워드와 내 경험을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첨삭 취업 컨설턴트 [자료] 지원 직무 · 2교시 핵심 역량 · 키워드 · 내가 해 온 일 [과업] ① 경력 문장 3개 ② 「상황 → 한 일 → 결과」 ③ 키워드를 자연스럽게 [형식] 번호 붙인 문장 3개, 40자 안팎 [조건] 말하지 않은 숫자 · 자격은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그대로인지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공백기 · 경력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숨기지 않고 「그래서 잘할 수 있다」로 잇습니다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박하늘(가명, 28) · 8개월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품질관리 사원 지원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컴퓨터활용능력 2급을 준비하며 엑셀을 익힘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라인에서 불량을 먼저 찾아 보고한 경험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품질관리로 방향을 정함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최정우(가명, 52) · 업종 전환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물류관리 사무원 지원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 이전으로 퇴직, 경산에 계속 거주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· 출고 · 재고 관리는 물류와 같은 일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업종이 달라도 바로 쓸 수 있음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② · 자기소개서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목소리로 쓰면 「AI 티」가 빠집니다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흔한 표현 대신 실제 장면 하나 — 읽는 사람은 그 장면에서 나를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자주 나오는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문항 가운데 하나를 골라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지원동기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일,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회사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직무역량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역량과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협업 경험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장면 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입사 후 포부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첫해에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「AI 티」 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표현이 보이면 장면으로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「끊임없는 도전 정신」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실제로 도전한 일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「소통 능력을 길렀습니다」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누구와 무엇을 조율했나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「회사 발전에 기여」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첫해에 할 일 한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지나친 꾸밈말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짧고 담백하게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내가 안 한 경험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지웁니다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— 내 말투로 문항 초안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문항 · 역량 · 내 말로 적은 까닭을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자기소개서 취업 코치 [자료] 문항(글자 수) · 지원 직무와 역량 · 하고 싶은 까닭과 경험 [과업] ① 내 말투로 초안 ② 흔한 표현은 실제 장면으로 ③ 사실 확인할 문장 표시 [형식] 초안 + 확인할 문장 목록 [조건] 글자 수 지키기, 안 한 경험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표시된 문장이 모두 사실인지 내가 확인합니다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③ · 인공지능 활용 면접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서류에 쓴 문장은 면접 질문이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설명할 수 있는 문장만 서류에 남기고, 그 문장으로 나올 질문을 미리 연습합니다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마디로 답하면 길을 잃지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답은 1분 안팎 — 결론부터 말합니다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묻는 말에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먼저 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그렇게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말할 수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 장면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예시 · 최정우(가명, 52)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「업종이 다른데 잘할 수 있겠습니까?」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네, 물류관리와 겹치는 일을 22년 해 왔습니다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· 출고 · 재고 관리가 제 일의 중심이었습니다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40여 곳의 납기를 조율하며 출고 일정을 맞췄습니다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시스템을 빨리 익혀 일정 관리를 맡겠습니다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나이 · 업종 질문은 피하지 말고 「겹치는 일」로 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— 예상 질문과 AI 모의면접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한 번에 한 질문씩 묻게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 직무의 면접관 [자료] 지원 직무 · 이력서 · 자기소개서 요약 [과업] ① 예상 질문 5개 ② 한 번에 하나씩 묻기 ③ 「결론 → 근거 → 사례 → 다짐」으로 피드백 [형식] 질문 한 줄, 피드백 세 줄 이내 [조건] 내 답에 없는 경험 덧붙이지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소리 내어 답해 보면 막히는 곳이 보입니다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상황 → 한 일 →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95900" y="31781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0132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0132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41275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한 문항 초안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문항 이름과 글자 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0" y="40132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5900" y="47148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5549900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549900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9700" y="5664200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 모의면접에서 나온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43500" y="5549900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43000" y="6556375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6556375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9700" y="6670675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가장 자신 있는 답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결론부터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3500" y="6556375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 하나와 면접 질문 하나를 패들릿 「3교시 강의 · 나누기」에 올립니다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 꼭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필요」로 남은 곳을 직접 확인했다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자기소개서에 내가 하지 않은 경험이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공고의 핵심 키워드가 자연스럽게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면접에서 이 문장을 내 말로 설명할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서류와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쓴 문장은 초안 — 사실과 목소리는 내가 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경험은 「상황 → 한 일 → 결과」 문장으로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흔한 표현 대신 실제 장면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답은 결론 → 근거 → 사례 → 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초안과 예상 질문을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총정리 워크숍 (정동엽)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— 맞춤형 수정과 다음 걸음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16:25~17:20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2093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서류를 지원할 공고와 내 흥미 유형에 맞춰 고칩니다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총정리 카드를 올리고 서로 한마디를 남깁니다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페이지와 다음 걸음 한 가지를 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맞춤 수정본 · 다음 걸음 한 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단계로 오늘을 마무리합니다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그 자리에서 손을 들거나 패들릿 「질문 있어요」에 올립니다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· 흥미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유형에 맞춰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다른 카드에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 한 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설문 · 상담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다음 걸음으로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이어 가기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① · 오늘 만든 것 모으기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흩어진 결과를 한 파일에 모읍니다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 · 메모장 · AI 대화창에 흩어진 것을 지금 한곳에 모아야 집에 가서도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모을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다섯 가지가 한 파일에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 두 가지 · 잘 맞는 직종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핵심 역량 · 키워드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초안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3개와 내 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파일 이름 예: 경산취업특강_내서류_20261106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② · 맞춤형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경험도 공고마다 다르게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낱말을 살리고, 내 흥미 유형의 강점이 드러나게 — 없는 경험은 더하지 않습니다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두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달라지면 강조점이 달라집니다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물류 관리 공고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정확성 · 재고 관리 강조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재고표로 품절을 미리 알림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입출고 수량을 날마다 대조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재고 · 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경리 공고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문서 관리 강조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서류를 엑셀로 정리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일정표를 만들어 공유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문서 · 일정 관리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W4-1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수정 — 공고 · 흥미 유형에 맞춰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 · 흥미 유형 · 내 문장을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직업상담 경험 많은 취업 컨설턴트 [자료] 흥미 유형 · 희망 직종 · 공고의 업무와 자격 · 오늘 쓴 문장 [과업] 공고 낱말을 살리고 흥미 유형의 강점이 드러나게 고치기, 없는 경험은 쓰지 않기 [형식] 고친 문장 · 바꾼 이유 세 줄 · 채울 사실 질문 두 개 [조건] 과장 없이 담백하게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고친 문장도 사실 그대로인지 다시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③ · 총정리 카드와 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오늘의 나를 한 장에 남깁니다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총정리 카드는 개인 맞춤 페이지에 함께 반영됩니다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「총정리 · 오늘의 다짐」 열에 올립니다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1교시 카드와 같게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9377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9377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60807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나의 흥미 유형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관습형 · 현실형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9377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51104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1104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62534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고른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51104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52831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52831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64261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고친 한 문장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52831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654558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654558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65988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언제까지 무엇을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654558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「4교시 총정리」 화면과 패들릿 안내 카드 댓글에서 복사합니다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다른 분 카드에 이렇게 댓글을 남깁니다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좋았던 문장 하나를 짚어 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그 사람의 강점이 보인 곳을 한 줄로 말해 줍니다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고칠 점은 질문으로 — 「이 숫자는 언제 일인가요?」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묻거나 적지 않습니다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사람에게 한 줄이면 충분합니다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④ · 개인 맞춤 페이지와 다음 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오늘이 끝이 아니라 첫걸음입니다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맞춤 페이지 · 공식 검사 · 취업상담으로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주소는 내 카드의 댓글로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카드에서 지우면 페이지에도 넣지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카드로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페이지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댓글로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특강 뒤에 갈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걸음을 이어 갈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직업심리검사로 공식 결과를 받아 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흥미검사 · 프롬프트는 특강 뒤에도 그대로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4시간, 나를 정리하고 서류를 쓴 하루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모았습니다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공고마다 강조점을 바꿔 고칩니다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카드가 개인 맞춤 페이지의 재료입니다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정했습니다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17:20~17:30 ·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17:20~17:30 · 경산시취업지원센터 · 경산고용복지+센터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네 교시에서 남은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마치기 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동안 네 가지를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것을 들고 다음 걸음으로 이어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만족도 설문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안내에 따라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작성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소감 한 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「오늘 소감」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투표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가장 도움이 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시간은?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취업상담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뒤에 이어 갈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문의 — 053-667-6844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— 채용공고 · 직업심리검사 · 구직 등록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 — 주소는 패들릿 내 카드의 댓글로 안내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함께해 주셔서 고맙습니다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흥미검사는 특강 뒤에도 그대로 씁니다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모음으로 다른 공고에도 다시 해 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이번 주에 실천합니다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취업상담으로 이어 갑니다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다시 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