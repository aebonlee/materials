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5-4 · DataFrame과 SparkSQL 가공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도구를 한 표로, 5-5 를 위해 파티션 수를 본다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Pandas · PySpark API · SQL 문법을 한 표로 나란히 정리한다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테이블 셋과 파티션 수를 확인하고 compose 를 멈춘다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여섯 가지의 원인과 해결을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5-5 파티셔닝·셔플링 최적화의 준비를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설정은 200조각, sales 는 AQE 가 합쳐 1조각 — 이 차이가 5-5 의 출발점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세 도구 대조표 — 이름이 거의 그대로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38023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Pandas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PySpark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2021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0116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 고르기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3448050"/>
            <a:ext cx="38023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8530" y="3448050"/>
            <a:ext cx="36118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df[['a']]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3448050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9010" y="3448050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df.select("a")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984480" y="3448050"/>
            <a:ext cx="4160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079730" y="3448050"/>
            <a:ext cx="3970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3969544"/>
            <a:ext cx="22021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3969544"/>
            <a:ext cx="20116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필터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969544"/>
            <a:ext cx="38023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8530" y="3969544"/>
            <a:ext cx="36118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df[df.a&gt;1]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3969544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9010" y="3969544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df.filter(F.col("a")&gt;1)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984480" y="3969544"/>
            <a:ext cx="4160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079730" y="3969544"/>
            <a:ext cx="3970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a&gt;1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491038"/>
            <a:ext cx="22021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491038"/>
            <a:ext cx="20116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4491038"/>
            <a:ext cx="38023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8530" y="4491038"/>
            <a:ext cx="36118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df.assign(c=…)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23760" y="4491038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9010" y="4491038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df.withColumn("c", …)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984480" y="4491038"/>
            <a:ext cx="4160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079730" y="4491038"/>
            <a:ext cx="3970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… AS 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012531"/>
            <a:ext cx="22021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012531"/>
            <a:ext cx="20116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집계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83280" y="5012531"/>
            <a:ext cx="38023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8530" y="5012531"/>
            <a:ext cx="36118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groupby('g').agg()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23760" y="5012531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9010" y="5012531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groupBy("g").agg()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984480" y="5012531"/>
            <a:ext cx="4160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079730" y="5012531"/>
            <a:ext cx="3970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 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5534025"/>
            <a:ext cx="22021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5534025"/>
            <a:ext cx="20116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383280" y="5534025"/>
            <a:ext cx="38023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78530" y="5534025"/>
            <a:ext cx="36118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merge(b, on='k')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23760" y="5534025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9010" y="5534025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join(b, on="k")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984480" y="5534025"/>
            <a:ext cx="4160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079730" y="5534025"/>
            <a:ext cx="3970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JOIN … 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055519"/>
            <a:ext cx="22021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6055519"/>
            <a:ext cx="20116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윈도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383280" y="6055519"/>
            <a:ext cx="38023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78530" y="6055519"/>
            <a:ext cx="36118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rolling / rank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223760" y="6055519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9010" y="6055519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F.row_number().over(w)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984480" y="6055519"/>
            <a:ext cx="4160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079730" y="6055519"/>
            <a:ext cx="3970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OVER (PARTITION BY …)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43000" y="6577012"/>
            <a:ext cx="22021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38250" y="6577012"/>
            <a:ext cx="20116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정렬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383280" y="6577012"/>
            <a:ext cx="38023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78530" y="6577012"/>
            <a:ext cx="36118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sort_values('a')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223760" y="6577012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9010" y="6577012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orderBy("a")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2984480" y="6577012"/>
            <a:ext cx="4160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3079730" y="6577012"/>
            <a:ext cx="3970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 BY a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143000" y="7098506"/>
            <a:ext cx="22021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238250" y="7098506"/>
            <a:ext cx="20116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383280" y="7098506"/>
            <a:ext cx="38023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78530" y="7098506"/>
            <a:ext cx="36118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to_parquet()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223760" y="7098506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19010" y="7098506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writeTo(…).createOrReplace()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2984480" y="7098506"/>
            <a:ext cx="4160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079730" y="7098506"/>
            <a:ext cx="3970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 TABLE … AS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헷갈리면 「Pandas 로는 뭐였지」를 먼저 떠올리세요 — 다른 점은 지연 평가와 F.col 정도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정리·회고 0.5H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5-5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차시를 위한 준비 — 테이블과 파티션 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spark.sql("SHOW TABLES IN lake.db").show()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daily_revenue · product_sales · orders — 임시 뷰는 안 나온다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sales.rdd.getNumPartitions()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sales 파티션: 1 — AQE 가 실행하며 빈 조각을 합쳤다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spark.conf.get("spark.sql.shuffle.partitions")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 셔플 파티션: 200 — 이 값을 바꿔 보는 것이 5-5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파티션 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sales 1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설정 200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수업을 마칠 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지우지 않고 멈춘다 — exit() 에서 stop 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3848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29088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02418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exit()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48138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&gt;&gt;&gt; 에서 셸을 나온다 — 변수와 임시 뷰는 여기서 사라진다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10527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31006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46246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19576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~/data-eng/week5 · docker compose 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65296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넷이 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27685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48163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63403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36733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582453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docker-compose.yml · first_job.py · lake-pyspark.sh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4842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65321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680561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53891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stop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699611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넷 Stopped — product_sales · daily_revenue 는 MinIO 볼륨에 남는다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5-5 는 docker compose start → bash lake-pyspark.sh 로 다시 시작합니다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정리·회고 0.5H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열두 개를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9220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9220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2781300"/>
            <a:ext cx="70027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확인한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9220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9220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#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확인한 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9220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7315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03120" y="3448050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8370" y="3448050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Pandas 와 거의 같은 이름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448050"/>
            <a:ext cx="9220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9250" y="3448050"/>
            <a:ext cx="7315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04120" y="3448050"/>
            <a:ext cx="70408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9370" y="3448050"/>
            <a:ext cx="68503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윈도 함수로 날짜별 순위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43375"/>
            <a:ext cx="9220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43375"/>
            <a:ext cx="7315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03120" y="4143375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98370" y="4143375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API·SQL 이 같은 논리 계획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4143375"/>
            <a:ext cx="9220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9250" y="4143375"/>
            <a:ext cx="7315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4143375"/>
            <a:ext cx="70408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9370" y="4143375"/>
            <a:ext cx="68503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API·SQL 결과 일치 확인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38700"/>
            <a:ext cx="9220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38700"/>
            <a:ext cx="7315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03120" y="4838700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8370" y="4838700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F.col 로 컬럼 가리키기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4838700"/>
            <a:ext cx="9220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250" y="4838700"/>
            <a:ext cx="7315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04120" y="4838700"/>
            <a:ext cx="70408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9370" y="4838700"/>
            <a:ext cx="68503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explain() 두 방식 같은 구조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534025"/>
            <a:ext cx="9220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534025"/>
            <a:ext cx="7315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103120" y="5534025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98370" y="5534025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변환을 체인으로 파이프라인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5534025"/>
            <a:ext cx="9220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9250" y="5534025"/>
            <a:ext cx="7315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104120" y="5534025"/>
            <a:ext cx="70408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99370" y="5534025"/>
            <a:ext cx="68503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SortMergeJoin 읽고 F.broadcast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229350"/>
            <a:ext cx="9220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229350"/>
            <a:ext cx="7315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03120" y="6229350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98370" y="6229350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조인 키 문자열 — 중복 없음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44000" y="6229350"/>
            <a:ext cx="9220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9250" y="6229350"/>
            <a:ext cx="7315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104120" y="6229350"/>
            <a:ext cx="70408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99370" y="6229350"/>
            <a:ext cx="68503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CTE 로 단계를 나눈 SQL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924675"/>
            <a:ext cx="9220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6924675"/>
            <a:ext cx="7315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103120" y="6924675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98370" y="6924675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조인 전후 행 수·키 고유성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44000" y="6924675"/>
            <a:ext cx="9220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39250" y="6924675"/>
            <a:ext cx="7315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104120" y="6924675"/>
            <a:ext cx="70408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99370" y="6924675"/>
            <a:ext cx="68503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결과를 Iceberg 테이블로 저장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정리·회고 0.5H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증상으로 찾는 원인과 해결 — 여섯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5082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cannot resolve 컬럼명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오타 · 가공 전 DataFrame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직전 DataFrame printSchema()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product_id is ambiguous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14337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14337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양쪽에 같은 이름 컬럼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43375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43375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on="product_id" · alias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결과 없음 · …으로 잘림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83870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83870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action 없음 · show 기본값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38700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38700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show(truncate=False)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SHOW VIEWS AssertionError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553402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553402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 확장이 가로챔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534025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534025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SHOW VIEWS IN default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NameError: 'orders'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622935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8930" y="622935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셸 재시작 — 변수·뷰 소멸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704320" y="6229350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99570" y="6229350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1~3·6단계 다시 실행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조인 후 행 수가 늘어남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0" y="692467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8930" y="692467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오른쪽 키에 중복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704320" y="6924675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799570" y="6924675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 · distinct().count()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먼저 「그 시점에 무엇이 있나」를 printSchema() · count() 로 보세요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정리·회고 0.5H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API 와 SQL 중 뭘 배워야 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 다 — SQL 은 2주차 MySQL · 3주차 DuckDB · 4주차 Trino 에서도 쓰이니 투자 대비 효과가 크다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임시 뷰와 Iceberg 테이블은 뭐가 다른가요?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임시 뷰는 세션이 끝나면 사라진다 — Iceberg 테이블은 MinIO 에 파일로 남는다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F.col 없이 문자열로 써도 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간단한 조건은 된다 — 이름에 공백이 있거나 복잡한 식에서는 F.col 이 안전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Pandas 코드를 그대로 옮길 수 있나요?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거의 — 인덱스가 없고, apply 같은 행 단위 함수는 느리니 내장 함수로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products 는 세 줄인데 왜 Broadcast 가 아닌가요?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추정 크기로 고른다 — createDataFrame 표는 크기를 몰라 F.broadcast 나 Iceberg 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정리·회고 0.5H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심화 과제 (선택)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더 해 볼 것 넷 — 5-5 예습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날짜별 매출 두 방식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API · SQL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대조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UI 그래프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탭에서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Exchange 찾기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products 를 크게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spark.range 1만·10만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BHJ · 100만 SMJ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5-3 의 orders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item = name left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webcam 은 NULL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spark.range 표는 크기를 계산할 수 있다 — 1만·10만 행 BroadcastHashJoin, 100만 행 SortMergeJoin(실측)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5-5 · 파티셔닝과 셔플링 최적화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파티셔닝과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셔플링 원리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repartition·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coalesce 셔플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배치 스크립트로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데이터 마트 산출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산출물 점검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준비: 5-3~5-4 compose(스파크 클러스터 + MinIO) · lake.db.orders · product_sales — 배치 스크립트와 마트 테이블이 주차 산출물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5-4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5-5 파티셔닝과 셔플링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「왜 느린가」를 파티션과 셔플로 다루고, 지금까지의 가공을 배치 스크립트로 묶어 5주차 산출물 데이터 마트를 만듭니다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파티션 = 태스크 병렬성의 단위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좁은 변환·넓은 변환과 셔플 지점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repartition 과 coalesce 의 차이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UI 의 Shuffle Read/Write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stop 상태 · 테이블 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