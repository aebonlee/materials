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작업표준·공정문서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· 10/16(금) · 모듈 1·2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작업표준서·작업지시서·생산일지·안내문을 AI 로 초안부터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회의록·일일보고를 요약해 결정·액션·담당·기한으로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공정 데이터를 AI 로 정제·집계하고 코멘트까지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점검·EHS·4M 변경점 문서를 자동화하고 사내 AI 규칙을 세운다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문서는 AI 가 초안을, 판단과 확인은 사람이 — 3일 동안 이 습관을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기초와 제조 현장 프롬프트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작업표준서(SOP)·작업지시서 자동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생산일지·공정 회의록 요약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다국어 안내문·외국인 근로자 교육자료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엑셀+AI 공정 데이터 정리·집계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점검·EHS·4M 변경점 문서 자동화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2026년 10월 16일(금) ~ 18일(일) · 집합 · 강의와 실습 ·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생산팀장·공정관리·작업반장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엔지니어 등 공정문서 실무자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집합 교육 · 강의 20% + 실습 80%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실습마다 프롬프트 1장 + 요령 1장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ChatGPT 또는 Claude 계정 · 엑셀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학습사이트 접속 · 가상의 공정 자료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공정 조건·도면·고객 정보는 쓰지 않습니다 — 실습 자료는 전부 가상의 값입니다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 기초와 제조 현장 프롬프트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현장 문서의 어디에 쓰이는지 알고, 프롬프트 3요소와 Few-shot 으로 첫 결과를 받습니다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현장 문서의 네 가지 AI 적용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 · 요약 · 번역 ·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현장에서 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과정에서 만드는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양식에 초안을 채운다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34480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9390" y="34480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SOP · 작업지시서 · 점검표 · 안내문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기록을 짧게 간추린다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4140" y="41719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9390" y="41719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일일보고 3줄 요약 · 회의록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번역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언어로 같은 뜻을 옮긴다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64140" y="48958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9390" y="48958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영어·베트남어·태국어 안내문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패턴을 말로 설명한다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64140" y="56197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9390" y="56197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데이터 코멘트 · 비교표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는 「글을 다루는 일」을 대신합니다 — 수치 계산·공정 판단은 사람이 검증합니다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ChatGPT 와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둘 다 써 보고 업무에 맞는 쪽을 고릅니다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인터프리터로 엑셀 분석·그래프까지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올려 표 분석·시각화에 강함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 선택 — 빠른 답과 깊은 답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 기록이 쌓여 맥락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문서를 꼼꼼히 읽고 쓰는 데 강함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SOP·회의록 원문을 통째로 입력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문장이 차분하고 양식 유지가 좋음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프로젝트로 사내 용어집 고정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3. 프롬프트 3요소와 Few-shot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 · 맥락 · 형식, 그리고 예시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누구의 눈으로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것인가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읽는가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표·항목·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양식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토막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 → 맥락 → 형식 → 예시 순서로 쓰면 되묻지 않고 바로 초안이 나옵니다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Few-shot — 원하는 결과의 짧은 예시를 하나 보여 주면 양식·말투가 그대로 따라옵니다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문서 네 영역 맛보기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회사 정보 없이 가상의 공정으로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압출 공정 10년 차 작업반장으로서, [공정명]의 하루 작업 흐름을 신입이 읽을 수 있게 다섯 단계로 정리해줘. 단계마다 「하는 일 · 확인할 것 · 위험 요소」 세 칸짜리 표로 쓰고, 모르는 수치는 [빈칸]으로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수치·설비명이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문서 네 영역 맛보기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역할은 현장 직급으로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「작업반장으로서」가 「전문가로서」보다 구체적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읽는 사람을 정해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「신입이 읽을 수 있게」 한 마디로 난이도 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 규칙을 먼저 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「모르는 수치는 [빈칸]」 — 추측을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표로 받으면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복사해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바로 양식에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Few-shot — 우리 양식 그대로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예시 한 토막을 함께 넣기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예시는 우리 회사 작업지시서의 한 항목이야. 이 말투와 항목 구성을 그대로 지켜서 [작업명] 항목을 세 개 더 써줘. 예시: 「1. 금형 예열 — 설정값 [빈칸]℃ 도달 확인 후 작업 시작. 미달 시 반장 보고.」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예시의 말투·구성이 유지됐는지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Few-shot — 우리 양식 그대로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예시는 짧게 하나만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원문보다 대표 항목 하나가 더 잘 따라온다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예시의 수치는 지우고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[빈칸]으로 바꾼 뒤 넣는다 — 보안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「그대로 지켜서」 명시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말이 없으면 AI 가 양식을 바꿔 버린다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예시 하나가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설명 열 줄을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대신한다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우리 말로 쓰게 하는 용어집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다음은 우리 현장에서 쓰는 용어와 약어야: [용어1=뜻], [용어2=뜻], [약어=풀이]. 이 용어집을 표로 정리하고, 앞으로 이 대화에서 문서를 쓸 때 반드시 이 표기를 쓰도록 해줘. 먼저 용어집 표만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대화에서 실습 1 프롬프트 다시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용어집은 대화 맨 앞에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뒤에 넣으면 앞 문서에는 반영되지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표기를 하나로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「빌렛/billet/소재」 중 하나만 쓰게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용어집은 공유 파일로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프로젝트·ChatGPT 지침에 붙여 두면 매번 안 넣어도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용어집은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공용 자산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작성·요약·번역·분석 네 영역의 쓰임을 구분한다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역할·맥락·형식 + 예시 한 토막으로 프롬프트를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사전을 표로 만들어 대화 맨 앞에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정보는 [빈칸]·가상값으로 바꿔 넣는 습관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모듈부터는 이 프롬프트 뼈대로 실제 문서를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작업표준서(SOP)·작업지시서 자동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절차를 말로 입력하면 준비물·절차·검증 구조의 SOP 초안이 나옵니다 — 안전·품질 항목은 자동으로 덧붙입니다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SOP 의 세 기둥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 · 절차 ·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설비·공구·자재·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보호구·사전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05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05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05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57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 순서·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 확인 포인트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380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380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380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332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완료 기준·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기록·이상 시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53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안전·품질·환경 항목은 절차의 각 단계에 열로 붙이고, 작업자 등급별로 분기합니다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23" name="deckgen:ornament"/>
          <p:cNvSpPr txBox="1"/>
          <p:nvPr/>
        </p:nvSpPr>
        <p:spPr>
          <a:xfrm>
            <a:off x="49720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06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06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26" name="deckgen:ornament"/>
          <p:cNvSpPr txBox="1"/>
          <p:nvPr/>
        </p:nvSpPr>
        <p:spPr>
          <a:xfrm>
            <a:off x="902970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83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29" name="deckgen:ornament"/>
          <p:cNvSpPr txBox="1"/>
          <p:nvPr/>
        </p:nvSpPr>
        <p:spPr>
          <a:xfrm>
            <a:off x="130873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159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159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에게 「이 세 부분으로 나눠 써줘」라고 하면 항목 구조가 흔들리지 않습니다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SOP 를 만드는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 → 구조화 → 항목 추가 → 분기 → 양식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완성본을 요청하지 않습니다 — 단계마다 확인하고 다음 요청을 이어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절차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아는 순서를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적는다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준비물·절차·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안전·품질·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등급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신입·숙련·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양식 변환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양식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입력으로 SOP 초안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세 부분 구조와 [빈칸]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엔지니어로서 아래 절차를 작업표준서 초안으로 만들어줘. 「준비물 · 절차 · 검증」 세 부분으로 나누고, 절차는 번호 순서와 단계별 확인 포인트를 표로 써줘. 설정값은 전부 [빈칸]. 절차: [1단계], [2단계], [3단계], [4단계]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순서가 입력대로인지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입력으로 SOP 초안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절차는 내가 아는 순서로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순서를 모른다 — 번호만 붙여 적어도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포인트를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「단계마다 확인할 것 한 가지」가 품질을 만든다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부분은 완료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「무엇이 되면 끝인가」를 쓰게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설정값은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[빈칸]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항목 자동 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같은 대화에서 이어서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만든 SOP 의 절차 표에 「안전 · 품질 · 환경」 세 열을 추가해줘. 단계마다 위험 요소와 보호구, 품질 확인 항목, 폐기물·소음 등 환경 주의점을 한 줄씩 써줘. 근거가 불확실한 항목에는 「확인 필요」라고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「확인 필요」 표시가 붙은 항목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항목 자동 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새 대화가 아니라 이어서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SOP 를 기억하고 있어야 열만 더한다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「확인 필요」 출구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것을 지어내지 않게 하는 안전장치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보호구는 우리 규정으로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규정 항목명을 [빈칸] 대신 넣어 통일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안전 항목은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EHS 담당과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최종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작업자 등급별 SOP 분기와 작업지시서 양식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등급 세 개, 그림 위치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SOP 를 「신입 · 숙련 · 책임자」 세 등급용으로 나눠줘. 신입용은 단계를 더 잘게 쪼개고 현장 용어에 풀이를 붙여줘. 그리고 신입용을 우리 작업지시서 양식 열 이름 [열1], [열2], [열3] 으로 바꾸고, 사진이 들어갈 자리에 「[그림: 무엇]」을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 풀이가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작업자 등급별 SOP 분기와 작업지시서 양식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기준을 한 줄로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「신입=첫 달, 숙련=1년 이상」처럼 정해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 자리는 글로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「[그림: 금형 장착 방향]」 — 사진은 나중에 붙인다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SOP 도 같은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문서를 붙여 넣고 「이 구조로 재구성」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기존 SOP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붙여 넣고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재구조화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절차를 말로 넣어 준비물·절차·검증 구조의 SOP 초안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열을 자동 추가 — 「확인 필요」로 검토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신입·숙련·책임자 등급별 분기와 작업지시서 양식 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SOP 를 붙여 넣어 같은 구조로 재구성하는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만든 SOP 초안은 현장 검토를 거쳐야 문서가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SOP 초안을 요청할 때 「설정값은 전부 [빈칸]」이라고 쓰는 이유로 가장 알맞은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AI 가 숫자를 못 다루기 때문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회사 정보를 넣지 않고 추측값을 막기 위해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표를 더 예쁘게 만들기 위해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빈칸이 있어야 저장이 되기 때문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공정 조건은 회사 비밀이라 입력하지 않고, AI 가 그럴듯한 숫자를 지어내는 것도 막아야 합니다. 빈칸은 문서 파일에서 직접 채웁니다.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