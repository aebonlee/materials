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7-1 · LangChain 챗봇 기초 · 실습 1.5H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9187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300" b="1" spc="-235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ChatModel 호출과</a:t>
            </a:r>
          </a:p>
          <a:p>
            <a:pPr algn="l">
              <a:lnSpc>
                <a:spcPct val="105000"/>
              </a:lnSpc>
            </a:pPr>
            <a:r>
              <a:rPr sz="6300" b="1" spc="-235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프롬프트 템플릿 실습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6033516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첫 호출부터 체인 조립까지 — 부품이 하는 일을 확인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1.5시간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가상환경에 langchain 을 설치하고 llm.invoke() 첫 호출에 성공한다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모델이 모르는 것을 일부러 물어 환각을 직접 본다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ChatPromptTemplate 의 {question} 빈칸을 채워 체인을 실행한다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시스템 메시지와 temperature 가 답을 바꾸는 것을 비교한다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 1H 에서는 지금 만든 llm 객체 그대로 대화 이력을 붙여 챗봇을 만듭니다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7-1 · 실습 1.5H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실습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일곱 단계 — week7 폴더 하나에서 끝까지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~/data-eng/week7 를 새로 만들고 가상환경을 켠 뒤 시작합니다 — OpenAI 키가 없으면 Ollama 로 같은 코드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 환경 준비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venv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pip install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2. 첫 호출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llm.invoke()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.content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모르는 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환각 확인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(일부러 실패)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4·5. 템플릿·체인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prompt | llm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| parser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6·7. 역할·온도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시스템 메시지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temperature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7-1 · 실습 1.5H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1단계 — 환경 준비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핵심 명령 — 폴더 · 가상환경 · 설치 · 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408212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408212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폴더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51212" y="2781300"/>
            <a:ext cx="14593788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3612" y="2781300"/>
            <a:ext cx="14288988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mkdir -p ~/data-eng/week7 · cd ~/data-eng/week7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429000"/>
            <a:ext cx="1408212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429000"/>
            <a:ext cx="1408212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가상환경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51212" y="3429000"/>
            <a:ext cx="14593788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03612" y="3429000"/>
            <a:ext cx="14288988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python3 -m venv .venv · source .venv/bin/activate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076700"/>
            <a:ext cx="1408212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076700"/>
            <a:ext cx="1408212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설치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51212" y="4076700"/>
            <a:ext cx="14593788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03612" y="4076700"/>
            <a:ext cx="14288988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pip install langchain langchain-core langchain-openai langchain-ollama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4724400"/>
            <a:ext cx="1408212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4724400"/>
            <a:ext cx="1408212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API 키 등록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51212" y="4724400"/>
            <a:ext cx="14593788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3612" y="4724400"/>
            <a:ext cx="14288988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export OPENAI_API_KEY="sk-..."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5372100"/>
            <a:ext cx="1408212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5372100"/>
            <a:ext cx="1408212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확인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51212" y="5372100"/>
            <a:ext cx="14593788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03612" y="5372100"/>
            <a:ext cx="14288988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pip list 에 langchain-core · echo $OPENAI_API_KEY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API 키는 코드에 직접 적지 않는다 — 환경변수나 .env(.gitignore 에) · 4-2 「이미지에 비밀값을 넣지 않는다」와 같은 이유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7-1 · 실습 1.5H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2단계 — 첫 호출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llm.invoke() 한 번 — 응답 객체 안을 들여다본다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llm 객체 만들기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ChatOpenAI(model="gpt-4o-mini", temperature=0) — Ollama 는 ChatOllama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resp = llm.invoke("데이터 엔지니어링을 한 문장으로 소개해줘")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문장짜리 한국어 답 — 실제 글은 resp.content 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print(type(resp)) · resp.response_metadata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AIMessage 타입 · 메타데이터에 사용 토큰 수와 모델명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질문을 길게 바꾸면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토큰이 는다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= 비용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7-1 · 실습 1.5H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3단계 — 일부러 실패시키기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모델이 모르는 것을 묻는다 — 답이 두 갈래로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이론에서 말한 한계를 직접 확인합니다 — 이번 주가 왜 필요한지 여기서 드러납니다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371475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질문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우리 회사 2026년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3분기 장애 건수는?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3875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38750" y="3924300"/>
            <a:ext cx="371475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3875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답 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830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「알 수 없다」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 한다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3450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34500" y="3924300"/>
            <a:ext cx="371475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3450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답 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4405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그럴듯한 숫자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= 환각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43025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430250" y="3924300"/>
            <a:ext cx="371475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43025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고치는 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63980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우리 문서를 찾아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넣어 준다 — RAG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7-1 · 실습 1.5H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4·5단계 — 템플릿과 체인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빈칸 있는 틀을 만들고 파이프로 잇는다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16890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1689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ChatPromptTemplate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516890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490220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("system", 조교 역할)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("human", "{question}")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33095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59550" y="2781300"/>
            <a:ext cx="5168900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9550" y="2781300"/>
            <a:ext cx="51689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llm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59550" y="3657600"/>
            <a:ext cx="516890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92900" y="3657600"/>
            <a:ext cx="490220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ChatOpenAI 또는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ChatOllama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1174750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976100" y="2781300"/>
            <a:ext cx="516890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976100" y="2781300"/>
            <a:ext cx="51689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StrOutputParser()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976100" y="3657600"/>
            <a:ext cx="516890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109450" y="3657600"/>
            <a:ext cx="490220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AIMessage 에서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문자열만 꺼낸다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43000" y="5467350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5467350"/>
            <a:ext cx="160020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chain = prompt | llm | StrOutputParser() → chain.invoke({"question": "ETL과 ELT의 차이를 설명해줘"})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prompt.invoke({"question": …}) 만 먼저 찍어 보면 SystemMessage·HumanMessage 두 개 — 아직 모델은 부르지 않았다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7-1 · 실습 1.5H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5단계 — 파서 유무 비교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파서를 빼면 — str 과 AIMessage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prompt | llm | StrOutputParser()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invoke 결과가 바로 문자열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print 하면 글이 그대로 찍힌다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type(chain.invoke(...)) → str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{question} 값을 바꿔 재실행해 보세요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prompt | llm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결과는 AIMessage — .content 를 꺼내야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type(chain_no_parser.invoke(...)) → AIMessage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파서는 「원하는 모양만 꺼내는」 부품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이것이 확인되면 5단계 끝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7-1 · 실습 1.5H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6·7단계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같은 질문, 다른 답 — 시스템 메시지와 temperature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6단계 · 시스템 메시지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「Kafka가 뭐야?」를 두 역할로 묻는다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초등학생에게 — 비유로 설명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면접관에게 — 기술 용어로 3문장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RAG 에선 「찾은 내용 안에서만 답하라」를 여기에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7단계 · temperature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 과 1.0 으로 같은 질문을 3번씩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 — 거의 같은 답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1.0 — 매번 다른 답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사실을 조회하는 용도라면 0 에 가깝게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7-1 · 실습 1.5H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1.5시간이 끝날 때 확인할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pip list 에 langchain-core 가 보이고 echo $OPENAI_API_KEY 에 키가 찍힌다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resp.content 에 한 문장 답이, response_metadata 에 토큰 수가 보인다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모르는 것을 물으면 「알 수 없다」거나 숫자를 지어낸다 — 후자가 환각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파서가 있으면 str, 없으면 AIMessage 가 나온다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시스템 메시지로 말투가, temperature 로 답의 흔들림이 달라진다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7-1 · 실습 1.5H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7-1 · 실습 1.5H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대화 이력 챗봇 실습 (1H)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멀티턴 대화를 만들고, 기억이 어디에서 오는지 이력을 빼 보며 실험으로 확인합니다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이력 없이 두 번 물어 기억 없음 확인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메시지 목록을 함께 보내 이름 기억하기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콘솔 챗봇 chatbot.py 완성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이력이 길어질 때 토큰 증가와 trim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가져갈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지금 켠 가상환경과 llm 객체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