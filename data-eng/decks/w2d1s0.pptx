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2-1 · MySQL 9.7 설치 및 기초 쿼리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모두 같은 환경에서 시작합니다 — 꼬이면 여기로 돌아옵니다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맞춰 둘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가 꺼져 있다 — Cannot connect to the Docker daemon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컴퓨터에 MySQL 을 따로 설치해 뒀다 — 3306 을 먼저 잡고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mysql:9.7 이미지가 약 1.3GB — 실습 중에 받으면 그동안 손을 놓는다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바뀐 안내 — 접속 명령에 -e LANG=C.UTF-8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명령을 쳐도 결과가 갈리는 이유를 수업 전에 없앤다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메뉴가 하는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점검과 재설정은 다른 일이다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점검 — 1~4단계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수업 전에 한 번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지우는 것 없이 확인하고 채운다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재설정 — 5단계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실습이 꼬였을 때만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de-mysql 컨테이너와 볼륨만 지운다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재설정도 1주차 결과물(~/data-eng/week1)은 건드리지 않는다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수업 전 10분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단계 끝의 확인 포인트를 통과하면 다음으로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Docker 켜짐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--format 으로 Server 버전 한 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3306 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설치된 MySQL 이 있으면 멈춘다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이미지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pull mysql:9.7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바뀐 안내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-e LANG=C.UTF-8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환경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꼬였을 때만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운영체제 세 갈래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운영체제마다 다른 것은 두 단계뿐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334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34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Windows (WSL2)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63940" y="2781300"/>
            <a:ext cx="38023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394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macOS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04420" y="2781300"/>
            <a:ext cx="4640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04420" y="2781300"/>
            <a:ext cx="4640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리눅스 (Ubuntu)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 Docker 켜기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6334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859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Desktop · WSL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6394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19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Desktop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504420" y="34480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99670" y="34480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systemctl · docker 그룹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 3306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6334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859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PowerShell netstat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서비스 MySQL80 중지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6394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919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lsof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brew stop · 설정 앱 Stop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504420" y="41719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99670" y="41719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ss -ltnp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systemctl stop mysql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 · 4 · 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6334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859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6394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919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04420" y="48958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599670" y="48958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2단계는 공통 docker ps 먼저, 그다음 운영체제별 한 줄 — Windows 만 그 한 줄을 PowerShell 에서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수업 전 10분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3306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도커가 오류 없이 떠도 안심하면 안 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설치된 MySQL 이 127.0.0.1:3306 을 잡고 있으면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 -p 3306:3306 은 성공한다 — 컨테이너 안쪽 접속(3단계)도 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내 컴퓨터에서 3306 으로 붙으면(4단계)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설치된 MySQL 로 가서 Access denied — 비밀번호가 틀린 것처럼 보인다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그래서 수업 전에 3306 을 확인한다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설치된 MySQL 은 멈추고, 멈출 수 없으면 -p 3307:3306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안에선 되고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밖에선 거부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 · 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이미지를 받고, 오늘 바뀐 접속 명령을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pull mysql:9.7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 1.3GB — 이론 시간이 시작될 때 걸어 두면 실습 전에 끝난다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mysql:9.7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9.7 한 줄이 보이면 끝 — 이미 받았다면 Image is up to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4단계는 아직 치지 않는다 — 순서만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run(기동 1단계) → logs 에 port: 3306 → exec -e LANG=C.UTF-8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지금 exec 를 치면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such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container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꼬였을 때 — 컨테이너와 볼륨을 함께 지우고 다시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rm -f de-mysql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컨테이너를 지운다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volume rm de-mysql-data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넣은 데이터와 비밀번호가 함께 지워진다(되돌릴 수 없음)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ps -a · volume ls 가 제목 줄만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재설정 끝 — 기동과 접속 1단계부터 다시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볼륨을 남기면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비밀번호가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바뀌지 않는다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준비가 끝났는지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version --format … 이 29.6.1 처럼 한 줄을 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3306 확인 명령에 아무 줄도 나오지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에 mysql 9.7 한 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접속 명령에 -e LANG=C.UTF-8 이 들어간 것을 확인했다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2-1 · 수업 전 10분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2-1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관계형 데이터베이스와 MySQL 9.7 개요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점검을 마쳤으니 표·행·열·기본 키부터 잡습니다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엑셀과 무엇이 다른가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기본 낱말과 데이터 타입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 는 서버다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의 세 갈래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