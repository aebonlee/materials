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· 데이터 파이프라인·최종 RAG 챗봇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과정 회고·산출물 제출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8주를 돌아보고, 다음에 무엇을 할지 정한다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 동안 무엇을 만들었는지 네 가지로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주차별 산출물 여덟 개가 제출 형태로 갖춰졌는지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다음에 공부할 것과 심화 과제를 고른다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과정에서 반복된 원칙 — 「고쳤다」는 판정은 되돌려서 확인한다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무엇을 만들었나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 동안 만든 것 — 넷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플랫폼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위 한 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저장소부터 벡터DB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파이프라인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원천에서 답변까지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사람 없이 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챗봇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근거와 출처를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밝히는 답변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실패를 고친 경험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일부러 깨뜨리고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되돌려 확인했다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검사기를 만들면 일부러 깨뜨려 보고, 멱등을 주장하면 두 번 돌려 세어 봤다 — 어느 도구를 쓰든 남는 태도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산출물 제출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주차별 산출물 여덟 개 — 무엇으로 확인하나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7962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실습 환경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기동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3969544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3969544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ERD·수집 스크립트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3969544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3969544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생성·데이터 적재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491038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491038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노트북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491038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491038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결과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12531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012531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 적재 스크립트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012531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012531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테이블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5534025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5534025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변환 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5534025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5534025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성공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6055519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8490" y="6055519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스트리밍 파이프라인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055519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055519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 소비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63240" y="6577012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58490" y="6577012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 스키마 정의서 · build_kb.py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6577012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9490" y="6577012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돌려 같은 개수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18821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16916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63240" y="7098506"/>
            <a:ext cx="79629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58490" y="7098506"/>
            <a:ext cx="77724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 · RAG 챗봇 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64240" y="7098506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9490" y="7098506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엔드투엔드 시나리오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제출 폴더에 .env(실제 키)가 섞이지 않았는지 — grep "sk-" 결과가 비어 있어야 제출 준비 완료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줄로 줄인 오늘의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79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291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 아키텍처를 그림 한 장으로 그리고 구간별 담당 기술을 적었다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3623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28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40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3623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배치와 실시간이 저장소 하나로 만나는 구조를 설명할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576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37814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9052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38576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최종 DAG 에 @daily·재시도·내용 기반 UUID 를 반영했다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3529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276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400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3529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시각을 챗봇에 표시하고 사이드바에 지식베이스 상태를 띄웠다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8482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4772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4895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8482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설정을 한곳에 모으고 DAG·챗봇의 컬렉션 이름을 대조했다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3435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5267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5391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53435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대조군을 먼저 확인한 뒤 새 문서 → DAG → 답변 반영을 성공시켰다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8388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5762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5886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58388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 시 points_count 가 늘지 않는 것과 재시도 회복을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3341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6257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6381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63341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산출물을 제출 형태로 정리하고 키가 섞이지 않았는지 확인했다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 열세 항목은 사이트 본문에 — 하나라도 비면 그 단계로 돌아가세요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정리·회고 0.5H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성공인데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챗봇이 모른다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 이름 불일치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이전 DAG 트리거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곳 이름 대조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 로그 건수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재실행마다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points_count 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포인트 id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순번(enumerate)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 기반 uuid5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upsert 한 건 유지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수동은 되는데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 실행 안 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paused 상태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@daily 시각 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unpause 확인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실행 예정 시각 읽기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지운 문서를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계속 답한다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incoming 삭제해도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포인트는 남음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 비우고 재적재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삭제 태스크 추가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수업 시연은 수동 트리거로 진행해도 된다 · 삭제는 이번 파이프라인이 다루지 않는 구멍(7-4 와 같다)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이걸 실무에 그대로 쓸 수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구조는 그대로 — 저장소를 S3 로, 실행을 Kubernetes 로, 비밀값을 Secret 관리로 바꾼다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다음에 무엇을 공부하면 좋을까요?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품질(Great Expectations) · 데이터 계보(lineage) · dbt · 클라우드 관리형 서비스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배운 것을 잊지 않으려면?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개인 파이프라인을 하나 만들어 매일 돌려 보세요 — 관심 있는 데이터면 무엇이든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사이트의 자료를 나중에도 볼 수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과정 종료 후에도 열려 있다 — 실습 환경만 각자 다시 세우면 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과정이 끝난 뒤 이어 갈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처리한 incoming 파일을 날짜 폴더로 옮기는 archive 태스크를 DAG 끝에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st.write_stream 으로 답변을 스트리밍해 체감 응답 속도 개선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7-5 의 하이브리드 검색(BM25 + RRF)을 챗봇에 옮겨 붙이기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incoming 에 없는 문서를 Qdrant 에서 지우는 삭제 태스크 설계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+ 관리형 Airflow 로 옮기면 무엇이 달라지는지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참고: Airflow best-practices · Streamlit · Qdrant 공식 문서 — 링크는 사이트 본문에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정리·회고 0.5H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과정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 과정을 마칩니다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원천에서 답변까지 사람이 손대지 않아도 매일 도는 시스템을 만들었습니다 — 어느 도구를 쓰든 남는 태도와 함께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주차별 산출물 여덟 개 제출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폴더에 실제 키가 없는지 마지막 grep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작은 개인 파이프라인 하나를 매일 돌려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사이트는 과정 종료 후에도 열려 있습니다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남기는 한 문장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「고쳤다」는 되돌려서 확인한다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