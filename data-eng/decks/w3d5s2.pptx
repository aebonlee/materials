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3-5 · Pandas와 DuckDB를 이용한 하이브리드 가공 · 실습 1.5H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정제 파이프라인 구현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기준선을 재고, 함수로 정제하고, 두 번 돌린다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1.5시간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DuckDB 로 orders.csv 의 품질 기준선(before)을 잰다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clean_orders.py — 추출은 DuckDB, 정제는 Pandas 로 쓴다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두 번 돌려 equals() 가 True 인지(멱등성) 확인한다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validate() 를 만들고 일부러 깨뜨려 실제로 잡는지 본다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결과물 orders_clean.parquet 와 clean_orders.py 가 다음 1H 리포트의 재료입니다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3-5 · 실습 1.5H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여섯 단계 — ~/data-eng/week3 한 폴더에서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3-1 의 orders.csv 가 없으면 make_orders.py 를 다시 실행합니다 — 시드가 고정돼 언제 만들어도 같은 원본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기준선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DuckDB 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before 측정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clean()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clean_orders.py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1015 → 1000 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두 번 돌리기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equals()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True 세 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순서 실험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중앙값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A·B 비교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5·6. 검증·완성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validate()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종료 코드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3-5 · 실습 1.5H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원본의 품질 기준선 — baseline.py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080546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080546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rows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23546" y="2781300"/>
            <a:ext cx="13921454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75946" y="2781300"/>
            <a:ext cx="13616654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count(*) → 1015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429000"/>
            <a:ext cx="2080546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29000"/>
            <a:ext cx="2080546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null_price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23546" y="3429000"/>
            <a:ext cx="13921454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75946" y="3429000"/>
            <a:ext cx="13616654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count(*) - count(price) → 30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076700"/>
            <a:ext cx="2080546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076700"/>
            <a:ext cx="2080546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dup_orders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23546" y="4076700"/>
            <a:ext cx="13921454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75946" y="4076700"/>
            <a:ext cx="13616654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count(*) - count(DISTINCT order_id) → 15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724400"/>
            <a:ext cx="2080546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724400"/>
            <a:ext cx="2080546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category_values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23546" y="4724400"/>
            <a:ext cx="13921454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75946" y="4724400"/>
            <a:ext cx="13616654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count(DISTINCT category) → 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372100"/>
            <a:ext cx="2080546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372100"/>
            <a:ext cx="2080546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오염 확인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23546" y="5372100"/>
            <a:ext cx="13921454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75946" y="5372100"/>
            <a:ext cx="13616654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GROUP BY category — 식품 396 과 ' 식품 ' 20 이 따로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이 수치가 리포트의 before — 화면에선 구분이 안 되는 공백을 DB 는 다른 값으로 본다 (일관성 문제의 전형)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3-5 · 실습 1.5H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clean() 다섯 줄 — 한 줄씩 뜻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668274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66827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줄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2781300"/>
            <a:ext cx="92811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781300"/>
            <a:ext cx="92811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str.strip()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3448050"/>
            <a:ext cx="92811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9090" y="3448050"/>
            <a:ext cx="90906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category 공백 오염 제거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pd.to_datetime()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4171950"/>
            <a:ext cx="92811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9090" y="4171950"/>
            <a:ext cx="90906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DuckDB 면 이미 날짜 — read_csv 대비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drop_duplicates()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0" y="4895850"/>
            <a:ext cx="92811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9090" y="4895850"/>
            <a:ext cx="90906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order_id 기준, 첫 행 유지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fillna(median())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63840" y="5619750"/>
            <a:ext cx="92811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9090" y="5619750"/>
            <a:ext cx="90906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price 결측을 중앙값으로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3436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3436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price * quantity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0" y="6343650"/>
            <a:ext cx="92811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9090" y="6343650"/>
            <a:ext cx="90906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amount 파생 컬럼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0866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load_raw() 는 duckdb.sql("SELECT * FROM 'orders.csv'").df() — 대용량이면 여기서 필터·열 선택으로 줄인다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df.copy() 로 시작 — out = df 면 받은 원본까지 바뀐다(pandas 3 도). 3단계 「두 번 돌려도 같은가」가 여기에 기댄다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3-5 · 실습 1.5H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2·3단계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돌리고, 두 번 돌리고 — 출력을 읽는다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python3 clean_orders.py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「1015 행 -&gt; 1000 행 정제 완료」 — 중복 15건 제거, orders_clean.parquet 생성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python3 check_rerun.py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행 수 같은가 · 내용 같은가(equals) · 파일로도 같은가 — 세 줄 모두 True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하나라도 False 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정제 규칙에 무작위성이나 순서 의존이 섞인 것 — t1·t2.parquet 는 rm 으로 정리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확인할 글자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True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세 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3-5 · 실습 1.5H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순서를 바꾸면 중앙값이 달라진다 — 실제로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순서 A — 중복 제거 후 중앙값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drop_duplicates(subset='order_id') 뒤 median() → 100500.0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순서 B — 중복 있는 채로 중앙값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raw.copy() 그대로 median() → 101000.0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같은가: False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중복 15건이 두 번 세어져 가운데 값이 500원 밀린다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order_test.py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실제로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다르다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결측 30건을 어느 값으로 채우는지가 순서에 따라 바뀐다 — 「중복 제거 → 결측 보정」 순서를 고정하고 리포트에 적는다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3-5 · 실습 1.5H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5단계 — 일부러 실패시키기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검사기를 만들었으면 일부러 깨뜨린다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validate_test.py — 지금 데이터엔 없지만, 원본이 바뀌었을 때 잡아 줍니다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371475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validate()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음수 가격·수량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미래날짜·미지 분류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387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38750" y="3924300"/>
            <a:ext cx="371475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87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정제본 검사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83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네 항목 모두 0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= 유효성 통과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345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34500" y="3924300"/>
            <a:ext cx="371475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345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나쁜 값 주입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440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price -1000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category '알수없음'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4302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430250" y="3924300"/>
            <a:ext cx="371475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4302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다시 검사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6398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price_le_0 1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unknown_cat 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3-5 · 실습 1.5H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최종본으로 통째로 바꾼다 — 실패면 종료 코드 1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964281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964281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바꾸기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7281" y="2781300"/>
            <a:ext cx="14037719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59681" y="2781300"/>
            <a:ext cx="13732919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clean_orders.py 를 최종본으로 통째로 (검증 포함)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429000"/>
            <a:ext cx="1964281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29000"/>
            <a:ext cx="1964281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validate() 5항목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07281" y="3429000"/>
            <a:ext cx="14037719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59681" y="3429000"/>
            <a:ext cx="13732919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price_le_0 · quantity_le_0 · unknown_cat · dup_order_id · null_price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076700"/>
            <a:ext cx="1964281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076700"/>
            <a:ext cx="1964281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실패하면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07281" y="4076700"/>
            <a:ext cx="14037719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59681" y="4076700"/>
            <a:ext cx="13732919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print('검증 실패:', issues) → raise SystemExit(1)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724400"/>
            <a:ext cx="1964281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724400"/>
            <a:ext cx="1964281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통과하면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07281" y="4724400"/>
            <a:ext cx="14037719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59681" y="4724400"/>
            <a:ext cx="13732919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orders_clean.parquet 저장 · 「정제 완료 (검증 통과)」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372100"/>
            <a:ext cx="1964281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372100"/>
            <a:ext cx="1964281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07281" y="5372100"/>
            <a:ext cx="14037719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59681" y="5372100"/>
            <a:ext cx="13732919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python3 clean_orders.py; echo "종료 코드: $?" → 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2단계 파일에 이어 붙이지 않는다 · VALID_CATEGORIES = 식품·가전·의류·도서 · 8주차 Airflow 가 이 숫자를 본다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3-5 · 실습 1.5H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1.5시간이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67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971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95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67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baseline.py — 1015 · 30 · 15 · 5, ' 식품 ' 20 이 따로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24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829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952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724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「1015 행 -&gt; 1000 행 정제 완료」 · orders_clean.parquet 생성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5815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6863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8101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5815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check_rerun.py — 세 줄 모두 True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4387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55435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56673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4387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order_test.py — 100500.0 vs 101000.0 · 같은가: False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296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6400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6524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296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validate_test.py — 첫 줄 모두 0, 나쁜 값엔 price_le_0 1 · unknown_cat 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7153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90650" y="7258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0650" y="7381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7153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최종본 실행 뒤 「검증 통과」와 종료 코드 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3-5 · 실습 1.5H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3-5 · 실습 1.5H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데이터 품질 리포트 작성 (1H)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정제 전후를 같은 잣대로 재서 리포트를 만들고, DuckDB 로 교차 검증한 뒤 3주차 산출물로 제출합니다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quality_report.py — before·after 프로파일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개선율 네 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DuckDB 로 교차 검증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리포트 문서 작성 · 산출물 제출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orders_clean.parquet 와 스크립트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