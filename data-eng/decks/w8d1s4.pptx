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Airflow 서비스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한 표와 구성 요소 복습, 8-2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쓴 compose·CLI 명령을 표 하나로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 요소 네 가지의 역할을 한 문장씩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를 켜 둔 채 dags/ 폴더가 비어 있는지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8-2 에서는 dags/ 에 파일을 넣는 것만으로 Airflow 가 읽어 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명령 일곱 — 하려는 일로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docker compose 뒤에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기억할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최초 1회 초기화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airflow-init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기동보다 먼저 한 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044043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044043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044043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044043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init 뒤에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640036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640036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640036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640036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(healthy) 까지 1~2분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236029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236029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-f airflow-scheduler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236029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236029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문제는 여기부터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 (데이터 유지)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5832021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5832021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5832021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5832021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볼륨은 남는다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시작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428014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428014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428014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428014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init 다시 안 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7625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4572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완전 삭제 (주의)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7024007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8850" y="7024007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--volumes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24360" y="7024007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19610" y="7024007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이력이 통째로 사라진다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CLI 진입은 docker compose exec airflow-scheduler airflow &lt;명령&gt; — dags list · dags list-import-errors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구성 요소 복습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가지를 한 문장씩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 = 상황판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목록·이력·로그를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보는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 = 알람시계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시각이 되면 DAG 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깨워 큐에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= 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큐에서 태스크를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꺼내 실행한다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메타데이터 DB = 일지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실행 이력의 정본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깨지면 통째로 사라진다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Redis 는 스케줄러와 워커 사이의 주문서 창구 · 트리거러는 기다리는 일 전담 — 여섯이 한 묶음으로 떠야 Airflow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작업 사이에 순서가 생기면 cron 으로 부족한 이유를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웹서버·스케줄러·워커·메타데이터 DB 의 역할을 한 문장씩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파일을 먼저 읽어 어떤 서비스가 뜨는지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airflow-init 을 먼저 실행한 뒤 docker compose up -d 로 기동했다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에서 전 서비스 running (healthy) 를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→ start 로 데이터가 유지되는 것을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Grid·Graph·Code·Logs 네 화면을 열고 상태 색을 읽을 수 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예제 DAG 를 unpause·trigger 로 실행하고 로그를 확인했다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 계속 재시작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오류 반복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airflow-init 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건너뛰고 up -d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--volumes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airflow-init 부터 순서대로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allocated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프로그램이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 을 쓰는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ports 를 "8081:8080"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localhost:8081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 code 137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전체가 매우 느림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메모리 부족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여럿 동시 기동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8GB 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쓰는 컨테이너 stop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logs/ 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Permission denied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의 AIRFLOW_UID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없거나 불일치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AIRFLOW_UID=$(id -u)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다시 만들고 재기동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문제가 생기면 docker compose logs | grep -i "error\|exception" 부터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운영에서도 docker compose 로 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학습·소규모에는 쓴다 — 규모가 커지면 Kubernetes 나 관리형(MWAA·Cloud Composer)으로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과 down --volumes 의 차이는?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앞은 컨테이너만 지우고 데이터는 남긴다 — 뒤는 메타데이터 DB 까지, 실행 이력이 전부 사라진다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말고 다른 도구는?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Dagster·Prefect·Mage — 개념(DAG·의존성·재시도)이 비슷해 하나를 알면 옮겨 가기 쉽다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워커를 늘리려면?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의 airflow-worker 를 여러 개로, 또는 --scale — 실습 노트북에서는 자원이 부족해진다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를 켜 둔 채로 마칩니다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서비스 (healthy) 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~/airflow-lab 에서 docker compose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dags/ 폴더가 비어 있는지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-la dags/ — 8-2 DAG 파일을 여기에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진입 형태를 기억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airflow-scheduler airflow &lt;명령&gt;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에서는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넣으면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읽어 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8-2 · DAG 이해 및 유즈케이스 연구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핵심 개념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Task·Operator·스케줄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첫 DAG 작성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PythonOperator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유즈케이스 연구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분해안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작성 규칙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8-3 설계안 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8-1 의 Airflow 가 기동 상태 — docker compose ps 로 (healthy) 확인, 내려가 있으면 ~/airflow-lab 에서 docker compose up -d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8-2 DAG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DAG·Task·Operator·의존성·스케줄 개념을 익히고, PythonOperator 로 첫 DAG 를 써서 dags/ 에 넣고 실행합니다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DAG·Task·Operator 의 관계를 그림으로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PythonOperator 로 첫 DAG 작성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연산자 &gt;&gt; 와 tasks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 파이프라인의 태스크 분해안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기동 상태 · 빈 dags/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