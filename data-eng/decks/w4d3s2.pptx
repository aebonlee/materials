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MinIO–Iceberg 데이터 파이프라인 구축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원천 데이터 적재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배치 파일을 올리고, Spark 가 읽는지부터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의 컨테이너 4개와 orders 테이블 4행이 살아 있는지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 버킷의 orders/ 랜딩 존에 새 배치 CSV 를 올린다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 하나와 --conf 네 개로 spark-shell 에서 랜딩 존을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파일에 겹치는 order_id 2 를 눈으로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 을 짜기 전에 읽기부터 — 여기서 s3a 설정을 잡아 두면 나중에 원인을 좁히기 쉽습니다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~/lakehouse 폴더에서 4-2 구성 그대로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배치 파일 하나를 랜딩 존에 올리고, ETL 없이 읽기만 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상태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ps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4행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파일 업로드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orders_2026-08-02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읽기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spark-shell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--packages · --conf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겹치는 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 count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4-2 상태를 확인한다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882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882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1266" y="2781300"/>
            <a:ext cx="150137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3666" y="2781300"/>
            <a:ext cx="147089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~/lakehouse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882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882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띄우기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1266" y="3429000"/>
            <a:ext cx="150137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3666" y="3429000"/>
            <a:ext cx="147089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up -d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882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882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1266" y="4076700"/>
            <a:ext cx="150137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3666" y="4076700"/>
            <a:ext cx="147089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882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882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31266" y="4724400"/>
            <a:ext cx="150137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3666" y="4724400"/>
            <a:ext cx="147089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 "SELECT * FROM demo.lakehouse.orders ORDER BY order_id;"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8826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8826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랜딩 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1266" y="5372100"/>
            <a:ext cx="1501373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3666" y="5372100"/>
            <a:ext cx="1470893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exec mc mc ls local/raw/orders/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컨테이너 4개 Up · orders 4행(order_id 1~4) · raw/orders/ 에 orders_2026-08-01.csv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배치 파일 orders_2026-08-02.csv — 세 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781300"/>
            <a:ext cx="31623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amount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0" y="2781300"/>
            <a:ext cx="38023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64640" y="2781300"/>
            <a:ext cx="2880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861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35000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264640" y="34480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59890" y="34480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861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901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2416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941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2026-08-02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264640" y="41719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59890" y="41719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choi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901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58000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941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2026-08-02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264640" y="4895850"/>
            <a:ext cx="2880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359890" y="4895850"/>
            <a:ext cx="2689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cat &gt; data/orders_2026-08-02.csv 로 만들고 mc cp /data/… local/raw/orders/ 로 올린다 → mc ls 에 파일 두 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order_id 2 는 8월 1일 파일에도 있는 행의 갱신본, 3·4 는 값이 바뀐 행 — 매일 도착하는 증분 파일을 흉내 낸 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spark-shell 에 붙이는 --packages 하나와 --conf 네 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붙이는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hadoop-aws:3.3.4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 부품 — 이미지 하둡과 같은 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fs.s3a.endpoint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http://minio:9000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API 주소 — 컨테이너 이름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fs.s3a.access.key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minioadmin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fs.s3a.secret.key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minioadmin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 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fs.s3a.path.style.access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3436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3436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3436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3436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형식(주소/버킷)으로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s3a 부품(hadoop-aws)은 이미지에 없어 받아 온다 — 첫 실행 275MB, 「실습점검」 2단계를 했다면 바로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scala&gt; 프롬프트에서 — 읽기가 되는지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 raw = spark.read … .csv("s3a://raw/orders/")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option("header","true") — 접두사를 통째로 읽으면 두 파일이 함께 들어온다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raw.show() · raw.count()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5행(8-02 의 2·3·4 + 8-01 의 1·2, 순서는 섞일 수 있음) · res1: Long =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나가기 :quit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4단계까지 본 뒤 나간다 — 다음 챕터는 spark-submit 으로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멈춘 듯하면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첫 실행은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275MB 받는 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 줄을 빼고 붙여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빼면 —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 부품이 없는 이미지 그대로 읽으려다 실패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ClassNotFoundException 오류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끝에 fs.s3a.S3AFileSystem — 부품이 없다는 뜻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이미지에는 hadoop-aws 가 들어 있지 않다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넣으면 —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hadoop-aws:3.3.4 를 받아 s3a:// 를 읽는다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spark-shell·spark-submit 에 같은 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주의: path.style.access 를 빼면 오류 없이 멈춤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분째 조용하면 Ctrl+C 로 끊고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겹치는 키를 눈으로 — order_id 2 가 두 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raw.groupBy("order_id").count().orderBy("order_id").show()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2 가 2건, 나머지는 1건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raw.filter("order_id = 2").show()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amount 32000(8-01) 과 35000(8-02) — 두 파일의 값이 다르다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상태로 MERGE 하면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「한 대상 행에 원천 여러 행」 오류 — 다음 챕터에서 규칙을 정해 하나로 줄인다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남길 규칙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가장 최근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ps 에 컨테이너 4개가 Up 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mc ls 에 orders_2026-08-01 · 08-02 두 파일이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spark-shell 에서 raw.count() 가 res1: Long = 5 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--packages 를 빼면 왜 실패하는지 말할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order_id 2 가 2건이고 amount 가 35000 · 32000 으로 다르다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 ETL 과 MERGE 적재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중복을 안 줄이고 MERGE 해 오류를 먼저 본 뒤, 결정적 중복 제거를 넣은 ETL 로 두 번 돌려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etl_bad.py 로 카디널리티 오류 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 + row_number 로 최신 한 행만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MERGE INTO 실행 · 5 → 4 → 4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명령 두 번 · snapshots 이력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spark-shell 을 :quit 로 나온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