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추세·파레토 분석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언제부터, 무엇이 늘었나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시간으로 쪼개고, 불량 유형으로 쪼갠다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월별·일자별 꺾은선으로 지표가 꺾이는 시점을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파레토 차트의 상위 항목과 누적 비율을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순위만으로 중점 공정을 정하면 안 되는 이유를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「언제부터·무엇이」까지가 현상 — 「왜」는 3일차에 별도 증거로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꺾은선(추세)과 파레토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 — 언제부터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가로축 시간, 설비별로 선을 나눈다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선만 뛰는 날을 찾는다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뛴 뒤 내려오는지, 머무는지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들쭉날쭉은 추세가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— 무엇이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순서 막대 + 누적 % 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→ 파레토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 이상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순위 ≠ 중요도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월별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8월에 나빠진 공정은 어디인가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 7월→8월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7월→8월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88.3 → 87.9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→ 0.65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 → 86.6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나빠짐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 → 76.1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 → 3.69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나빠짐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79.8 → 80.2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6394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5919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낮지만 변화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87.9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 → 0.35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88.4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6394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5919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 → 0.25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원래 낮고, 소결은 갑자기 나빠졌다 — 둘은 다른 문제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언제부터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무렵부터 SF-02 만 올라간 채 머문다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7/1~8/9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8/10~8/31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90.7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7/1~8/9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8/10~8/31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설비만, 특정한 날부터 — 왜 그날부터인지는 3일차 설비 알람 기록에서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유형 파레토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— 상위 6개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공정·불량유형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소결·밀도미달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소결·균열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8,554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성형·밀도불균일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7,122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38.1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소결·치수불량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5,818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47.2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성형·치핑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90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5,360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55.6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연삭·치수불량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4,991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64,063개 · 80% 를 넘으려면 9번째 항목까지(누적 83.8%) — 3위에 성형이 끼어 있다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묶고 나눠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공정으로 묶으면, 기간으로 나누면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파레토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소결이 전체 불량의 40.9% — 뚜렷한 1위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5538" y="4933474"/>
            <a:ext cx="5071574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0462" y="487680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515207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5538" y="5208746"/>
            <a:ext cx="2417988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6876" y="515207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542734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5538" y="5484019"/>
            <a:ext cx="1909590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8478" y="542734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570261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5538" y="5759291"/>
            <a:ext cx="1599592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38480" y="570261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 불량 유형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40일 → 뒤 22일, 균열은 거의 두 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7/1~8/9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8/10~8/31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5405438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5550" y="5405438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5710" y="5405438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90960" y="5405438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02678" y="5405438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97928" y="5405438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20300" y="5880021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15550" y="5880021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95710" y="5880021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90960" y="5880021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02678" y="5880021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7928" y="5880021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20300" y="6354604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15550" y="6354604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95710" y="6354604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90960" y="6354604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02678" y="6354604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97928" y="6354604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20300" y="6829187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15550" y="6829187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95710" y="6829187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90960" y="6829187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02678" y="6829187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897928" y="6829187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치수불량이 합쳐짐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소결·연삭 양쪽에 있다 — 공정&amp;유형 열부터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차트로 파레토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값만 붙여넣기 한 뒤 파레토 차트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합친 선 하나로 추세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꺾이는 날이 흐려진다 — 설비별로 선을 나눈다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원인을 지어냄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숫자에 없는 원인 문장은 지우고 필요한 기록만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 7월 2.17% → 8월 3.69%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8/10 무렵부터 올라간 채 머무는 것을 찾았다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파레토 13개, 합계 64,063개, 1위 소결·밀도미달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소결 40.9%, 성형·밀도불균일 3위를 메모했다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중점관리공정 최종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OEE·Cpk·불량률·추세에 고객 영향과 개선 가능성을 더해 다기준 판단표로 한 곳을 고릅니다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공정 셋으로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점수와 민감도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선정서 한 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오늘 만든 비교표와 파레토 전부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