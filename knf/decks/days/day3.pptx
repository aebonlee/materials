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· 2026. 10. 14. (수)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교시별 강의 슬라이드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3일차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선정한 공정에서 「왜」를 찾습니다. 오전에는 전통 품질 기법과 생성형 AI 를 엮어 불량 기록·설비 로그·공정 조건을 분석하고, 오후에는 원인 후보를 MECE 로 정리해 사실과 추정을 나누고 검증 계획을 세웁니다.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기법과 생성형 AI — 5Why·특성요인도·4M1E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유형 분석 — 불량 기록을 층별로 쪼개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로그 분석 — 알람 기록에서 사건 타임라인 만들기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작업·공정 조건별 영향도 추론 — 온도·로트·교대·습도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잠재 원인 후보군 도출 — AI 와 함께 넓게 펼치기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분류 — 4M1E 로직 트리로 정리하기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 — 근거 데이터 연결하기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가설 검증 계획과 시나리오 수립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구별하고 AI 와 현장의 역할을 나눈다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설비·기간·유형으로 층별 분석하고 설비 로그로 사건 타임라인을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온도·원료 로트·교대·습도 등 조건별 영향 크기를 비교해 근거 있는 가설 문장으로 정리한다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4M1E 갈래별 원인 후보를 넓게 펼치고 MECE 로직 트리로 정리한다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파일·열·숫자 근거를 연결해 사실·추정·반증을 판정한다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「만약 ~라면」 가설과 판정 기준·시나리오를 담은 가설 검증 계획을 세운다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5Why·특성요인도·4M1E·FMEA 등 현장에서 써 온 원인 분석 틀에 생성형 AI 를 결합합니다. 불량 유형, 설비 알람 로그, 작업·공정 조건 데이터를 층별로 쪼개 영향도를 추론합니다.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전통 제조 기법과 생성형 AI의 연계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기법이 각각 어떤 질문에 답하는지 정리하고, AI 를 「빠뜨린 원인을 넓히는 동료」로 써서 기법의 빈칸을 채우는 방법을 익힙니다.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불량 유형, 로그 분석 등을 통한 작업·공정 조건별 영향도 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유형·설비·기간으로 층별 분석하고, 알람 로그에서 사건 타임라인을 만들고, 온도·원료 로트·교대·습도 등 조건별로 불량에 미친 영향의 크기를 비교·추론합니다.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전통 품질 기법과 생성형 AI  ·  2교시 불량 유형 분석  ·  3교시 설비 로그 분석  ·  4교시 작업·공정 조건별 영향도 추론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원인 후보를 넓게 펼친 뒤 중복·누락 없이(MECE) 분류합니다. 후보마다 근거 데이터를 연결해 사실과 추정을 나누고, 무엇을 어떻게 확인할지 검증 계획과 시나리오를 세웁니다.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잠재적 원인 후보군 도출 및 MECE 기준 분류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사람·설비·자재·방법·측정·환경(4M1E) 관점으로 원인 후보를 펼치고, 로직 트리로 중복·누락 없이 묶어 팀의 원인 후보 MECE 표를 만듭니다.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데이터 기반의 사실·추정 구분을 통한 원인 가설 검증 계획 및 시나리오 수립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후보에 「데이터로 확인됨 / 정황 있음 / 근거 없음」을 붙여 사실과 추정을 구분하고, 추가 데이터·현장 확인·비교 실험으로 가설을 검증하는 계획과 결과별 시나리오를 수립합니다.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잠재 원인 후보군 도출  ·  6교시 MECE 분류  ·  7교시 사실과 추정 구분  ·  8교시 원인 가설 검증 계획과 시나리오 수립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