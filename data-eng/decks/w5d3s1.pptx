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연결과 대용량 분석 준비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21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0" b="1" spc="-280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레이크하우스와 Spark 연동 구조 이해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34000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라이브러리 둘 · 설정 세 덩어리 — 줄마다 하는 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가 s3a 커넥터로 MinIO 를 S3 처럼 읽고 쓰는 구조를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hadoop-aws 와 iceberg-spark-runtime 이 각각 왜 필요한지 구분한다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설정을 (1) 주소 (2) SQL 확장 (3) 카탈로그 등록 세 덩어리로 읽는다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타입 hadoop 과 rest 를 언제 고를지 말할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이 설정을 --conf 로 직접 넣어 MinIO 왕복을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s3a 커넥터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커넥터 — 스토리지에 닿는 길, 여행용 어댑터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 코드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 · write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하둡 파일시스템 계층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 체계를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고른다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s3a 커넥터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어댑터 본체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MinIO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API 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읽고 쓴다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 체계만 바뀔 뿐 Spark 코드는 그대로 — 4-1 의 「S3 API 가 표준이라 주소만 바꾼다」와 같은 이야기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콘센트 규격이 다른 나라의 여행용 어댑터처럼, s3a:// 주소로 MinIO 를 로컬 폴더처럼 다룬다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s3a 커넥터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 체계 네 가지 — 바뀌는 것은 앞부분뿐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file:///path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로컬 디스크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hdfs://…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HDFS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s3a://버킷/키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호환 스토리지 (오늘)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gs://…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Google Cloud Storage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s3a://버킷/키 — 버킷 이름은 warehouse, 그 아래 키(경로)가 폴더처럼 보인다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라이브러리 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둘인가 — 길과 눈, 둘 다 있어야 레이크하우스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hadoop-aws — 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 어댑터 본체, 스토리지에 닿는 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s3a:// 주소로 읽고 쓰기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ClassNotFoundException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S3AFileSystem 을 못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iceberg-spark-runtime — 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무더기를 「테이블」로 읽는 번역기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테이블 읽고 쓰기 · 메타테이블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USING iceberg 를 모른다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3.5_2.12 = Spark 3.5 · Scala 2.12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다섯 줄이 하는 일 — 세 덩어리로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(1) 스토리지에 닿는 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 · access.key · secret.key · path.style.access — 4-3 과 같다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(2) Iceberg SQL 확장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spark.sql.extensions — 없으면 MERGE INTO · VERSION AS OF 가 문법 오류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(3) 카탈로그 등록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 lake 는 내가 정한다 — 이후 SQL 에서 lake.db.table 로 부른다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버전 표기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3.5 = Spark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2.12 = Scala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4-4 에서 Trino 의 iceberg.properties 가 하던 일을 Spark 쪽에서 하는 것 — 이름만 다르고 하는 일은 같다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카탈로그 타입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= 「어떤 테이블이 어디에」 전화번호부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전화번호부가 어디에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73609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장단점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hadoop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스토리지의 폴더 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34480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9330" y="34480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설정 가장 단순 · 동시 쓰기 약함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별도 카탈로그 서비스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84080" y="41719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9330" y="41719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엔진 간 공유에 좋음 (4주차)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Hive Metastore (RDB)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784080" y="48958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9330" y="48958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기존 자산이 있을 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glue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관리형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5619750"/>
            <a:ext cx="73609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5619750"/>
            <a:ext cx="71704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AWS 에서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4주차는 Spark 와 Trino 가 함께 봐야 해서 rest — 오늘은 Spark 혼자라 가장 단순한 hadoop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path-style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에는 path.style.access=true 가 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path style — MinIO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 뒤에 버킷이 경로로 붙는다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http://minio:9000/warehouse/db/…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fs.s3a.path.style.access=true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에서도 같은 옵션을 넣었다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virtual host style — AWS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이름이 호스트 앞에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http://warehouse.s3.amazonaws.com/…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는 bucket.host 형태를 못 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옵션을 빼면 UnknownHost 나 403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복습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 테이블의 3층 구조 — 오늘은 내가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카탈로그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목록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lake.db.orders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메타데이터 파일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스키마 ·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스냅샷 이력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 파일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Parquet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실습에서 MinIO 콘솔로 이 세 층이 실제 폴더(metadata/ · data/)로 만들어지는 것을 눈으로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4-2 에서 본 구조 — 그때는 완성된 이미지가 만들어 줬고, 오늘은 내가 설정해 만든다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는 스토리지에 닿는 길, iceberg-spark-runtime 은 테이블로 읽는 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라이브러리 버전은 Spark·Scala 버전과 맞아야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설정은 (1) 스토리지 주소 (2) SQL 확장 (3) 카탈로그 등록 세 덩어리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타입은 혼자 쓰면 hadoop, 엔진끼리 공유하면 rest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에는 path.style.access=true 가 필수다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↔ MinIO(s3a) 연결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5-2 compose 에 MinIO 를 합치고, 이 설정을 --conf 로 넣어 Parquet 왕복으로 연결을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에 minio 서비스 추가 · warehouse 버킷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· --conf 로 PySpark 띄우기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로 Parquet 쓰고 읽기 — count 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일부러 틀려 오류 세 가지 구분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compose 파일 · 4주차 MinIO 는 stop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