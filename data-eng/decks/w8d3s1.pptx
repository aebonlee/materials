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8-3 · 수집→Lake→Spark→VectorDB 흐름 자동화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파이프라인 자동화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어디서 자르나, 무엇을 넘기나, 어디서 부르나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파이프라인 구간을 재시도 가능한 태스크 단위로 자르는 기준을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사이에 XCom 이 아니라 스토리지 경로를 넘기는 이유를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compose 의 서비스끼리는 서비스 이름이 주소임을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SparkSubmitOperator 제출과 파이썬 태스크의 DAG 모양이 같음을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Qdrant 를 같은 네트워크에 붙이고 앞 세 태스크를 채웁니다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오늘 만들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7주 동안 손으로 돌리던 다섯 구간을 DAG 하나로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원천에서 가져오기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Lake 적재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그대로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transform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정리·형식 맞추기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임베딩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OpenAI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벡터로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VectorDB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실패했을 때 그 단계만 다시 돌리고 싶은 지점이 곧 태스크 경계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자동화 설계의 핵심은 「어디서 자르느냐」 — 전체를 함수 하나에 넣으면 중간 실패 때 처음부터 다시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태스크 경계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어디서 자르나 — 네 가지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실패·재시도 단위로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택배의 집하 → 분류 → 배송처럼 단계마다 완료가 기록돼야 문제 지점이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비싼 일과 싼 일을 섞지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임베딩(비용)과 파일 복사(무료)를 한 태스크에 두면 재시도가 비싸진다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외부 시스템이 바뀌는 지점에서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호출·스토리지 쓰기·DB 적재는 각각 다른 이유로 실패한다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너무 잘게 나누지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하나마다 실행 오버헤드가 있고 화면도 복잡해진다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태스크 경계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파이프라인의 태스크 — 실패 원인과 재시도 비용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태스크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 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재시도가 싼가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수집(collect)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API 장애·네트워크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싸다 — 재시도 유용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 적재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스토리지 권한·용량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변환(transform)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형식 변화·코드 오류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임베딩·적재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한도·비용·차원 불일치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비싸다 — 여기가 핵심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임베딩·적재가 핵심 — 여기가 비싸기 때문에 앞 단계와 반드시 떼어 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데이터 전달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쪽지에는 「창고 3번 선반」만 — 짐은 창고에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XCom 으로 넘기기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메타데이터 DB 에 저장 — 수 KB 가 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DataFrame 을 넣으면 DB 가 붓는다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재시도할 때 앞 태스크도 다시 돌아야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적합한 것: 건수·플래그·경로 문자열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스토리지 경로 넘기기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MinIO·파일시스템 — 크기 한계가 사실상 없다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데이터는 스토리지에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경로만 알면 이어서 재시도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넘기는 것은 언제나 「어디에 있는지」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컨테이너 간 네트워크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Qdrant 인데 주소가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compose 의 서비스끼리는 서비스 이름이 곧 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태스크 안에서 → QdrantClient(host="qdrant", port=6333)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호스트 터미널에서는 localhost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QdrantClient(host="localhost", port=6333) — 8-4 Streamlit 도 호스트에서 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「어디서 실행되는 코드인가」를 먼저 묻는 습관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안인지 밖인지에 따라 같은 서비스의 주소가 달라진다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따로 docker run 한 Qdrant 는 다른 네트워크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이름으로 부르면 「찾을 수 없음」 — 같은 compose 로 옮기거나 docker network connect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주소를 가르는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어디서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실행되나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이론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는 왜 오늘 안 돌리나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실무는 SparkSubmitOperator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대용량 변환은 Spark 클러스터에 제출한다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환경은 단일 노트북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여섯 컨테이너에 Spark 까지 올리면 메모리가 부족하다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변환은 경량 파이썬 태스크로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제출은 구조만 확인한다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경계와 의존성 배선은 똑같다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안에서 무엇을 실행하느냐만 다르다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실패했을 때 그 단계만 다시 돌리고 싶은 지점이 태스크 경계다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비싼 일과 싼 일을 한 태스크에 섞지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사이에는 데이터가 아니라 경로를 넘긴다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compose 의 서비스끼리는 서비스 이름이 주소다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위치(컨테이너 안/밖)에 따라 같은 서비스의 주소가 달라진다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변환을 파이썬으로 하든 Spark 로 제출하든 DAG 모양은 같다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8-3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8-3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수집→Lake→변환 태스크 구현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를 Airflow 와 같은 compose 에 붙이고, collect·transform·validate 세 태스크를 채워 초록이 되는 것까지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기존 Qdrant 내리고 compose 에 추가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 http://qdrant:6333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패키지·OPENAI_API_KEY 전달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문서를 넣어 validate 가 막는지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8-1 Airflow 기동 · OpenAI API 키 · 8-2 분해안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