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카탈로그 연결 및 레이크하우스 통합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끝 상태 · Spark 읽기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끝 상태가 아니다 — 다섯 컨테이너 · daily_sales · count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읽기 속성이 없다 — Trino 가 쓴 행을 Spark 가 못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받을 이미지는 없다 — 4-4 에서 받은 그대로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점검(1~2단계)은 확인만 · ALTER 는 속성이 없을 때만 · 재설정(4단계)은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재설정은 오늘 실습에서 더한 행 · 컬럼 · 카탈로그 파일만 지운다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4-4 끝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· until ·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읽기 속성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TBLPROPERTIES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ALTER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환경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끝 상태를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→ docker compose up -d → until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「Trino 준비 완료」가 나올 때까지 2초마다 다시 묻는다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를 포함한 다섯 컨테이너가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-T trino trino --execute "SHOW TABLES …"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"daily_sales" "orders" 두 줄 — 따옴표 CSV 로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count(*) FROM … orders;"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 이 나오면 4-4 끝 상태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연결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또는 CTAS 부터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읽기 속성이 있는지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"SHOW TBLPROPERTIES … orders (…);"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괄호 안은 'read.parquet.vectorization.enabled'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read.parquet.vectorization.enabled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한 줄이 나오면 그대로 진행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 does not have property: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분석 5단계를 건너뛴 것 — 아래 ALTER 를 한 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ALTER TABLE … SET TBLPROPERTIES (…='false');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없이 끝난다 — 다시 SHOW 로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안 하면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2단계에서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가 멈춘다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결과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TBLPROPERTIES 에 무엇이 보였나요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false 한 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에서 켠 그대로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는 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does not have property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ALTER 한 번 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Cannot support vectorized reads 예방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속성은 테이블에 붙는다 — 한 번 넣으면 컨테이너를 내렸다 올려도 남는다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8번 행 · memo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교차 검증 2·3단계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아니오(검증용)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catalog/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iceberg2.properties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교차 검증 5단계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만들었다 지움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scripts/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lakehouse_queries.sql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산출물 1단계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다이어그램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lakehouse_architecture.md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산출물 2·3단계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주차 산출물 마감 10-23(금) 23:59 — 「산출물 제출」에 GitHub 저장소 주소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--execute "DELETE … WHERE order_id = 8"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DELETE: 1 row — 이미 없으면 0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"ALTER TABLE … DROP COLUMN memo;"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memo 가 없으면 오류가 나는데 무시해도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catalog/iceberg2.properties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교차 검증 5단계에서 만든 두 번째 카탈로그 파일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--execute "SELECT count(*) …"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"6" 이 나오면 4-4 끝 모양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되돌림도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기록으로 남음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컨테이너가 Up 이고 Spark count 가 6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표 목록에 "daily_sales" "orders" 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read.parquet.vectorization.enabled false 가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8번 행 · memo · iceberg2 는 아직 없다 — 실습 시간에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데이터 카탈로그의 역할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이번 주에 쌓은 다섯 층을 카탈로그 중심으로 묶어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단일 진실 원천인 이유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선택지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상호운용이 주는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