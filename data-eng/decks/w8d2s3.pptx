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8-2 · DAG 이해 및 유즈케이스 연구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유즈케이스 연구와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분해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 사례 다섯을 훑고 우리 파이프라인을 쪼갠다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 유즈케이스 다섯의 공통점을 한 문장으로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우리 파이프라인을 태스크 5개로 나누고 멱등 여부를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pipeline_skeleton 골격 DAG 를 만들어 Graph 모양을 맞춘다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분해안 문서를 채워 8-3 의 출발점으로 남긴다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여기서 만든 골격과 문서가 8-3 실습의 설계도이자 8주차 산출물의 일부입니다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사례에서 골격 DAG 와 문서까지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7주 동안 만든 것을 태스크로 쪼갭니다 — 팀별로 다르게 나눠도 됩니다, 근거만 있으면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유즈케이스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 사례 5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공통점 찾기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태스크 분해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5개로 쪼개고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멱등한가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골격 DAG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 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모양 먼저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실행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unpause·trigger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 show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문서화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분해안 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한 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 유즈케이스 다섯 — Airflow 가 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유즈케이스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22021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Airflow 가 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 ETL(야간 정산)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새벽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4480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130" y="34480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수집→정제→적재 순서 보장, 실패 단계만 재시도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ML 모델 재학습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41719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130" y="41719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준비→학습→평가→배포를 조건부로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리포트 자동 발송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아침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48958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130" y="48958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완료를 기다렸다가 생성·발송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품질 점검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 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56197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56197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건수·널·중복 검사, 미달이면 다음 단계 중단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인덱스 갱신(우리 과정)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80" y="63436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9130" y="63436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문서 수집→Lake→변환→임베딩→VectorDB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공통점 — 전부 「여러 단계가 순서대로」이고 「중간이 실패할 수 있다」 — 오케스트레이션이 필요한 조건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우리 파이프라인을 다섯 태스크로 — 멱등한가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태스크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7322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멱등한가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ingest_raw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원천에서 받아 MinIO raw/ 에 적재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키에 덮어씀 → 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validate_raw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건수·필수 컬럼 검사, 미달이면 실패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읽기만 → 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transform_spark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로 정제해 Iceberg 테이블 갱신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→ 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build_index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 잘라 임베딩해 Qdrant 갱신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uuid5 + 재적재 → 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 요약을 남긴다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읽기만 → 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각 태스크 옆에 「멱등한가」를 반드시 적는다 — 아니오가 하나라도 있으면 재시도가 사고를 낸다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의존성 초안과 나눈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의존성 초안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ingest &gt;&gt; validate &gt;&gt; [transform, index] &gt;&gt;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561386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ingest_raw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→ raw/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971086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62538" y="4838700"/>
            <a:ext cx="1561386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2538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validate_raw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2538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5888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여기서 막는다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4297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4426" y="4838700"/>
            <a:ext cx="1561386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4426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transform · index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4426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7776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병렬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51486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06314" y="4838700"/>
            <a:ext cx="1561386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6314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06314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664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이렇게 나눴나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예시일 뿐 — 팀마다 달라도 근거만 있으면 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ingest·transform 분리 — 원천 API 가 불안정해 재시도가 잦다</a:t>
            </a:r>
          </a:p>
        </p:txBody>
      </p:sp>
      <p:sp>
        <p:nvSpPr>
          <p:cNvPr id="35" name="Oval 34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validate 를 따로 — 나쁜 데이터가 아래로 안 가게</a:t>
            </a:r>
          </a:p>
        </p:txBody>
      </p:sp>
      <p:sp>
        <p:nvSpPr>
          <p:cNvPr id="37" name="Oval 36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transform·build_index 는 서로 의존이 없어 병렬</a:t>
            </a:r>
          </a:p>
        </p:txBody>
      </p:sp>
      <p:sp>
        <p:nvSpPr>
          <p:cNvPr id="39" name="Oval 38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골격 DAG — print 만 넣고 모양부터 맞춘다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STEPS 리스트 다섯 이름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ingest_raw · validate_raw · transform_spark · build_index ·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make(name) 이 print 함수를 돌려준다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"[{name}] 아직 내용 없음" — 내용은 8-3 에서 채운다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딕셔너리 컴프리헨션으로 태스크 5개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 = {s: PythonOperator(task_id=s, python_callable=make(s)) for s in STEPS}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의존성 한 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ingest &gt;&gt; validate &gt;&gt; [transform, index] &gt;&gt; report 를 t[…] 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Graph 모양이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설계와 같은가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unpause 를 빼고 trigger 만 — 회색에 머무는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DAG 는 기본이 일시정지(paused) — 스케줄러가 태스크를 집어가지 않습니다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 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unpause 없이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 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Grid 관찰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계속 회색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paused 상태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unpause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 unpause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pipeline_skeleton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dags show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의존성을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글자로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설계안을 문서로 — 8-3 의 출발점이자 8주차 산출물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표 — 태스크 · 하는 일 · 멱등 근거 · 재시도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태스크 행을 채운다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의존성 — ___ &gt;&gt; ___ &gt;&gt; [___, ___] &gt;&gt; 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골격 DAG 의 마지막 줄과 같아야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 · catchup: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DAG 는 catchup=False 를 명시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나눈 근거 한 줄씩 · 실패했을 때 어디부터 다시 돌리나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표를 채우고 근거를 적으면 오늘 몫이 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골격 파일은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지우지 말 것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8-3 설계도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유즈케이스 다섯의 공통점을 한 문장으로 말했다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5개마다 「멱등한가」에 예가 적혀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pipeline_skeleton 의 Graph 가 설계한 모양과 같다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unpause → trigger 뒤 Grid 가 순서대로 초록이 됐다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dags show 출력이 설계와 같다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분해안 표와 근거를 채웠다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8-2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작성 규칙을 한 장으로 모으고, 자주 겪는 오류 네 가지를 짚은 뒤 8-3 준비를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선언·순서·재시도·CLI 요약표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스스로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가 안 보일 때·회색일 때·catchup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8-3 준비 — 골격 파일 · minio·qdrant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분해안 문서와 pipeline_skeleton.py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