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F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3EA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마무리 · 17:20~17:30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741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설문 작성 ·</a:t>
            </a:r>
          </a:p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취업상담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85647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17:20~17:30 · 경산시취업지원센터 · 경산고용복지+센터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네 교시에서 남은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9DA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7015162" y="2895600"/>
            <a:ext cx="190500" cy="190500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설문 · 취업상담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마치기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10분 동안 네 가지를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 만든 것을 들고 다음 걸음으로 이어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만족도 설문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안내에 따라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작성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소감 한 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패들릿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「오늘 소감」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투표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가장 도움이 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시간은?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 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오늘 만든 것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파일로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설문 · 취업상담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취업상담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특강 뒤에 이어 갈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경산시취업지원센터 취업상담 — 053-811-3037~8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특강 문의 — 053-667-6844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고용24(work24.go.kr) — 채용공고 · 직업심리검사 · 구직 등록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 맞춤 페이지 — 주소는 패들릿 내 카드의 댓글로 안내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제도의 내용은 바뀔 수 있으니 공식 사이트에서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설문 · 취업상담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설문 · 취업상담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오늘 함께해 주셔서 고맙습니다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흥미 → 직무 → 서류 → 맞춤 수정, 이 순서는 모든 지원에 다시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학습사이트와 흥미검사는 특강 뒤에도 그대로 씁니다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프롬프트 모음으로 다른 공고에도 다시 해 봅니다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다음 걸음 한 가지를 이번 주에 실천합니다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궁금한 것은 취업상담으로 이어 갑니다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다시 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gyeongsan.jobability.co.kr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