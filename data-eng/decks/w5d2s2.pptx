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Spark 마스터-워커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Compose로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마스터-워커 클러스터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1 + 워커 2 를 compose 하나로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히어독으로 compose 파일을 쓰고 마스터 1 + 워커 2 를 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로그와 마스터 UI 에서 워커 등록(ALIVE)을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로 워커를 늘렸다 줄이고 hostname 을 비교한다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마스터를 일부러 끄고, 워커가 스스로 돌아오는 것을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RAM 16GB 환경이면 워커를 1개로 — 마스터-워커 구조와 제출 흐름은 같습니다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~/data-eng/week5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컨테이너가 8080 을 쓰고 있으면 먼저 내려 둡니다 — 볼륨은 남습니다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 비우기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히어독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config → up -d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로그·UI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등록 기록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localhost:8080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스케일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--scale 3 → 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hostname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8. 실패·복구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stop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 — 서비스 두 개, 핵심 줄 여덟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image: apache/spark:3.5.3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448050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9170" y="3448050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마스터·워커 같은 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…deploy.master.Master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969544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9170" y="3969544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— Master 클래스 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--host spark-master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491038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9170" y="4491038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주소를 IP 대신 이름으로 알림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8080:8080 · 7077:7077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5012531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9170" y="5012531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웹 UI · 접수 포트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…deploy.worker.Worker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534025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9170" y="5534025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— 첫 인자로 마스터 주소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spark://spark-master:7077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6055519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9170" y="6055519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주소 = 서비스 이름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--cores 2 --memory 2g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6577012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9170" y="6577012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워커가 내놓을 자원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73228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71323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deploy: replicas: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7098506"/>
            <a:ext cx="86410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9170" y="7098506"/>
            <a:ext cx="8450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2개 (16GB 면 1개)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--host 를 빼도 돌지만 UI URL·워커 로그가 spark://172.x.x.x:7077 로 나온다(실측)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1·2·3·4단계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비우고 · 쓰고 · 띄우고 · 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포트 비우기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~/lakehouse &amp;&amp; docker compose stop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만들기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docker-compose.yml &lt;&lt; 'EOF'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 ·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· docker compose 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 로그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spark-master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워커 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6387" y="60198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8787" y="60198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spark-worker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로그에 grep -i "registering worker"(마스터) · "successfully registered"(워커)를 붙이면 등록 기록만 남는다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 뒤 확인 — ps 와 등록 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— 세 컨테이너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week5-spark-worker-1 · 2 — ps 에 셋 다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로그 — 등록 두 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Registering worker 172.x:포트 with 2 cores, 2.0 GiB 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로그 — 워커마다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Connecting to master spark-master:7077... → Successfully registered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up 직후 몇 초는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로그가 아직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없을 수 있음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UI(localhost:8080) — 네 곳을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URL: spark://spark-master:7077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1H 에 잡을 제출할 주소 — --host 덕분에 이름으로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Alive Workers: 2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Workers 표에 워커 두 줄이 ALIVE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Cores in use: 4 Total, 0 Used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잡이 없어 Used 는 0 — Total 이 오늘 잡이 쓸 상한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Memory in use: 4.0 GiB Total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Running / Completed Applications 는 아직 비어 있음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Total 은 워커가 내놓은 자원의 합 — --cores 2 --memory 2g × 워커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늘렸다 줄이고 — 정말 여러 대인지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spark-worker=3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worker-3 Started — Alive Workers 3 · Cores 6 Total · 6.0 GiB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spark-worker=2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Alive 2 · Cores 4 Total — 지운 워커는 표에 DEAD 로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hostname 세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마스터와 워커 둘이 서로 다른 12자리 — 컨테이너 ID 가 곧 호스트명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DEAD 로 남은 워커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Alive 수에서만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빠진다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마스터를 껐다 켜면 — 워커는 스스로 돌아온다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spark-master —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워커는 죽지 않고 마스터를 계속 다시 찾는다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15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 UI 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안 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워커 로그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Retrying (attempt #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 spark-master — 복구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손대지 않아도 30초 안에 워커가 다시 등록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start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30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재등록 7초 · 21초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워커마다 간격 다름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 UI 200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ALIVE 두 줄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 마스터 1 · 워커 2 가 모두 Up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로그에 Successfully registered with master 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UI 가 Alive Workers 2 · Cores 4 Total, 0 Used 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줄인 뒤 지운 워커는 DEAD 로 남고, hostname 은 서로 다르다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마스터가 꺼진 동안은 새 잡을 못 낸다 — 그래서 운영은 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spark-submit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컨테이너 안의 spark-submit 으로 예제와 직접 쓴 스크립트를 제출하고, 마스터 UI 에서 실행을 추적합니다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pi.py 예제 제출 — Pi is roughly 3.14…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first_job.py 제출 — master 값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--total-executor-cores 로 자원 제한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메모리를 과하게 요구해 WAITING 재현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 Up 상태 · 마스터 UI 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