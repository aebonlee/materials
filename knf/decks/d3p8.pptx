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검증 계획과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결과보다 먼저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「만약 ~라면 ~일 것이다」 가설로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기준을 결과를 보기 전에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시나리오로 2_가설검증계획 시트를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시트가 4일차 개선안의 입력이다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시트의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[원인]이라면 [흔적]일 것이다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있는가 — 예/아니오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비교할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하나만 다른 A vs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전에 정한 숫자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잰 숫자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· 기각 · 보류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검증할 수 있는 문장으로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결과가 나와도 반박할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온도가 문제일 수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야간이 좀 불안하다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가설이다 (H1)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안 보이면 기각할 수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TC-3 교정 누락이 주원인이라면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SF-02 만 온도편차·불량률이 오르고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은 거의 그대로일 것이다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기준은 결과를 보기 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(A vs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TC-3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· SF-01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2배↑ · SF-01 0.5%p 이내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0.3%p 이상 높으면 부원인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야간 숙련도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vs 야간 · 경력별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 자료 필요 — 판정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 숫자는 과정 예시 — 현업은 평소 변동 폭을 보고 팀이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지금 데이터로 판정하면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2.11 → 6.5% · SF-01 +0.18%p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가능성 높음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r=0.95 · Cpk 1.54 → 0.4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확인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채택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L-0821 6.61%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주원인은 기각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조금 높음 · 자료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확인 계획 — 데이터로 못 가른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나오면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교정 성적서 · PM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성적서 없음 → H1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 열전대와 이중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큼 → H1 채택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L-0809 수입검사 성적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특성 차이 → H2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익명 경력 · 교육 자료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확보 뒤 H3 재판정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교대별 승온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급승온 → 냉간 재시작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경력 자료는 개인정보 — 익명화, 외부 AI 에 올리지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 — 다음 행동을 미리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 · 체크리스트에 교정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기각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· 단열 점검으로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채택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항목 · 로트 전환 모니터링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기각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제외, 근거만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확보 뒤 재판정 · 교육 대책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계획에서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결과를 보고 기준을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믿는 답이 통과하도록 기준이 맞춰진다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대상이 없는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「8월 전체가 나빠졌다」와 구별할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을 「채택」으로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가 출발점인지는 이중 측정으로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가설에 대책을 세운다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추정에 쓴 시간 · 사람은 문제를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3개 모두 비교 대상이 들어간 「만약 ~라면」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기준이 숫자이고 결과보다 먼저 채웠다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 가능성 높음 · H2 부원인 · H3 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판정과 현장 확인이 표에서 구분된다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가설마다 채택 · 기각 때 다음 행동이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 4일차 1교시 — 우수 사례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 · 예지보전 · 표준화 사례를 보고 원인별 개선 대안으로 넘어갑니다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 우수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· 예지보전 · 표준화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개선 대안 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기준과 우선순위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· 시나리오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