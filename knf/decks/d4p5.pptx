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5교시 · 실행계획과 최종 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개선안 실행계획 수립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과제 · 일정 · 담당 · KPI 를 한 표로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1위 대안을 과제와 세부 활동(WBS)으로 쪼개고 담당 · 일정을 붙인다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성과지표마다 기준선 · 목표값 · 점검 주기를 정한다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초안을 자원 · 승인 · 안전으로 점검해 간트 표로 완성한다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결과물은 07_improvement_workbook 의 4_실행계획 시트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실행계획의 일곱 요소 — 좋은 예와 나쁜 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682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좋은 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나쁜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T1 SF-02 열전대 재교정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 개선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 활동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044043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044043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교정 후 기록 입력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044043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044043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점검 강화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담당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640036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640036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설비보전 · 품질 · 생산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640036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640036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 같이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236029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236029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즉시 · 1개월 · 3개월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236029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236029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빠른 시일 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· 목표값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5832021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5832021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6°C 안팎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704320" y="5832021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9570" y="5832021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안정화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점검 주기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3480" y="6428014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78730" y="6428014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2주간 매일 → 주 1회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04320" y="6428014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9570" y="6428014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위험과 대응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83480" y="7024007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78730" y="7024007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정지 시 생산 계획 조정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704320" y="7024007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799570" y="7024007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없음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선행지표와 후행지표를 섞어 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선행지표 — 원인 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매일 바로 움직임이 보인다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온도편차 평균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 이행률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교육 이수율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후행지표 — 결과 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몇 주가 쌓여야 판단할 수 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불량률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소결밀도 Cpk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OEE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돌아갈 기준선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목표값은 데이터 안에 이미 있다 — SF-02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38023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 후 현재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38023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 전 기준선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 평균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2356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881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16.6°C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5929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6.0°C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304520" y="34480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399770" y="34480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6°C 안팎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소결밀도 Cpk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2356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1881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0.40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6404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5929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304520" y="41719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399770" y="41719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1.33 이상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6.50%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929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304520" y="48958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399770" y="48958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2.1% 수준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2356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1881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64.9%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6404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5929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82.8%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304520" y="56197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399770" y="56197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83% 수준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일평균 양품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62356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1881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5,749개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46404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5929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7,334개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304520" y="63436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399770" y="63436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1,585개 회복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Cpk 1.33 은 현장에서 널리 쓰는 「공정능력 충분」 기준 · PM 전 실적 1.54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4_실행계획 시트 하나로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오전 3_대안평가매트릭스 의 1위 대안에서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과제 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멈추기 · 재발 막기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일찍 알기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AI 초안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WBS · 담당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일정 · KPI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기준선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피벗으로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 재계산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간트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조건부 서식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막대 일정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현실성 점검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자원 · 승인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안전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1위 대안을 세 갈래 과제로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T1 열전대 재교정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손실을 멈추는 응급조치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즉시 · 설비보전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T2 재가동 체크리스트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누락을 막는 재발 방지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1개월 · 설비보전 · 생산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T3 SPC 알람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다음 이상을 일찍 알기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3개월 · 품질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간트 형태 — 같은 주에 같은 담당이 몰리는지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활동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30022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3002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담당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43900" y="2781300"/>
            <a:ext cx="14020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3900" y="2781300"/>
            <a:ext cx="14020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84080" y="2781300"/>
            <a:ext cx="14020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781300"/>
            <a:ext cx="14020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224260" y="2781300"/>
            <a:ext cx="18821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22426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3~4주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144500" y="2781300"/>
            <a:ext cx="18821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4450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2개월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064740" y="2781300"/>
            <a:ext cx="20802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064740" y="2781300"/>
            <a:ext cx="2080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3개월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3448050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8250" y="3448050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T1 열전대 교정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03520" y="3448050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8770" y="3448050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설비보전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43900" y="3448050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9150" y="3448050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4080" y="3448050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9330" y="3448050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224260" y="3448050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19510" y="3448050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3144500" y="3448050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239750" y="3448050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064740" y="3448050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159990" y="3448050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4044043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4044043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T1 시험 소결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03520" y="4044043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98770" y="4044043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343900" y="4044043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39150" y="4044043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784080" y="4044043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79330" y="4044043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224260" y="4044043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19510" y="4044043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144500" y="4044043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239750" y="4044043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5064740" y="4044043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5159990" y="4044043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4640036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4640036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T2 체크리스트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03520" y="4640036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98770" y="4640036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설비보전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43900" y="4640036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39150" y="4640036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784080" y="4640036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79330" y="4640036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224260" y="4640036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319510" y="4640036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3144500" y="4640036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3239750" y="4640036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5064740" y="4640036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159990" y="4640036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5236029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8250" y="5236029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T2 작업자 교육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303520" y="5236029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98770" y="5236029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343900" y="5236029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439150" y="5236029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84080" y="5236029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879330" y="5236029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224260" y="5236029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319510" y="5236029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3144500" y="5236029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3239750" y="5236029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5064740" y="5236029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5159990" y="5236029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143000" y="5832021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238250" y="5832021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T3 관리한계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03520" y="5832021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398770" y="5832021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343900" y="5832021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439150" y="5832021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784080" y="5832021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879330" y="5832021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1224260" y="5832021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1319510" y="5832021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144500" y="5832021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3239750" y="5832021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5064740" y="5832021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5159990" y="5832021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143000" y="6428014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238250" y="6428014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T3 알람 시험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303520" y="6428014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398770" y="6428014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보전 · 품질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343900" y="6428014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39150" y="6428014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784080" y="6428014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879330" y="6428014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1224260" y="6428014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19510" y="6428014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3144500" y="6428014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3239750" y="6428014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5064740" y="6428014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5159990" y="6428014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143000" y="7024007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238250" y="7024007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확인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5303520" y="7024007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398770" y="7024007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343900" y="7024007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439150" y="7024007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9784080" y="7024007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879330" y="7024007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1224260" y="7024007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319510" y="7024007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3144500" y="7024007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3239750" y="7024007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5064740" y="7024007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5159990" y="7024007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— 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초안은 우리 공장의 사정을 모른다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위험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중 SF-02 정지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34480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9090" y="34480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부하 조정 · 주말 교대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표준기 의뢰 지연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41719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9090" y="41719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1주 차 첫 활동으로 의뢰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고온 설비 작업 안전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8958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9090" y="48958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냉각 확인 · 잠금(LOTO) 명시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SPC 오경보로 무시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0" y="56197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9090" y="56197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2주 시험 운영 뒤 임계값 조정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체크리스트 형식화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63436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9090" y="63436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기록 없으면 재가동 승인 안 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담당 칸에 「전원」 · 일정 칸에 「수시」가 있으면 다시 씁니다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 활동마다 담당 역할 하나가 붙어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선행지표와 후행지표가 함께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목표값마다 근거를 말할 수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전 불량률 2.11% 를 피벗으로 다시 계산했다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위험과 대응 표에 안전(냉각 · 잠금)이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5교시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관리자 보고자료 초안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4일의 산출물을 결론이 먼저 오는 한 장 보고서로 묶습니다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피라미드 원칙 — 결론 · 요청 먼저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숫자마다 출처, 문장마다 사실 · 추정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그림 2개 — 추세와 파레토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 체크리스트와 5장 개요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4_실행계획 시트와 위험 · 대응 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