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6-2 · Docker 기반 Kafka 클러스터 · 실습 2.5H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관리와 메시지 흐름·컨슈머 그룹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1694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8단계 — 기동부터 리밸런싱까지 터미널 넷으로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로 KRaft 브로커를 띄우고 두 경로로 접속한다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토픽(파티션 3)을 만들고 retention.ms 를 바꿨다 되돌린다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키가 같은 파티션으로 가는 것과 LAG 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컨슈머를 늘리고 끄며 분배와 리밸런싱을 관찰한다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 4개를 씁니다 — 1·4 는 컨슈머, 2 는 프로듀서, 3 은 그룹 확인용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단계 — 기동부터 다른 그룹 확인까지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~/data-eng/week6 폴더의 docker-compose.yml 하나로 — 6-4·6-5 에 서비스가 계속 붙는 이번 주의 뼈대입니다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compose 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config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 → 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두 경로 접속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29092 · 9092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일부러 실패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토픽·설정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3파티션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retention.ms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메시지·LAG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키별 파티션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describe --group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6~8. 그룹 관찰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분배·리밸런싱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그룹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의 핵심 줄 — 리스너 세 개와 복제 수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compose 의 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6827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4922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image: apache/kafka:3.7.0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48050"/>
            <a:ext cx="92811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9090" y="3448050"/>
            <a:ext cx="90906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6-1 과 같은 이미지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66827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64922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ports: "9092:9092"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070350"/>
            <a:ext cx="92811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4070350"/>
            <a:ext cx="90906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호스트용 EXTERNAL 만 밖으로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66827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64922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KAFKA_LISTENERS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692650"/>
            <a:ext cx="92811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692650"/>
            <a:ext cx="90906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PLAINTEXT :29092 · CONTROLLER :29093 · EXTERNAL :9092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66827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64922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KAFKA_ADVERTISED_LISTENERS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314950"/>
            <a:ext cx="92811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9090" y="5314950"/>
            <a:ext cx="90906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PLAINTEXT kafka:29092 · EXTERNAL localhost:9092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66827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64922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LISTENER_SECURITY_PROTOCOL_MAP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5937250"/>
            <a:ext cx="92811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9090" y="5937250"/>
            <a:ext cx="90906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리스너 모두 PLAINTEXT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66827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64922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*_REPLICATION_FACTOR · MIN_ISR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6559550"/>
            <a:ext cx="92811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6559550"/>
            <a:ext cx="90906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설정 모두 1 — 단일 브로커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파일은 cat &gt; docker-compose.yml &lt;&lt; 'EOF' 로 · Conflict "/kafka" 가 나오면 docker rm -fv kafka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config 세 줄 → up -d → ps 의 STATUS Up … · 몇 초 뒤 docker logs kafka 에 「Kafka Server started」(실측 5초)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안내 확인 · 두 경로 접속 · 토픽과 설정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안내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6387" y="27813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87" y="27813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kafka env | grep -E "LISTENER|ADVERTISED"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안에서 붙기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6387" y="34290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8787" y="34290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kafka-broker-api-versions.sh --bootstrap-server kafka:29092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밖에서 붙기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6387" y="40767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8787" y="40767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--rm --network host … --bootstrap-server localhost:9092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토픽 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6387" y="47244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8787" y="47244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kafka-topics.sh --create --topic orders --partitions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보존 변경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6387" y="53721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8787" y="53721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kafka-configs.sh --alter --add-config retention.ms=3600000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되돌리기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26387" y="60198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8787" y="60198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kafka-configs.sh --alter --delete-config retention.ms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경로 모두 브로커 정보를 돌려주면 리스너 2계층 성공 — 한쪽만 되면 ADVERTISED_LISTENERS 를 다시 본다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— 일부러 실패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 바깥용 주소 kafka:9092 로 붙으면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--network week6_default --bootstrap-server kafka:9092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으로 다른 컨테이너에서 — 첫 접속은 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브로커의 안내 — 「다시 붙을 주소는 localhost:9092」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컨테이너 안의 localhost 에는 브로커가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Connection to node 1 … could not be established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(localhost/127.0.0.1:9092) — WARN 이 계속 찍힌다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Ctrl+C 로 멈춘다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「첫 통화는 되는데 실제 업무 통화가 안 되는」 상태 — 실측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컨테이너끼리는 kafka:29092 — 6-4 의 Connect 가 그렇게 붙는다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메시지를 보내고 파티션 분배를 본다 — 같은 키는 같은 파티션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 1 — Consumer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켠다 — 새 그룹은 켠 뒤 온 것만 읽는다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kafka-console-consumer.sh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--topic orders --group order-app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--property print.key=true</a:t>
            </a:r>
          </a:p>
        </p:txBody>
      </p:sp>
      <p:sp>
        <p:nvSpPr>
          <p:cNvPr id="17" name="Oval 16"/>
          <p:cNvSpPr/>
          <p:nvPr/>
        </p:nvSpPr>
        <p:spPr>
          <a:xfrm>
            <a:off x="144780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353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--property print.partition=true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 2 — Producer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 user1→0, user2·user3→2, 1번 빈 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kafka-console-producer.sh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--topic orders</a:t>
            </a:r>
          </a:p>
        </p:txBody>
      </p:sp>
      <p:sp>
        <p:nvSpPr>
          <p:cNvPr id="26" name="Oval 25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--property parse.key=true</a:t>
            </a:r>
          </a:p>
        </p:txBody>
      </p:sp>
      <p:sp>
        <p:nvSpPr>
          <p:cNvPr id="28" name="Oval 27"/>
          <p:cNvSpPr/>
          <p:nvPr/>
        </p:nvSpPr>
        <p:spPr>
          <a:xfrm>
            <a:off x="1007745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318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--property key.separator=: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끄기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 을 읽고, 컨슈머를 꺼서 쌓이게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kafka-consumer-groups.sh --describe --group order-app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파티션별 CURRENT-OFFSET / LOG-END-OFFSET / LAG — 다 읽었으면 LAG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 1 컨슈머를 Ctrl+C 로 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 2 에서 메시지를 몇 개 더 보내고 다시 describe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 이 0 보다 커진다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 세 건 더 보내니 0번 LAG 1 · 2번 LAG 2 — 다시 켜면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운영에서 LAG 을 감시하는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읽는 쪽 멈춤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= LAG 증가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6·7단계 — 일부러 죽이기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컨슈머를 둘 붙였다가 하나를 끈다 — 분배와 리밸런싱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이론의 「파티션을 나눠 갖는다」와 「컨슈머가 죽어도 처리가 멈추지 않는다」를 직접 겪어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터미널 4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그룹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order-app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CONSUMER-ID 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0·1번 / 2번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메시지 전송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0·1번 쪽은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user1 것만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하나를 Ctrl+C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초 뒤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describe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리밸런싱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남은 쪽이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 모두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그룹은 독립적이다 — 그룹마다 오프셋을 따로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읽은 메시지는 다시 오지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그룹의 오프셋이 저장돼 있다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붙으면 이어서 읽는다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analytics-app --from-beginning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다시 받는다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그룹 이름 = 새 오프셋 · 실측 일곱 건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6-1 의 「여러 부서가 같은 편지를 각자 읽는다」의 실물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2.5시간이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65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65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의 STATUS 가 Up … 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337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3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6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337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kafka:29092 · localhost:9092 두 경로 모두 브로커 정보를 돌려준다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9100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957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3195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9100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 에 retention.ms=3600000 이 보였다가 되돌렸다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4822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8529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768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4822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키는 같은 칸 — user1 은 0, user2 · user3 은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054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5102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6340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5054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컨슈머를 끄면 LAG 이 커지고, 둘을 붙이면 0·1번 / 2번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1626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1674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2912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1626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하나를 끄면 남은 쪽이 3개를 넘겨받고, analytics-app 은 처음부터 받는다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리밸런싱 중엔 소비가 잠시 멈춥니다 — 자주 반복되면 「리밸런싱 폭풍」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실습 2.5H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6-2 · 실습 2.5H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설정 묶음을 「틀리면 무슨 일이」로 되짚고, 6-3 에서 파이썬으로 붙을 준비를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설정 묶음 여섯 개 리뷰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명령 요약 한 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다섯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nc -z localhost 9092 · confluent-kafka 설치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user1·2·3 이 간 파티션 번호 메모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