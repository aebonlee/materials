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M1 · 기초 미니 · 코랩 · 3~4시간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서울 따릉이 대여 패턴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42만 건으로 「언제, 어디서」 답하기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가장 붐비는 시간대와 평일 · 휴일의 차이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가장 많이 빌려 간 대여소 10곳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「빌렸다가 바로 반납한」 기록을 빼야 하는 이유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1~3주차에 배운 pandas 와 DuckDB 만으로 한 바퀴를 돕니다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M1 · 기초 미니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서울시가 공개한 실제 대여 기록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OA-15182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2026-06-05(금) ~ 06-07(일)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427,258행 · 16개 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CP949 인코딩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1유형(출처표시)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원본은 한 달 418만 건(약 730MB) — 실습용으로 사흘치만 잘랐다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M1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한 장에서 그래프까지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CP949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· 정제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집계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 함께 저장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그래프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시간대 비교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적재 없이 DuckDB 가 pandas 표를 그대로 SQL 로 읽는다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M1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1~2. 준비 ·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받기, 인코딩을 일부러 틀려 실패한 뒤 CP949 로 읽기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정제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 · 형 바꾸기, 1분 안에 같은 곳 반납한 13,046건 빼기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집계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시간대 · 날짜별 정점(윈도 함수), 대여소 10곳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저장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저장 · 그래프, 오간 구간 10개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M1 · 기초 미니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그냥 읽으면 깨진다 — 인코딩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기본(UTF-8)으로 읽기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UnicodeDecodeError 로 멈춘다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공공기관 CSV 는 아직 CP949 가 많다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기본값은 UTF-8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encoding="cp949"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dtype=str 까지 주면 대여소 번호 앞 0 도 산다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00502 가 502 로 바뀌지 않는다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· 날짜는 열마다 골라 바꾼다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M1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414,212건(바로 반납 13,046건 제외)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최고 시간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18시 35,888건 — 17시 · 19시가 뒤를 잇는다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날짜별 정점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금 18시 16,833 · 토 18시 10,117 · 일 17시 9,337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대여소 1위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한강버스 망원 선착장 2,235건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M1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M1 · 기초 미니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M1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하나가 순위를 바꾼다는 것을 직접 확인했습니다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반납 대여소까지 써서 오간 구간 10개 뽑기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240분 넘는 기록, 뺄지 남길지 정하기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달치로 늘리면 P2(날씨 × 따릉이)로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P2 날씨 × 따릉이 수요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