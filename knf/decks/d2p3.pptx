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대신 합계표 6행으로도 같은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올려 계산 → Excel 로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1·2단계: 업로드 후 OEE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3·4단계: 피벗으로 다시 계산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5단계: 한 칸씩 대조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먼저 → 합계표만 붙여 넣기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피벗을 먼저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 6행 복사·붙여넣기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