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Kafka Connect와 MinIO 적재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Sink로 MinIO 적재와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엔드투엔드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변경이 파일로 떨어지는 전 과정을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Sink 플러그인을 마운트해 connector-plugins 에서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서비스를 띄우고 cdc-raw 버킷을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sink-minio.json 을 등록해 RUNNING 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 → MinIO JSON 파일 생성을 엔드투엔드로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안 생길 때 짚는 다섯 단계와 주차 산출물을 정리한다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목록과 sink-minio.json 이 주차 산출물 — 마지막 단계에서 README 로 정리합니다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6-4 스택 위에 minio 를 얹는다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~/data-eng/week6 에서 kafka·mysql·connect 가 떠 있고 mysql-cdc 가 RUNNING 인 상태로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플러그인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zip 풀기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plugins/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추가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 버킷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Sink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sink-minio.json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5건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7·8.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생길 때 5곳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1~3단계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플러그인 · minio 서비스 · cdc-raw 버킷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plugins/ 에 zip 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plugins/confluentinc-kafka-connect-s3/lib 에 jar 가 보이면 준비 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에 minio 서비스 + connect 볼륨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minio/minio · 9000·9001 · ./plugins/… → /kafka/connect/… 마운트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재생성 뒤 플러그인 인식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--force-recreate connect → connector-plugins 에 S3SinkConnector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cdc-raw 버킷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 localhost:9001 의 Buckets 또는 mc mb -p m/cdc-raw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마운트만 하고 재생성을 안 하면 플러그인이 안 잡힌다 · 9000 충돌이면 4·5주차 MinIO 를 stop · 버킷은 커넥터가 만들어 주지 않는다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sink-minio.json 의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connector.class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…s3.S3SinkConnector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커넥터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topics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044043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044043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구독할 CDC 토픽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s3.bucket.name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640036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640036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미리 만든 버킷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236029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236029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로 가는 갈림길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aws.access.key.id 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minioadmin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64340" y="5832021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59590" y="5832021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의 ROOT 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format.class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JsonFormat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864340" y="6428014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959590" y="6428014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그대로 JSON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flush.size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864340" y="7024007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959590" y="7024007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5건 모이면 파일 하나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POST 뒤 …/connectors/minio-sink/status 에서 connector.state 와 tasks[0].state 둘 다 RUNNING 이면 성공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엔드투엔드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5건이 파일 하나로 떨어진다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에 INSERT 5건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mysql mysql … INSERT INTO orders (customer, amount) VALUES … 5행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sleep 10 뒤 mc ls --recursive m/cdc-raw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topics/shop.shop.orders/partition=0/ 아래 JSON 이 보이면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cat 으로 파일 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이벤트 그대로 — after.customer 가 넣은 행과 같아야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안 보이면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5건 미달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터미널로 전체 흐름을 한 번 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얼마나 걸리는지 감을 잡습니다 — Kafka 까지는 즉시, 파일까지는 flush.size 만큼 기다린다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console-consumer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1~5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sleep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consumer-groups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connect-minio-sink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5건 차면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 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4건만 넣고 기다려 본다 — 파일이 안 생긴다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4건 뒤 mc 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커넥터는 RUNNING 인데 버킷은 비어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는 RUNNING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1 에는 이벤트가 바로 보인다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는 비어 있다 — 고장이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1건 더 넣으면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5건이 차는 순간 파일 하나가 생긴다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flush.size 만큼 모여야 쓴다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까지는 즉시, 파일은 나중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 이름 오타도 같은 증상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안 생길 때 짚는 다섯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커넥터가 살아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…/minio-sink/status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구독 토픽 이름이 맞는가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…/config | grep topics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(3)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토픽에 메시지가 있는가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GetOffsetShell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(4)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 가 어디까지 읽었는가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consumer-groups --describe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(5)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 로그에 오류가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logs connect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 (2) 토픽 이름 오타나 (1) 버킷·자격증명 문제 — 순서대로 짚는 습관을 들인다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plugins/…/lib 에 jar 가 있고 connector-plugins 에 S3SinkConnector 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localhost:9001 콘솔이 열리고 cdc-raw 버킷이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minio-sink status 의 connector·tasks[0] 가 RUNNING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 뒤 topics/shop.shop.orders/partition=0/ 에 JSON 이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cat 의 after.customer 가 넣은 행과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kafka-topics --list 의 여섯 토픽 용도를 설명할 수 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8단계 — compose · register-mysql.json · sink-minio.json + 토픽 구성을 README 로 정리해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회고 · 산출물 점검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6주차를 되짚고 컨테이너를 정돈한 뒤, 7주차 RAG 로 넘어가는 다리를 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6주차 다섯 차시와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stop (down -v 금지)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7-1 LangChain 챗봇 기초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 · 산출물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