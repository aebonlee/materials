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3-4 · DuckDB를 이용한 데이터 분석 · 실습 1.5H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136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900" b="1" spc="-25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SQL 집계·조인 분석 · 윈도 함수와 CTE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251704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파일끼리 JOIN 하고 Pandas 답과 대조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1.5시간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Parquet 와 CSV 를 적재 없이 곧바로 JOIN 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SQL 결과와 Pandas 결과의 diff 가 0 인지 교차 검증한다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CTE + 윈도 함수로 누적 매출·이동 평균을 낸다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PARTITION BY + QUALIFY 로 지역별 상위 3명을 뽑는다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일곱 단계 모두 duckdb.sql(""" … """) 한 호출씩 — 확인 포인트를 지나며 진행합니다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3-4 · 실습 1.5H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일곱 단계 — 파일 세 개가 있는 폴더에서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3-3 의 events.parquet, 3-1 의 orders_step1.parquet, 3-2 의 customers.csv 가 작업 폴더에 있어야 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상위 지출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GROUP BY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LIMIT 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파일 JOIN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parquet + csv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지역별 매출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교차 검증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Pandas 와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diff = 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4·5. CTE·윈도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누적 매출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지역별 상위 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6·7. 프레임·편의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이동 평균 ma7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GROUP BY ALL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3-4 · 실습 1.5H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1·2단계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핵심 질의 — 상위 지출 사용자와 파일 JOIN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38338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38338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행 거르기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6387" y="2781300"/>
            <a:ext cx="1461861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78787" y="2781300"/>
            <a:ext cx="1431381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 event_type = 'buy'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138338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138338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묶기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26387" y="3429000"/>
            <a:ext cx="1461861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78787" y="3429000"/>
            <a:ext cx="1431381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GROUP BY user_id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138338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138338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정렬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26387" y="4076700"/>
            <a:ext cx="1461861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78787" y="4076700"/>
            <a:ext cx="1431381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 BY spend DESC LIMIT 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138338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138338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파일 JOIN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26387" y="4724400"/>
            <a:ext cx="1461861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678787" y="4724400"/>
            <a:ext cx="1431381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FROM 'orders_step1.parquet' AS o JOIN 'customers.csv' AS 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138338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138338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잇는 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26387" y="5372100"/>
            <a:ext cx="1461861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678787" y="5372100"/>
            <a:ext cx="1431381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ON o.customer_id = c.customer_id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6019800"/>
            <a:ext cx="138338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6019800"/>
            <a:ext cx="138338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지역별 매출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26387" y="6019800"/>
            <a:ext cx="1461861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78787" y="6019800"/>
            <a:ext cx="1431381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sum(o.price * o.quantity) AS total … GROUP BY c.region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확인: 1단계는 5행이 spend 내림차순 · 2단계는 지역 4행 — price 결측 30건은 SQL 의 sum 도 건너뛴다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3-4 · 실습 1.5H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3단계 — Pandas 답과 diff 를 뺀다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Pandas 로 같은 질문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orders_enriched.parquet 를 groupby('region') 으로 orders·total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region 으로 merge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suffixes=('_sql', '_pd') 로 붙이고 diff = total_sql - total_pd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diff 가 전부 0 이면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도구의 답이 같다 — 0 이 아니면 결측을 다루는 시점을 의심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방법의 이름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교차 검증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3-5 에서 Pandas 를 DuckDB 로 옮길 때 결과가 안 바뀌었는지 확인하는 유일한 방법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3-4 · 실습 1.5H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4·5단계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CTE 로 두 문단 — 누적 매출과 지역별 상위 3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4단계 — 누적 매출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daily 를 만들고 sum(revenue) OVER (ORDER BY 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90650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0650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WITH daily 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90650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24000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일별 revenue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561715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53167" y="4838700"/>
            <a:ext cx="2152015" cy="599122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53167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sum() OVER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53167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86517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 BY d 누적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924232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15685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15685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확인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15685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9035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단조 증가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5단계 — 지역별 상위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by_customer 위에 rank() 와 QUALIFY rnk &lt;= 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020300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20300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7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WITH by_customer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020300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53650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4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지역×고객 total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12191365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2382818" y="4838700"/>
            <a:ext cx="2152015" cy="599122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382818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7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rank() OVER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2382818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516168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4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PARTITION BY region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14553882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4745335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4745335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7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QUALIFY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745335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4878685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4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rnk &lt;= 3</a:t>
            </a:r>
          </a:p>
        </p:txBody>
      </p:sp>
      <p:sp>
        <p:nvSpPr>
          <p:cNvPr id="42" name="Oval 41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3-4 · 실습 1.5H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5단계 — 일부러 실패시키기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WHERE 에 윈도 별칭을 써 본다 — Binder Error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실패 — WHERE rnk &lt;=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별칭 rnk 를 찾지 못한다는 Binder Error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SQL 은 WHERE 를 SELECT 보다 먼저 평가한다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SELECT 에서 지은 rnk 를 WHERE 가 모른다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2-2 에서 CTE 로 감쌌던 바로 그 이유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해결 — QUALIFY 또는 CTE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윈도 결과는 QUALIFY, 어디서나는 CTE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QUALIFY rnk &lt;= 3 — DuckDB 한 줄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ranked AS (…) 로 감싸고 WHERE rnk &lt;= 3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앞 결과와 같다 — 동률이면 3명을 넘을 수 있다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3-4 · 실습 1.5H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같은 이동 평균인데 — 앞쪽 6일이 다르다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Pandas rolling(7) — 3-2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창이 안 차면 NaN — 앞 6일이 비어 있다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창 7일이 다 차야 값이 나온다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앞 6일은 NaN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3-2 에서 본 그 결과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SQL 윈도 프레임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있는 만큼 평균 — 앞쪽도 값이 나온다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ROWS BETWEEN 6 PRECEDING AND CURRENT ROW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앞쪽 며칠은 그날까지의 평균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어느 쪽이 원하는 결과인지 정해야 한다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3-4 · 실습 1.5H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4·7단계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CTE 를 떼어 보는 습관 · DuckDB 편의 문법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622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96227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20992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2766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0575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daily 만 따로 실행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date_trunc('day', ts) 로 묶은 SELECT 만 LIMIT 3 — 3행이 나오면 통과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0100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01002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25767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3243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1052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어느 단계에서 틀어졌는지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긴 질의가 이상하면 CTE 를 하나씩 떼어 확인한다 — 바로 보인다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0577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05777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30542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3721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1530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GROUP BY ALL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집계가 아닌 열로 알아서 묶는다 — 다른 DB 로 옮길 때는 풀어 쓴다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1055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10552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35317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4198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2007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EXCLUDE · COLUMNS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SELECT * EXCLUDE (event_id) 몇 개만 빼고 전부 · max(COLUMNS('^value$')) 패턴 집계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「같은 분석인데 숫자가 다르다」의 원인은 6단계 같은 미묘한 차이 — 파이프라인을 옮길 때 반드시 확인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3-4 · 실습 1.5H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1.5시간이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1단계 5행이 spend 내림차순, 2단계 지역 4행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merged 의 diff 가 전부 0 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cum_revenue 가 매 행 revenue 를 더해 단조 증가한다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지역마다 rnk 1~3 고객 — QUALIFY 와 CTE 결과가 같다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ma7 앞쪽 며칠이 Pandas 와 다른 이유를 말할 수 있다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3-4 · 실습 1.5H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3-4 · 실습 1.5H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Pandas 연동 분석 (1H)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SQL 로 줄이고 DataFrame 으로 받아 등급을 매기고, 다시 SQL 로 질의하는 왕복을 이어 갑니다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LIMIT 100 결과를 .df() 로 받아 pd.cut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FROM top — DataFrame 을 SQL 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SQL → Pandas → SQL 세그먼트 분석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줄이기 전 .df() 의 시간·메모리 실측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events.parquet 와 열린 파이썬 세션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