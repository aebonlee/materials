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1-2 · 쉘 스크립트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쉘 스크립트 기초 문법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변수·인자·조건·반복·종료 코드 — 한 시간에 훑기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셔뱅·변수·위치 인자·종료 코드의 역할을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if 와 파일 테스트 연산자로 갈라지는 스크립트를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치환 $( ) 으로 명령 결과를 변수에 담는다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 가 명령이라 대괄호 안쪽에 공백이 필요한 이유를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이 문법으로 인사·검사·집계 스크립트를 직접 만듭니다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왜 스크립트인가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손으로 치는 명령의 세 가지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기억나지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어제 무엇을 쳤는지 되짚을 수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남에게 시킬 수 없다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똑같이 해 달라고 넘길 방법이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새벽 3시에는 아무도 못 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없으면 돌지 않는다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스크립트 = 요리 레시피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순서를 적어 두면 언제 누가 실행해도 같은 결과 — 데이터 파이프라인의 재현성이 여기서 시작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그리고 Git 에 올라간다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 로직의 변경 이력이 남는다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이론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셔뱅과 변수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줄 셔뱅 · 등호 양옆 공백 금지 · 쓸 때는 "$변수"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#!/bin/bash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 레시피는 bash 가 읽는다」는 표시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./파일명 으로 직접 실행하려면 필수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name="데이터"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등호 양옆에 공백 없이 선언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name = "데이터" 는 command not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"$name"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앞에 $ · 항상 큰따옴표로 감싼다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${count}개 — 중괄호는 이름의 경계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따옴표가 없으면 값에 공백이 있을 때 여러 개로 쪼개진다 — 파일 이름에 공백이 든 경우 스크립트가 깨지는 가장 흔한 이유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이론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위치 인자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실행할 때 뒤에 붙인 값이 $1 $2 $3 에 순서대로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 자기 이름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$1 $2 $3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719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719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첫째 · 둘째 · 셋째 인자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$#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958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958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넘어온 인자의 개수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$@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6197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6197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인자를 하나씩 (반복문에서)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343650"/>
            <a:ext cx="11201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343650"/>
            <a:ext cx="11010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직전 명령의 종료 코드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./greet.sh 홍길동 → $1 에 홍길동이 담긴다 · $? 는 직전 명령의 종료 코드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이론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명령 치환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$( ) — 괄호 안 명령의 결과가 그 자리에 들어온다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today=$(date +%Y%m%d)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뒤는 「어떤 모양으로 찍을지」 — %Y 연도 네 자리 · %m 월 · %d 일 → 20260922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lines=$(wc -l &lt; access.log)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줄 수를 변수에 담기 — echo "줄 수: $lines"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백틱 `명령` 은 옛 문법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뜻이지만 $( ) 를 쓴다 — 중첩이 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%Y%m%d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20260922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연·월·일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%가 아닌 글자는 그대로 찍힌다 · %F 는 %Y-%m-%d — 파일 이름에 쓸 때는 공백과 콜론(:)을 피한다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종료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자동화가 보는 유일한 신호 — 0 이면 성공, 아니면 실패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명령이 끝난다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하나를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남긴다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echo $?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직전 명령의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종료 코드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/etc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 이 아님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/no-such-dir → 2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exit 0 / exit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스크립트가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명시적으로 남긴다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 코드는 명령마다 다를 수 있다 — 약속은 「0 = 성공」 하나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사람은 화면을 보지만, 새벽에 자동으로 도는 작업은 이 숫자가 성패 판단의 전부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조건문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if [ 조건 ]; then … fi — 파일 테스트 연산자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연산자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참이 되는 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-f 경로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자리에 일반 파일이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-d 경로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69544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3969544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자리에 디렉터리가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-e 경로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491038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491038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파일이든 폴더든 존재한다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-s 경로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012531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012531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파일이 있고 크기가 0 보다 크다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-z "$var"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5534025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5534025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변수가 비어 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-n "$var"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055519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055519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변수에 값이 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"$a" = "$b"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6577012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8850" y="6577012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문자열이 같다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$a -eq $b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7098506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8850" y="7098506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숫자가 같다 (-lt -gt 계열)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[ 는 문법 기호가 아니라 하나의 명령 — [ 뒤와 ] 앞에 공백이 없으면 command not found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7. 닫는 말과 반복문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닫는 말은 여는 말을 거꾸로 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여는 말 · 닫는 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빠뜨리면 syntax error: unexpected end of file — 끝을 알릴 낱말이 따로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871421" cy="501967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871421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여는 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0171" y="4838700"/>
            <a:ext cx="1019908" cy="501967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0171" y="4838700"/>
            <a:ext cx="1019908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닫는 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58179" y="4838700"/>
            <a:ext cx="2909521" cy="501967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179" y="4838700"/>
            <a:ext cx="2909521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90650" y="5405438"/>
            <a:ext cx="2871421" cy="550545"/>
          </a:xfrm>
          <a:prstGeom prst="roundRect">
            <a:avLst>
              <a:gd name="adj" fmla="val 692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5900" y="5405438"/>
            <a:ext cx="2680921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0171" y="5405438"/>
            <a:ext cx="1019908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5421" y="5405438"/>
            <a:ext cx="829408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58179" y="5405438"/>
            <a:ext cx="2909521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3429" y="5405438"/>
            <a:ext cx="2719021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거꾸로 쓴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90650" y="6020752"/>
            <a:ext cx="2871421" cy="550545"/>
          </a:xfrm>
          <a:prstGeom prst="roundRect">
            <a:avLst>
              <a:gd name="adj" fmla="val 692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5900" y="6020752"/>
            <a:ext cx="2680921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0171" y="6020752"/>
            <a:ext cx="1019908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5421" y="6020752"/>
            <a:ext cx="829408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esac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58179" y="6020752"/>
            <a:ext cx="2909521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3429" y="6020752"/>
            <a:ext cx="2719021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역시 거꾸로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90650" y="6636068"/>
            <a:ext cx="2871421" cy="550545"/>
          </a:xfrm>
          <a:prstGeom prst="roundRect">
            <a:avLst>
              <a:gd name="adj" fmla="val 692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85900" y="6636068"/>
            <a:ext cx="2680921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 · while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0171" y="6636068"/>
            <a:ext cx="1019908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5421" y="6636068"/>
            <a:ext cx="829408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58179" y="6636068"/>
            <a:ext cx="2909521" cy="550545"/>
          </a:xfrm>
          <a:prstGeom prst="roundRect">
            <a:avLst>
              <a:gd name="adj" fmla="val 692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53429" y="6636068"/>
            <a:ext cx="2719021" cy="5505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사이에 do 를 둔다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반복문 세 모양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 · 숫자 · 파일을 한 줄씩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f in *.log; do … done</a:t>
            </a:r>
          </a:p>
        </p:txBody>
      </p:sp>
      <p:sp>
        <p:nvSpPr>
          <p:cNvPr id="40" name="Oval 3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i in 1 2 3; do … done</a:t>
            </a:r>
          </a:p>
        </p:txBody>
      </p:sp>
      <p:sp>
        <p:nvSpPr>
          <p:cNvPr id="42" name="Oval 4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while read -r line; do … done &lt; access.log — 실무에서 아주 자주</a:t>
            </a:r>
          </a:p>
        </p:txBody>
      </p:sp>
      <p:sp>
        <p:nvSpPr>
          <p:cNvPr id="44" name="Oval 43"/>
          <p:cNvSpPr/>
          <p:nvPr/>
        </p:nvSpPr>
        <p:spPr>
          <a:xfrm>
            <a:off x="1007745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6318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then 앞의 세미콜론 — 줄을 바꾸면 필요 없다</a:t>
            </a:r>
          </a:p>
        </p:txBody>
      </p:sp>
      <p:sp>
        <p:nvSpPr>
          <p:cNvPr id="46" name="Oval 4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이론 1H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줄 셔뱅이 어느 셸로 읽을지 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변수는 등호 양옆에 공백 없이 선언하고, 쓸 때는 항상 "$변수"로 감싼다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$1 은 첫 번째 인자, $? 는 직전 명령의 종료 코드다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 는 명령이므로 대괄호 안쪽에 공백이 필요하다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자동화는 화면 메시지가 아니라 종료 코드를 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1-2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스크립트 작성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인자를 받고, 조건으로 갈라지고, 반복하는 스크립트를 직접 만듭니다 — 일부러 한 번 깨뜨려 보는 단계가 들어 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greet.sh — 인자와 사용법 안내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따옴표를 빼고 실행해 쪼개짐을 눈으로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check_file.sh · scan_logs.sh — 종료 코드와 for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report_tool.sh — 함수·case·set -euo pipefail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1-1 의 실습 폴더와 access.log 8줄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