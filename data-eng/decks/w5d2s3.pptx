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1F5F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EF2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E1E9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5-2 · Docker Compose로 Spark 마스터-워커 구축 · 실습 1H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2083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900" b="1" spc="-257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spark-submit으로</a:t>
            </a:r>
          </a:p>
          <a:p>
            <a:pPr algn="l">
              <a:lnSpc>
                <a:spcPct val="105000"/>
              </a:lnSpc>
            </a:pPr>
            <a:r>
              <a:rPr sz="6900" b="1" spc="-257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클러스터에 잡 제출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619810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local[*] 이 spark://… 로 바뀌는 순간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수도권ICT 이노베이션스퀘어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1시간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956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0384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1623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956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마스터 컨테이너의 spark-submit 으로 pi.py 예제를 제출한다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8862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0290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1529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8862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first_job.py 를 넣고 제출해 master 값이 spark:// 임을 본다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8768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0196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1435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8768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--total-executor-cores 로 제한하고 UI 의 Cores 를 비교한다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8674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0102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1341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8674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자원을 과하게 요구해 WAITING 을 만들고, 두 잡을 동시에 돌린다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실행 중 마스터 UI 의 애플리케이션 이름을 누르면 5-1 의 Jobs·Stages 화면이 열립니다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5-2 · 실습 1H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실습 흐름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다섯 단계 — 예제 · 내 스크립트 · 자원 · 실패 · 동시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모든 제출은 docker compose exec spark-master /opt/spark/bin/spark-submit 으로 — 마스터 컨테이너 안에서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1. pi.py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예제 제출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Pi is roughly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196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19600" y="3924300"/>
            <a:ext cx="289560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196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2. first_job.py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91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cp 로 넣고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제출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962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962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962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3. 자원 제한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57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cores 2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memory 1g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9728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972800" y="3924300"/>
            <a:ext cx="289560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4. 과한 요구(실패)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23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memory 8g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WAITING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2494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42494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2494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5. 동시 제출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4589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exec -d 로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두 개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5-2 · 실습 1H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핵심 명령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spark-submit 에 붙이는 것들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1383387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1383387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마스터 주소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26387" y="2781300"/>
            <a:ext cx="14618613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78787" y="2781300"/>
            <a:ext cx="14313813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--master spark://spark-master:7077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3429000"/>
            <a:ext cx="1383387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3429000"/>
            <a:ext cx="1383387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예제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26387" y="3429000"/>
            <a:ext cx="14618613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678787" y="3429000"/>
            <a:ext cx="14313813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/opt/spark/examples/src/main/python/pi.py 10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4076700"/>
            <a:ext cx="1383387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43000" y="4076700"/>
            <a:ext cx="1383387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파일 넣기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526387" y="4076700"/>
            <a:ext cx="14618613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678787" y="4076700"/>
            <a:ext cx="14313813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 compose cp first_job.py spark-master:/tmp/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4724400"/>
            <a:ext cx="1383387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4724400"/>
            <a:ext cx="1383387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내 스크립트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526387" y="4724400"/>
            <a:ext cx="14618613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678787" y="4724400"/>
            <a:ext cx="14313813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/tmp/first_job.py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5372100"/>
            <a:ext cx="1383387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5372100"/>
            <a:ext cx="1383387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자원 제한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526387" y="5372100"/>
            <a:ext cx="14618613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678787" y="5372100"/>
            <a:ext cx="14313813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--total-executor-cores 2 --executor-memory 1g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6019800"/>
            <a:ext cx="1383387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6019800"/>
            <a:ext cx="1383387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동시 제출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526387" y="6019800"/>
            <a:ext cx="14618613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678787" y="6019800"/>
            <a:ext cx="14313813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 compose exec -d spark-master …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앞에 docker compose exec spark-master /opt/spark/bin/spark-submit 을 붙인다 — 마스터 컨테이너 안의 spark-submit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5-2 · 실습 1H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1·2단계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제출하고 로그를 읽는다 — 세 가지 증거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pi.py — Pi is roughly 3.14…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실행 중 8080 은 Running, 끝나면 Completed Applications 에 남는다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first_job.py — count = 500000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range(1, 1_000_001) 을 2배 해 1000000 초과만 센 결과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master: spark://spark-master:7077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5-1 에서는 local[*] 이었던 자리 — 진짜 클러스터에서 돈다는 증거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실행 중 UI 에서 이름을 누르면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4040 화면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Jobs·Stages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5-2 · 실습 1H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3단계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자원 옵션을 바꿔 Cores 열을 비교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제한 없음 — 기본값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워커의 자원을 최대한 쓴다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옵션 없이 /tmp/first_job.py 제출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UI 의 Cores 열에 많이 잡힌다</a:t>
            </a:r>
          </a:p>
        </p:txBody>
      </p:sp>
      <p:sp>
        <p:nvSpPr>
          <p:cNvPr id="15" name="Oval 14"/>
          <p:cNvSpPr/>
          <p:nvPr/>
        </p:nvSpPr>
        <p:spPr>
          <a:xfrm>
            <a:off x="1447800" y="603789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3353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다른 잡은 기다려야 한다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--total-executor-cores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--executor-memory 1g 와 함께 제한한다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Completed Applications 의 Cores 가 적다</a:t>
            </a:r>
          </a:p>
        </p:txBody>
      </p:sp>
      <p:sp>
        <p:nvSpPr>
          <p:cNvPr id="22" name="Oval 21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여러 잡을 동시에 돌릴 때 나눠 쓴다</a:t>
            </a:r>
          </a:p>
        </p:txBody>
      </p:sp>
      <p:sp>
        <p:nvSpPr>
          <p:cNvPr id="24" name="Oval 23"/>
          <p:cNvSpPr/>
          <p:nvPr/>
        </p:nvSpPr>
        <p:spPr>
          <a:xfrm>
            <a:off x="10077450" y="603789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318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5단계 동시 제출의 열쇠</a:t>
            </a:r>
          </a:p>
        </p:txBody>
      </p:sp>
      <p:sp>
        <p:nvSpPr>
          <p:cNvPr id="26" name="Oval 25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5-2 · 실습 1H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4단계 — 일부러 실패시키기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워커보다 큰 메모리를 요구한다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이론의 「자원이 모자라면 대기 상태로 멈춘다」를 직접 봅니다 — 40초 뒤 timeout 으로 끝납니다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timeout 40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40초 뒤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자동 종료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196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19600" y="3924300"/>
            <a:ext cx="289560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196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memory 8g 요구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91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워커는 2g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배치 불가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962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962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962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grep 경고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57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not accepted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any resources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9728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972800" y="3924300"/>
            <a:ext cx="289560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마스터 UI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23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WAITING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상태로 남음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2494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42494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2494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낮춰 재제출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4589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--executor-memory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2g 이하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5-2 · 실습 1H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4단계 — 일부러 실패시키기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경고를 만나면 — 오류가 아니라 「기다리는 중」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① 마스터 UI 에서 워커가 살아 있는지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Workers 표가 비어 있으면 자원을 줄 곳이 없다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② 남은 코어·메모리가 요청보다 큰지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--executor-memory 가 워커 메모리(2g)보다 크면 배치되지 않는다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③ 다른 잡이 자원을 다 쓰고 있지는 않은지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먼저 제출된 잡이 전부 차지했으면 끝날 때까지 기다린다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로그만 보면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멈춘 것처럼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보인다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5-2 · 실습 1H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5단계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두 잡을 동시에 — 코어를 2개씩 나눈다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--total-executor-cores 2 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두 애플리케이션이 동시에 RUNNING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390650" y="4838700"/>
            <a:ext cx="2152015" cy="599122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90650" y="4838700"/>
            <a:ext cx="2152015" cy="5991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exec -d 제출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390650" y="5583555"/>
            <a:ext cx="2152015" cy="1214438"/>
          </a:xfrm>
          <a:prstGeom prst="roundRect">
            <a:avLst>
              <a:gd name="adj" fmla="val 392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524000" y="5583555"/>
            <a:ext cx="1885315" cy="12144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pi.py 50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3561715" y="5049202"/>
            <a:ext cx="172402" cy="178118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753167" y="4838700"/>
            <a:ext cx="2152015" cy="599122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53167" y="4838700"/>
            <a:ext cx="2152015" cy="5991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exec -d 제출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753167" y="5583555"/>
            <a:ext cx="2152015" cy="1214438"/>
          </a:xfrm>
          <a:prstGeom prst="roundRect">
            <a:avLst>
              <a:gd name="adj" fmla="val 392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886517" y="5583555"/>
            <a:ext cx="1885315" cy="12144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pi.py 50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5924232" y="5049202"/>
            <a:ext cx="172402" cy="178118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15685" y="4838700"/>
            <a:ext cx="2152015" cy="599122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15685" y="4838700"/>
            <a:ext cx="2152015" cy="5991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UI 새로고침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15685" y="5583555"/>
            <a:ext cx="2152015" cy="1214438"/>
          </a:xfrm>
          <a:prstGeom prst="roundRect">
            <a:avLst>
              <a:gd name="adj" fmla="val 392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49035" y="5583555"/>
            <a:ext cx="1885315" cy="12144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둘 다 RUNNING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옵션 없이 제출했다면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첫 잡이 전부 차지해 둘째는 기다린다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020300" y="4838700"/>
            <a:ext cx="2152015" cy="599122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020300" y="4838700"/>
            <a:ext cx="2152015" cy="5991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첫 잡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020300" y="5583555"/>
            <a:ext cx="2152015" cy="1214438"/>
          </a:xfrm>
          <a:prstGeom prst="roundRect">
            <a:avLst>
              <a:gd name="adj" fmla="val 392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153650" y="5583555"/>
            <a:ext cx="1885315" cy="12144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코어 전부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12191365" y="5049202"/>
            <a:ext cx="172402" cy="178118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2382818" y="4838700"/>
            <a:ext cx="2152015" cy="599122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2382818" y="4838700"/>
            <a:ext cx="2152015" cy="5991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둘째 잡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2382818" y="5583555"/>
            <a:ext cx="2152015" cy="1214438"/>
          </a:xfrm>
          <a:prstGeom prst="roundRect">
            <a:avLst>
              <a:gd name="adj" fmla="val 392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2516168" y="5583555"/>
            <a:ext cx="1885315" cy="12144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기다림</a:t>
            </a:r>
          </a:p>
        </p:txBody>
      </p:sp>
      <p:sp>
        <p:nvSpPr>
          <p:cNvPr id="37" name="Right Arrow 36"/>
          <p:cNvSpPr/>
          <p:nvPr/>
        </p:nvSpPr>
        <p:spPr>
          <a:xfrm>
            <a:off x="14553882" y="5049202"/>
            <a:ext cx="172402" cy="178118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4745335" y="4838700"/>
            <a:ext cx="2152015" cy="599122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4745335" y="4838700"/>
            <a:ext cx="2152015" cy="5991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첫 잡 끝난 뒤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4745335" y="5583555"/>
            <a:ext cx="2152015" cy="1214438"/>
          </a:xfrm>
          <a:prstGeom prst="roundRect">
            <a:avLst>
              <a:gd name="adj" fmla="val 392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4878685" y="5583555"/>
            <a:ext cx="1885315" cy="12144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둘째 시작</a:t>
            </a:r>
          </a:p>
        </p:txBody>
      </p:sp>
      <p:sp>
        <p:nvSpPr>
          <p:cNvPr id="42" name="Oval 41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5-2 · 실습 1H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확인 포인트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이 1시간이 끝날 때 확인할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67025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2971800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09562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67025"/>
            <a:ext cx="1457325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pi.py 로그 끝에 Pi is roughly 3.14… 가 찍힌다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724275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3829050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395287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724275"/>
            <a:ext cx="1457325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first_job.py 로그에 count = 500000 이 찍힌다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581525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4686300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481012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581525"/>
            <a:ext cx="1457325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master 가 spark://spark-master:7077 로 나온다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438775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5543550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566737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438775"/>
            <a:ext cx="1457325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Completed Applications 에서 제한 건 쪽 Cores 가 적다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296025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6400800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652462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6296025"/>
            <a:ext cx="1457325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8g 요구는 not accepted any resources 반복 · UI 에 WAITING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7153275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390650" y="7258050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390650" y="738187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90750" y="7153275"/>
            <a:ext cx="1457325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exec -d 두 개가 동시에 RUNNING 으로 보인다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5-2 · 실습 1H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5-2 · 실습 1H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다음은 정리·회고 (0.5H)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클러스터 명령을 한 장으로 정리하고, 5-1 과 5-2 의 차이를 표로 비교한 뒤 5-3 을 위한 상태를 확인합니다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명령 요약 여덟 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5-1(한 대) vs 5-2(클러스터)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자주 겪는 오류 네 가지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5-3 준비 — 마스터 UI 200 · MinIO 컨테이너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가져갈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UI 의 Completed 목록과 Cores 값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