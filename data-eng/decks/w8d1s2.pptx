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Airflow 서비스 구축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Compose로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공식 compose 로 여섯 컨테이너를 한 번에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메모리를 확인하고 안 쓰는 컨테이너를 멈춘다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공식 docker-compose.yaml 을 받아 무엇이 뜨는지 먼저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airflow-init 으로 초기화한 뒤 up -d 로 기동한다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→ start 로 데이터가 유지되는 것을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메모리가 4GB 미만이면 컨테이너가 이유 없이 죽습니다 (exit code 137)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~/airflow-lab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포인트마다 멈춰서 결과를 보고 다음 단계로 넘어갑니다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자원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compose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로 받고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으로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초기화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 만들고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airflow-init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기동·로그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 -d ·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8. 내렸다 올리기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→ start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유지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자원 확보 · 작업 폴더 · 공식 compose 파일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떠 있는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6878" y="27813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9278" y="27813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안 쓰는 것 멈추기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6878" y="34290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9278" y="34290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stop qdrant minio spark-master spark-worker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메모리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26878" y="40767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9278" y="40767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info --format "{{.MemTotal}}"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 폴더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26878" y="47244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9278" y="47244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~/airflow-lab &amp;&amp; cd ~/airflow-lab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88387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88387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받기 (2.9.3)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26878" y="5372100"/>
            <a:ext cx="1411812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9278" y="5372100"/>
            <a:ext cx="1381332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-LfO "https://airflow.apache.org/docs/apache-airflow/2.9.3/docker-compose.yaml"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stop 은 지우는 게 아니라 멈추는 것 · 4GB 미만이면 Docker Desktop → Settings → Resources 에서 8GB 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파일을 먼저 읽어 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어떤 서비스들이 정의돼 있나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-n "^  [a-z].*:" docker-compose.yaml | head -20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공통 블록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-n "x-airflow-common" — 앵커 하나를 여러 서비스가 재사용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어디를 마운트하나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-n "dags\|logs\|plugins" — dags/ · logs/ · plugins/ 세 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남이 준 compose 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돌리기 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먼저 읽기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4·5·6단계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폴더 · 환경변수 · 초기화 · 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91895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9189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1954" y="2781300"/>
            <a:ext cx="1408304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4354" y="2781300"/>
            <a:ext cx="137782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./dags ./logs ./plugins ./config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91895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9189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환경변수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1954" y="3429000"/>
            <a:ext cx="1408304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4354" y="3429000"/>
            <a:ext cx="137782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echo "AIRFLOW_UID=50000" &gt; .env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91895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9189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초기화 (최초 1회)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1954" y="4076700"/>
            <a:ext cx="1408304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4354" y="4076700"/>
            <a:ext cx="137782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airflow-init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91895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9189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1954" y="4724400"/>
            <a:ext cx="1408304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4354" y="4724400"/>
            <a:ext cx="137782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918954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91895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1954" y="5372100"/>
            <a:ext cx="14083046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14354" y="5372100"/>
            <a:ext cx="1377824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airflow-init 은 반드시 기동보다 먼저 한 번 — exited with code 0 이면 성공 · Linux 는 AIRFLOW_UID=$(id -u)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상태와 로그를 읽는다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서비스가 모두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airflow-* 넷 + postgres + redis — ps 를 몇 번 다시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1~2분 뒤 (healthy) 가 붙는다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처음에는 health 체크에 시간이 걸린다 — 기다린다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 로그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logs --tail=30 airflow-scheduler — DAG 파일을 훑는 메시지가 주기적으로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문제가 생기면 여기부터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| grep -i "error\|exception" | head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실시간 따라가기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logs -f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Ctrl+C 탈출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airflow-init 을 건너뛰면 — 원인이 안 보이는 고장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init 없이 바로 up 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웹서버가 계속 재시작되며 DB 오류가 반복된다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 에 재시작이 반복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로그에 DB 관련 오류가 계속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원인이 안 보이는 종류 — 미리 알아 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복구 — 순서대로 다시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볼륨까지 내리고 초기화부터 다시 시작한다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down --volumes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초기화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up airflow-init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 0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up -d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healthy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8단계 — 일부러 내렸다가 올리기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과 down --volumes 는 다른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 →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멈춤 — 데이터는 볼륨에 남는다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올려도 계정·설정이 그대로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init 을 다시 할 필요가 없다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ps 로 전후를 비교해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--volumes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볼륨까지 지운다 — 완전히 다른 명령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메타데이터 DB = 실행 이력이 통째로 사라진다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둘을 헷갈리면 실습 기록을 잃는다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복구 절차 말고는 쓰지 않는다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info 의 메모리가 4GB 이상이다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-la 에 docker-compose.yaml 과 dags/·logs/·plugins/·config/ 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.env 가 AIRFLOW_UID=50000 한 줄이다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airflow-init 이 exited with code 0 으로 끝났다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에서 여섯 서비스가 running (healthy) 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→ start 뒤에도 계정과 설정이 그대로다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웹 UI·CLI 탐색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상황판을 읽는 법과 명령줄로 같은 일을 하는 법을 익히고, 예제 DAG 를 하나 돌려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localhost:8080 에 airflow / airflow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Grid·Graph·Code·Logs 네 화면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로 dags list · tasks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예제 DAG 를 unpause ·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 서비스 (healthy) 인 Airflow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