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ERD 설계 및 정규화/반정규화 전략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모델링과 정규화 이론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사실은 한 곳에만 — 표를 나누는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엔터티·속성·관계·식별자(PK·FK)를 구분해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갱신·삽입·삭제 이상이 왜 생기는지 예로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1NF·2NF·3NF 기준으로 표를 나눌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반정규화가 정당해지는 조건을 판단한다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나쁜 표를 직접 만들어 이 이상 현상을 겪어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정규화 한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정규화는 「한 사실은 한 곳에만 적는다」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주소록에 친구 번호를 세 페이지에 베껴 적으면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번호가 바뀌었을 때 세 곳을 다 고쳐야 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하나라도 빠뜨리면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것이 진짜인지 모르게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테이블도 똑같다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정보가 여러 행에 반복되면 갱신 이상이 생긴다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사실은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곳에만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중복이 부르는 사고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세 가지 이상 현상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이상 현상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 생기나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곳만 고쳐서 값이 어긋난다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김하나 번호를 두 행 중 하나만 고침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삽입 이상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넣고 싶은 것만 넣을 수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없는 신규 고객을 못 넣는다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삭제 이상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지우면 안 될 것까지 사라진다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 주문 삭제에 고객 정보도 소실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셋 다 「한 표에 서로 다른 종류의 사실을 섞어 담아서」 생긴다 — 고객과 주문은 생기고 사라지는 시점이 다르다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ERD 의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박스·줄·선 — 여섯 낱말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670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670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엔터티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670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670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업무에서 관리해야 하는 대상(회원·상품·주문) — 박스 하나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7242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7242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속성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7242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7242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대상이 가진 항목(이름·전화번호·가격) — 박스 안의 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815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5815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식별자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5815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5815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박스의 행을 유일하게 구분하는 속성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4387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4387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4387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4387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엔터티 사이의 연결 — 회원 1명이 주문 여러 건(1:N)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29602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29602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외래 키 FK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629602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629602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표의 PK 를 참조 — 없는 회원의 주문을 DB 가 막는다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53275"/>
            <a:ext cx="2857500" cy="7429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7153275"/>
            <a:ext cx="23241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카디널리티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7153275"/>
            <a:ext cx="1314450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7153275"/>
            <a:ext cx="12573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관계의 개수 관계 — 1:1 · 1:N · N:M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N:M 은 표로 직접 담을 수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1:N — 쉽다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 쪽 표에 1 쪽의 키를 적으면 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</a:t>
            </a:r>
          </a:p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customer_id 를 적는다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N:M — 교차 표로 푼다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쪽에 적어도 칸이 모자라니 가운데에 표 하나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복합 키</a:t>
            </a:r>
          </a:p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(order_id, product_id)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</a:t>
            </a:r>
          </a:p>
        </p:txBody>
      </p:sp>
      <p:sp>
        <p:nvSpPr>
          <p:cNvPr id="37" name="Oval 36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정규형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정규형 세 단계 — 무엇을 고치나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고치나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 값이 하나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34480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9390" y="34480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'마우스,키보드' 를 두 행으로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2NF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복합 키 일부에만 딸린 속성 분리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4140" y="41719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9390" y="41719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(주문,상품) 키의 상품명 → 상품 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3NF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아닌 속성에 딸린 속성 분리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64140" y="48958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9390" y="48958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표의 고객명 → 고객 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2NF 는 복합 키가 있을 때만 따진다 — 단일 키 표는 1NF 를 만족하면 자동으로 2NF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정규형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실무 순서 — 쪼개고, 밀고, 되돌린다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 로 쪼갠다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칸에 여러 값이 있으면 행으로 나눈다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3NF 까지 밀어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컬럼은 이 표의 기본키에 딸린 사실인가?」 아니면 다른 표로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필요한 곳만 되돌린다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시점 가격처럼 그 시점 값을 보존해야 하는 것만 알고 중복시킨다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물어볼 한 마디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표의 PK 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딸린 사실인가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반정규화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알고 하는 중복 — 상황별 판단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order_items 에 주문 시점 가격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정당하다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가격이 바뀌어도 과거 주문은 그대로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에 고객 이름 복사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대개 부적절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개명하면 과거 주문 이름이 어긋난다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일별 매출 집계 표를 따로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정당할 수 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수억 행 집계 대신 · 재계산 규칙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쓰는 JOIN 결과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56197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9370" y="56197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원본과 어긋나지 않게 유지할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반정규화 결정에는 「어떻게 맞출 것인가」(트리거·배치 재계산·앱 로직)를 반드시 함께 적는다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정규화는 「한 사실은 한 곳에만」— 중복은 갱신·삽입·삭제 이상을 부른다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1NF 는 한 칸에 하나, 3NF 는 키 아닌 것에 딸린 속성을 분리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N:M 은 언제나 교차 표로 — 복합 키가 그 표의 PK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FK 는 존재하지 않는 부모 참조를 DB 가 막아 주는 장치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반정규화는 근거와 「어긋남을 어떻게 막을지」를 함께 기록해야 정당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ERD 설계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쇼핑몰 도메인으로 나쁜 표를 직접 만들어 이상 현상을 겪어 보고, 그것을 풀어 박스 넷짜리 ERD 를 그립니다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bad_orders 표 만들기 — 여러 값을 한 칸에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갱신 이상과 LIKE 검색을 직접 겪기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「무엇에 딸린 사실인가」로 엔터티 뽑기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박스 4개·관계선 3개 ERD 그리기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mysql&gt; 접속 창 · 종이나 그림 도구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