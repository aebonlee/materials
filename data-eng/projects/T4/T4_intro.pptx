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T4 · 팀 · 코랩 · 2~3주(따라하기 3~4시간)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프로젝트 도우미 튜터 챗봇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노트북 13개를 근거로 답하는 튜터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노트북을 문서로 바꿀 때 남길 것 — 실행 출력은 오류만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 실행만 된 노트북을 다시 색인하지 않으려면 잴 해시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메타 필터가 없으면 엉뚱한 프로젝트가 1위로 오는 이유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셀 종류 가중이 검색 정확도를 얼마나 바꾸는지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7주차 임베딩 · Qdrant 에 8주차 Streamlit 과 Airflow 를 잇습니다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T4 · 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과정이 공개한 따라하기 노트북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과정 공개 자료실 data-eng/projects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044043"/>
            <a:ext cx="112014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044043"/>
            <a:ext cx="11010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따라하기 노트북 13개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범위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640036"/>
            <a:ext cx="112014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640036"/>
            <a:ext cx="11010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M1~M4 · P1~P6 · T1~T3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236029"/>
            <a:ext cx="112014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236029"/>
            <a:ext cx="11010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2026-10-29 받은 스냅샷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5832021"/>
            <a:ext cx="112014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5832021"/>
            <a:ext cx="11010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셀 1,101개 → 문서 1,027개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6428014"/>
            <a:ext cx="112014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6428014"/>
            <a:ext cx="11010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ipynb(JSON) · jsonl.gz 한 파일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7024007"/>
            <a:ext cx="112014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8850" y="7024007"/>
            <a:ext cx="11010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과정이 직접 만들어 공개 — 문제 없음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노트북 출력에 보이는 공공데이터의 출처 · 이용허락은 각 노트북 1단계에 있다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T4 · 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노트북 13개에서 근거 붙은 답까지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 API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노트북 JSON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861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셀 문서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85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19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설명 · 코드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출력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8175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Parquet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415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프로젝트 파티션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내용 해시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7732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Qdrant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972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07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ko-sroberta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임베딩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77290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253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586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메타 필터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셀 종류 가중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4684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ask()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6208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7542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Streamlit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붙은 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매일 collect → reindex → smoke 를 Airflow DAG 가 돈다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T4 · 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11단계로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1~3. 준비 ·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스냅샷 받기, 목록 API 로 노트북 받기, 셀을 문서로(출력은 오류만)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4~5. 레이크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128토큰 한도에 맞춰 조각내기, 문서 표 Parquet 과 내용 해시 증분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6~9. RAG · 서비스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 메타 필터 · 셀 종류 가중, 질문 10개 정확도, ask() · Streamlit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10~11. 오케스트레이션 · 발표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collect → reindex → smoke DAG, 더 해 보기 · 발표 준비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T4 · 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오류보다 무서운 조용한 실패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일부러 해 본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그래서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없는 프로젝트 받기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HTTPError 404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목록(API)에서 출발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긴 셀을 통째로 임베딩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128토큰만 쓰인다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300자 조각으로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해시로 바뀜 재기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실행만 해도 바뀜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 해시로 잰다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stage 를 글자 "6" 으로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없이 빈 결과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정수로 넘긴다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코드 셀만 남은 레이크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63436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8970" y="63436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smoke 0.6 &lt; 0.8 실패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24360" y="63436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9610" y="63436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가 멈춰 알린다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실패를 먼저 보면 왜 그렇게 고쳤는지가 남는다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T4 · 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4861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4861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34861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34861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1,027개(설명 555 · 코드 426 · 오류 46) → 조각 1,544개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4767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4767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44767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44767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바로 다시 돌리면 [] · 고친 판은 ['M3'] 하나만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4673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4673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정확도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54673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54673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 10개 중 9개(0.9)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5795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645795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빼 보기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645795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645795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낱말 보너스 없이 0.6 · 가중 없이 0.8 · 코드 셀만 0.6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T4 · 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팀에서 나누는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역할 네 갈래 — 단계를 나눠 맡습니다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수집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2~3단계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프로젝트 자동 반영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레이크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4~5단계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로 색인 이력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 · 서비스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6~9단계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 30개 · 평가 단추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오케스트레이션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로컬 Airflow · 알림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먼저 모두가 노트북을 한 번 따라한 뒤 자기 역할의 단계를 키웁니다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T4 · 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T4 · 팀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T4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답마다 프로젝트 · 단계 · 셀을 근거로 붙이는 튜터를 만들었습니다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live 로 돌려 새 프로젝트가 저절로 드는지 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 표를 Iceberg 로 옮겨 지난주 색인과 비교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발표: 질문 10개의 한계와 판단 함께 밝히기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T5 서울 생활 데이터 레이크하우스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