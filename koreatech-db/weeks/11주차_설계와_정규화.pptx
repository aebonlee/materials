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설계와 정규화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 절차 · ERD · 이상 현상 · 1NF~3NF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 절차(요구분석→개념→논리→물리)를 순서대로 설명한다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ERD를 그리고 1:1 / 1:N / M:N 관계를 테이블로 바꾼다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현상(삽입·삭제·갱신)의 원인을 함수적 종속으로 설명한다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비정규 주문서 테이블을 1NF→2NF→3NF로 단계별 정규화한다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반정규화가 필요한 상황을 판단한다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스키마가 어떻게 지금의 모양이 되었는지 거슬러 올라갑니다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 설계 절차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E-R 모델과 ERD 작성법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함수적 종속성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 현상 (Anomaly)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 — 주문서 한 장에서 다온유통 스키마까지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데이터베이스 설계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사용하던 DB를 설계의 눈으로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지금까지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만들어진 다온유통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데이터베이스를 사용했다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데이터베이스가 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이런 모양이 되었는지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설계가 틀리면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SQL이 복잡해지고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쌓일수록 불일치가 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 데이터의 품질은 설계 단계에서 대부분 결정된다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데이터베이스 설계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설계의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산출물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주요 활동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요구사항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요구사항 명세서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 파악, 담당자 인터뷰, 데이터 요구·처리 요구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개념적 설계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E-R 다이어그램, 개념 스키마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개체·속성·관계 도출, DBMS 독립적 모델링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논리적 설계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 스키마, 정규화 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ERD를 테이블로 변환, 이상 현상 제거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물리적 설계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물리 스키마, 인덱스 설계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자료형·저장 구조·인덱스·파티셔닝 결정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⑤ 구현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 스크립트, 실제 DB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실행, 데이터 적재, 뷰·권한 설정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개념적 설계는 DBMS에 독립적, 논리적 설계부터는 특정 데이터 모델(관계형)에 의존한다 — 시험에 자주 나온다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E-R 모델과 ERD 작성법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ERD의 구성 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2362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3700" y="2781300"/>
            <a:ext cx="5242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개체(Entity)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2362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2171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사각형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3700" y="3448050"/>
            <a:ext cx="5242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8950" y="3448050"/>
            <a:ext cx="5052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대상이 되는 대상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24360" y="3448050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9610" y="3448050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고객, 상품, 주문, 직원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044043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044043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속성(Attribute)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044043"/>
            <a:ext cx="2362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044043"/>
            <a:ext cx="2171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3700" y="4044043"/>
            <a:ext cx="5242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8950" y="4044043"/>
            <a:ext cx="5052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개체의 특성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044043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044043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고객번호, 이름, 등급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640036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640036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관계(Relationship)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640036"/>
            <a:ext cx="2362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640036"/>
            <a:ext cx="2171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마름모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43700" y="4640036"/>
            <a:ext cx="5242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8950" y="4640036"/>
            <a:ext cx="5052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 간의 연관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024360" y="4640036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19610" y="4640036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주문한다, 담당한다, 포함한다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236029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236029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기본키 속성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236029"/>
            <a:ext cx="2362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236029"/>
            <a:ext cx="2171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밑줄 타원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43700" y="5236029"/>
            <a:ext cx="5242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8950" y="5236029"/>
            <a:ext cx="5052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개체를 식별하는 속성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24360" y="5236029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19610" y="5236029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고객번호(cust_id)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832021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832021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다중값 속성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5832021"/>
            <a:ext cx="2362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5832021"/>
            <a:ext cx="2171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이중 타원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43700" y="5832021"/>
            <a:ext cx="5242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38950" y="5832021"/>
            <a:ext cx="5052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여러 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024360" y="5832021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19610" y="5832021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고객의 배송지 목록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428014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6428014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유도 속성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43400" y="6428014"/>
            <a:ext cx="2362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8650" y="6428014"/>
            <a:ext cx="2171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점선 타원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43700" y="6428014"/>
            <a:ext cx="5242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38950" y="6428014"/>
            <a:ext cx="5052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속성에서 계산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024360" y="6428014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19610" y="6428014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총액(수량×단가로부터)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43000" y="7024007"/>
            <a:ext cx="31623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8250" y="7024007"/>
            <a:ext cx="2971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약한 개체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43400" y="7024007"/>
            <a:ext cx="2362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38650" y="7024007"/>
            <a:ext cx="2171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이중 사각형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43700" y="7024007"/>
            <a:ext cx="5242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38950" y="7024007"/>
            <a:ext cx="5052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스스로 식별 불가, 소유 개체에 의존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024360" y="7024007"/>
            <a:ext cx="5120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119610" y="7024007"/>
            <a:ext cx="4930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상세(주문에 의존)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개체는 사각형, 속성은 타원, 관계는 마름모 — 기호마다 변형이 있다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E-R 모델과 ERD 작성법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관계의 대응 수를 테이블로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1300"/>
            <a:ext cx="57226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 변환 방법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다온유통 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84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한쪽이 다른 한쪽 하나에만 대응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897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한쪽에 외래키 추가 (또는 테이블 통합)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 1:1 사원증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4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한쪽이 여러 개에 대응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N쪽 테이블에 1쪽의 기본키를 외래키로 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1:N 주문 → orders.cust_id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M:N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모두 여러 개에 대응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0372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897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별도의 관계 테이블(연결 테이블) 생성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M:N 상품 → order_items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1:N 은 N쪽에 외래키, M:N 은 별도의 연결 테이블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E-R 모델과 ERD 작성법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M:N 관계의 변환 — order_items의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552700"/>
            <a:ext cx="9939338" cy="355758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주문과 상품 사이의 M:N 관계가 두 개의 1:N 관계(orders 1:N order_items N:1 products)로 풀린다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E-R 모델과 ERD 작성법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참여 제약 — 전체 참여와 부분 참여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전체 참여 (이중선)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개체가 관계에 참여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「모든 주문에는 반드시 고객이 있어야 한다」 — 주문 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부분 참여 (단일선)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일부 개체만 관계에 참여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주문이 없는 고객(C010 서지안)이 있다 — 고객 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참여 제약은 ERD에서 선의 겹수로 표시한다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함수적 종속성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X → Y — X가 정해지면 Y가 하나로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함수적 종속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X의 값이 정해지면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Y의 값이 유일하게 결정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결정자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 — 값을 정하는 쪽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(Determinant)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종속자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Y — X에 의해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결정되는 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함수적 종속은 이상 현상의 원인을 찾는 진단 도구다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함수적 종속성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종속의 세 가지 유형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종속 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주문서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완전 함수 종속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 전체에 종속되고 일부에는 종속되지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(주문번호, 상품번호) → 수량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부분 함수 종속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기본키의 일부에만 종속됨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(주문번호, 상품번호) → 주문일 (주문번호만으로 결정)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이행적 함수 종속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 → Y, Y → Z 이면 X → 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주문번호 → 고객번호 → 고객명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부분 종속은 2NF 에서, 이행적 종속은 3NF 에서 제거한다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함수적 종속성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 종속 다이어그램 — 주문서 한 장짜리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주문서 (주문번호, 상품번호, 주문일, 고객번호, 고객명, 등급, 상품명, 수량, 단가)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주문번호          → 주문일, 고객번호            ← 부분 종속 (기본키 일부)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상품번호          → 상품명                      ← 부분 종속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고객번호          → 고객명, 등급                ← 이행적 종속의 원인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(주문번호,상품번호) → 수량, 단가                ← 완전 종속 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기본키 = (주문번호, 상품번호) — 키 전체에 종속되는 것은 수량 · 단가뿐이다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이상 현상 (Anomaly)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주문서 한 장으로 회사를 운영하면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이상 현상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7226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주문서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삽입 이상(Insertion)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원하지 않는 데이터까지 함께 입력해야 하는 문제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주문이 없는 신규 고객(서지안)은 주문번호가 없어 등록할 수 없음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삭제 이상(Deletion)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데이터를 지우면 필요한 다른 정보까지 사라지는 문제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고객의 유일한 주문 행을 지우면 고객 정보(이름·등급)까지 사라짐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 이상(Update)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중복된 데이터 중 일부만 수정되어 불일치가 생기는 문제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등급을 GOLD로 올릴 때 그 고객의 주문 행 일부만 수정되어 등급이 갈라짐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정규화의 목적이 바로 이 이상 현상의 제거다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 (Normalization)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정규형의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제거되는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1NF (제1정규형)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속성값이 원자값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 그룹, 다중값 속성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2NF (제2정규형)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1NF + 기본키에 완전 함수 종속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부분 함수 종속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3NF (제3정규형)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2NF + 이행적 함수 종속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이행적 함수 종속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BCNF (참고)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3NF + 모든 결정자가 후보키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후보키가 아닌 결정자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암기법: 「원자값 → 부분 → 이행 → 결정자」 · 실무 설계는 대부분 3NF까지 하면 충분하다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비정규형 — 한 칸에 여러 값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주문서 (주문번호, 주문일, 고객번호, 고객명, 등급, [상품번호, 상품명, 단가, 수량] ...)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1001 | 2026-01-10 | C001 | 한가람 | VIP | P001,P003 | 무선 전기포트,유기농 원두 500g | 42000,18500 | 1,2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→ 상품 칸에 여러 값이 들어 있어 원자값이 아니다 (수량 합계조차 SQL로 못 구한다)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창업 초기의 다온유통이 엑셀 주문서 한 장으로 모든 것을 관리했다고 가정한다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1NF — 원자값으로 분해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9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552700"/>
            <a:ext cx="10582275" cy="31623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칸에 한 값 — 대신 기본키가 (주문번호, 상품번호) 둘이 되었다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2NF — 부분 함수 종속 제거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주문   (주문번호, 주문일, 고객번호, 고객명, 등급)   ← 주문번호 → 주문일, 고객…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상품   (상품번호, 상품명, 단가)                      ← 상품번호 → 상품명, 단가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주문상세 (주문번호, 상품번호, 수량, 단가)            ← (주문번호,상품번호) → 수량 ✓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▸ 남은 문제: 주문 테이블에서 주문번호 → 고객번호 → 고객명, 등급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(이행적 함수 종속 — 고객 정보가 아직 주문마다 반복된다)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키의 일부에만 종속되던 속성을 그 결정자를 기본키로 하는 테이블로 떼어 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3NF — 이행적 함수 종속 제거 = 다온유통 스키마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고객   (고객번호, 고객명, 등급, ...)          = customers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주문   (주문번호, 주문일, 고객번호)            = orders      FK: 고객번호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상품   (상품번호, 상품명, 단가, ...)          = products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주문상세 (주문번호, 상품번호, 수량, 단가)      = order_items  FK: 주문번호, 상품번호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▸ 이제 고객 등급을 바꿀 때 customers 한 행만 수정하면 된다 (갱신 이상 해소)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▸ 주문이 없는 고객도 customers에 등록할 수 있다 (삽입 이상 해소)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지금까지 실습해 온 customers / orders / order_items / products 구조는 정규화의 결과물이다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정규화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order_items.unit_price — 중복일까?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products.price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상품의 정가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정가는 바뀔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order_items.unit_price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시점 단가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과거 주문의 결제 단가는 그대로여야 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중복처럼 보이지만 별개의 사실 — 정규화 위반이 아니라 의도된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반정규화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반정규화 — 의도적으로 중복을 허용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중복을 줄인다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대신 테이블이 많아져 조인 비용이 늘어난다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반정규화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 성능이 중요할 때 의도적으로 중복 허용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예: 고객 테이블에 누적 구매액 컬럼을 미리 계산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정합성 유지 책임이 응용 프로그램으로 넘어오므로 신중해야 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이번 주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총괄보고서 주제 선정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주제 고르기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관심 있는 경영 데이터 하나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카페 운영 · 쇼핑몰 · 동아리 회계 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 → 구축 → 분석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ERD·정규화 → DDL·시드 데이터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SELECT·집계·조인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20점 · 15주차 제출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상세 요구사항 · 평가 기준은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총괄보고서 메뉴 참고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이번 주에 배운 설계 절차를 자신의 주제에 그대로 적용한다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802130"/>
          </a:xfrm>
          <a:prstGeom prst="roundRect">
            <a:avLst>
              <a:gd name="adj" fmla="val 3171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1230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복합 기본키(order_id, prod_id)를 갖는 order_items에 상품명 컬럼을 추가하면 기본키의 일부인 prod_id만으로 상품명이 결정된다. 이때 위반하는 정규형과 종속 유형은?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1NF — 원자값 위반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509778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44068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55498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509778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2NF — 부분 함수 종속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3NF — 이행 함수 종속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526530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869430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983730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526530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BCNF — 후보키가 아닌 결정자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2NF — 부분 함수 종속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2NF는 기본키 전체에 완전히 종속되어야 한다는 조건입니다. 키의 일부(prod_id)에만 종속되는 부분 함수 종속이 있으면 2NF 위반이며, 상품명은 products 테이블로 분리해야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요구분석 → 개념적(ERD) → 논리적(정규화) → 물리적 → 구현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1:N 은 N쪽에 외래키, M:N 은 별도의 연결 테이블(order_items)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현상은 삽입 · 삭제 · 갱신 — 함수적 종속을 따라 분해해 제거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1NF=원자값, 2NF=부분 종속 제거, 3NF=이행 종속 제거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반정규화는 조회 성능을 위해 의도적으로 중복을 허용하는 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실습해 온 다온유통 스키마가 바로 3NF 분해의 결과물이다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12주차 · 웹과 DB 연동 1 (조회)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웹과 DB 구조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웹과 데이터베이스가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만나는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환경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Node.js · Express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조회 페이지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 목록을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표로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파라미터 바인딩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? 하나로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회사를 지킨다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11주차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주문서 한 장을 다온유통 스키마로 분해한 과정을 직접 따라가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 절차와 ERD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1:N · M:N 관계의 테이블 변환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함수적 종속과 이상 현상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1NF → 2NF → 3NF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11주차 실습 문제 · 총괄보고서 주제 선정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