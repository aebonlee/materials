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파티셔닝과 셔플링 최적화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및 산출물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나눠서 하되, 나누는 비용을 안다 — 5주차 마무리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5주차 닷새의 배운 것과 남은 결과물을 한 표로 되짚는다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체크리스트와 튜닝 표로 어디부터 볼지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여섯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산출물(mart.py + 마트 조회 결과) 마감 10-30(금) 23:59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끝은 stop 까지 — down -v 는 MinIO 볼륨까지 지워 이번 주 테이블이 사라집니다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5주차에 지나온 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 처리 · 지연 평가 · Spark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UI 를 읽는 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마스터-워커 클러스터와 잡 제출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· Iceberg 연결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lake.db.orders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DataFrame API 와 SparkSQL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product_sales · daily_revenue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3436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3436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파티셔닝 · 셔플 최적화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mart.py · daily_sales_mart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주를 관통한 생각 — 「나눠서 하되, 나누는 비용을 안다」 병렬은 공짜가 아니고 셔플이 그 값이다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튜닝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먼저 볼 곳 → 흔한 처방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먼저 볼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흔한 처방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전체가 느리다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 별 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긴 Stage 의 Exchange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태스크만 오래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 시간 Max/Median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433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433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스큐 — 키 분포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 부족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3870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3870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 으로 조각을 작게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작은 파일이 많다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직전 파티션 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53402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53402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coalesce 로 정리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조인이 느리다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계획의 조인 방식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2293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2293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쪽 브로드캐스트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빈 태스크가 많다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shuffle.partitions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9246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9246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크기에 맞게 줄이기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측정 없이 정하지 않는다 — 처음엔 기본값으로 돌리고 UI 를 본다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15개 중 핵심 여덟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79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291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파티션이 태스크 병렬성의 단위임을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3623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28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40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3623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좁은·넓은 변환을 구분하고 셔플이 생기는 지점을 짚는다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576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37814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9052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38576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repartition(셔플 있음)과 coalesce(셔플 없음) 차이를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3529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276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400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3529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 전후 Stage 와 Shuffle Read/Write 를 UI 에서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8482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4772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4895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8482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계획에서 Exchange 를 찾아 셔플 여부를 판정했다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3435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5267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5391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53435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스큐를 만들어 한 태스크만 오래 걸리는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8388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5762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5886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58388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mart.py 를 spark-submit 으로 실행해 마트 테이블을 만들었다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334125"/>
            <a:ext cx="16002000" cy="381000"/>
          </a:xfrm>
          <a:prstGeom prst="roundRect">
            <a:avLst>
              <a:gd name="adj" fmla="val 125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6257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6381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6334125"/>
            <a:ext cx="14573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인자·로그·종료 코드를 넣어 실무형으로 다듬었다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나머지 일곱 개(분포 재기·멱등·제출 정리 등)는 사이트 본문에서 확인해 보세요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잡이 돌지 않을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Initial job has not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accepted any resources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열어 둔 PySpark 셸이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워커 코어 4개를 잡음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 에서 셸 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셸이면 exit()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localhost:4040 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열리지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셸·잡이 떠 있을 때만 열림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override 없으면 컨테이너 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s0 3단계 override 파일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up -d → 셸 띄운 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중 익스큐터가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OutOfMemoryError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파티션이 너무 적거나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키에 몰림(스큐)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 으로 잘게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분포는 groupBy 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첫 줄은 15초마다 찍히는 WARN — 셋 다 오늘 실습에서 실제로 만난 증상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수와 coalesce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에 자잘한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이 여러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직전 파티션 수 =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출력 파일 수(test-narrow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전 coalesce(1)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repartition(n) 으로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coalesce(16) 인데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 그대로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coalesce 는 합치기만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늘릴 수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늘릴 땐 repartition(16)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셔플이니 필요한지 먼저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큰 결과에 coalesce(1)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잡이 죽는다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태스크가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전체를 떠안는다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repartition(n) 으로 적당히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파일당 100~200MB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AQE 를 끄면 셔플 파티션 200개만큼까지 파일이 생길 수 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shuffle.partitions 를 항상 줄이면 좋나요?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— 데이터가 크면 늘려야 한다. AQE 가 켜져 있으면 대개 알아서 조정하니 문제가 실제로 보일 때만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셔플을 아예 없앨 수는 없나요?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groupBy·join 이 있으면 원리상 필요 — 필터 먼저·열 줄이기·브로드캐스트로 줄이는 것이 현실적 목표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cache 와 repartition 중 뭘 먼저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번 쓸 데이터면 cache, 병렬이 모자라면 repartition — 둘 다 필요하면 repartition 후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실무에서 파티션 수를 어떻게 정하나요?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기본값으로 돌리고 UI 를 본다 — Task 가 수십 ms 면 줄이고, 메모리가 부족하면 늘린다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컨테이너 정돈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끝 — stop 하고 6주차 폴더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→ 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여섯 — compose · override · first_job · lake-pyspark · mart.py · mart.log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셸(&gt;&gt;&gt;)이 열려 있으면 exit() 로 먼저 나온 뒤 — 6주차 Kafka 는 메모리를 많이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넷이 Exited 로 남으면 끝 — 컨테이너·볼륨은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~/data-eng/week6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회차 작업 폴더를 미리 만들어 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docker compose 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(-v 금지)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6-1 · 실시간 데이터와 Kafka (10-30 금)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 데이터의 특징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 vs 스트리밍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이론·실습 2.5H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Kafka 핵심 구조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CLI 로 첫 송수신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점검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용어 복습 · 질의응답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Desktop 실행(메모리 8GB 이상 권장) · docker --version 확인 · 2주차 MySQL 컨테이너는 6-4 CDC 에서 다시 쓰니 지우지 말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6-1 실시간 데이터와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5주차까지는 「모아 두었다가 한꺼번에」, 6주차는 「생기는 대로 흘려보내며」 — 5주차 산출물은 10-30(금) 23:59 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vs 스트리밍 — 처리 단위·지연시간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브로커·토픽·파티션·오프셋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KRaft 단일 브로커 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로 토픽 만들고 메시지 송수신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8GB 이상 · Spark 는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