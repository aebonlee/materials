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4-4 · Trino 기반 S3 SQL 엔진 구축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아무것도 옮기지 않았는데 두 엔진이 같은 표를 봤다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확인한 것 네 가지를 한 문장씩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5개와 두 엔진의 count 6 으로 4-5 준비를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4-5 카탈로그 연결·레이크하우스 통합의 준비물을 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엔진의 count 가 같다는 것 하나가 오늘의 성공 기준입니다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확인한 것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가 쓴 테이블을 Trino 가 그대로 읽었다 — 복사도 이전도 없이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가 만든 daily_sales 를 Spark 도 읽었다 — 양방향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엔진이 같은 스냅샷 이력을 봤다 — 카탈로그가 하나이기 때문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이것이 「저장과 계산의 분리」가 실제로 주는 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정리·회고 0.5H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4-5 를 위한 상태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명령 네 개 — cd ~/lakehouse 에서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5개가 Up 인가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의 count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trino --execute "SELECT count(*) FROM iceberg.lakehouse.orders;"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의 count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spark-sql -e "SELECT count(*) FROM demo.lakehouse.orders;"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테이블 목록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 TABLES FROM iceberg.lakehouse → orders · daily_sales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 끝 기준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5개 Up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 6·6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정리·회고 0.5H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개를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저장과 계산의 분리가 가능하게 하는 것을 두 가지 이상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Spark·Trino 의 역할 차이와 커넥터·카탈로그의 차이를 설명할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iceberg.properties 의 각 설정 줄이 무엇을 뜻하는지 설명할 수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SHOW CATALOGS · SHOW SCHEMAS 로 카탈로그 연결을 확인했다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 의 count·sum 이 두 엔진에서 정확히 같음을 확인했다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CTAS 로 daily_sales 를 만들고 Spark 에서도 읽히는 것을 확인했다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"orders$snapshots" 조회와 FOR VERSION AS OF 에 성공했다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EXPLAIN·웹 UI 를 봤고, INSERT·DELETE 결과가 Spark 에도 보였다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52425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기동 직후 죽거나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 미로드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properties 키 오타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(connector.name 등)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24260" y="34480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19510" y="34480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logs trino 로 원인 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고치고 restart trino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8080 포트 충돌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개발 서버가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8080 사용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224260" y="41719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19510" y="41719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"8081:8080" 매핑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UI 는 localhost:8081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 접근 오류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Unable to execute…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endpoint 가 localhost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path-style 빠짐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224260" y="48958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19510" y="48958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http://minio:9000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path-style-access=true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엔진 행 수 다름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카탈로그·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warehouse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224260" y="56197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319510" y="56197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rest:8181 과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s3://warehouse/ 대조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8081 로 바꿔도 컨테이너 안 CLI(docker compose exec trino trino)는 내부 8080 이라 그대로 동작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로 다 하면 안 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대량 변환·MERGE 는 Spark — Trino 는 실패하면 처음부터 다시 하므로 몇 시간짜리엔 부적합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여러 소스를 조인한다는 뜻은?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mysql.properties 를 하나 더 두면 iceberg.lakehouse.orders 와 mysql.shop.customers 를 한 SQL 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웹 UI 는 실무에서도 쓰나요?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씁니다 — 느린 쿼리를 찾고 어느 단계가 오래 걸렸는지 보는 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 파일을 고치면 재시작?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네 — docker compose restart trino 로 다시 읽힙니다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4-5 · 데이터 카탈로그 연결 및 레이크하우스 통합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카탈로그의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Spark–Trino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상호운용 검증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레이크하우스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통합 산출물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 마무리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5개 컨테이너(minio·mc·rest·spark-iceberg·trino) 전부 Up · spark-sql 과 Trino CLI 에서 각각 1행씩 조회해 양쪽 연결 확인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4-4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4-4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4-5 레이크하우스 통합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카탈로그를 축으로 Spark·Trino 상호운용을 검증하고, 아키텍처 다이어그램과 Trino 쿼리 스크립트를 주차 산출물로 완성합니다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카탈로그가 단일 진실 원천인 이유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REST 카탈로그·Hive Metastore·AWS Glue 비교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카탈로그로 읽고 쓰는 것을 검증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아키텍처 다이어그램 한 장 + 쿼리 스크립트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5개 Up · 양쪽 1행 조회 확인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