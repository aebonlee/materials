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Spark DataFrame과 SparkSQL 데이터 가공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DataFrame과 SparkSQL 동작 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API 와 SQL 이 같은 곳으로 수렴하는 이유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DataFrame 문법을 Pandas 문법과 짝지어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와 SQL 이 같은 실행 계획으로 번역되는 흐름을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F.col 로 컬럼을 가리키고, 조인 키를 문자열로 주는 이유를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how 다섯 가지와 Broadcast·Sort Merge 두 방식을 구별한다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orders·products 두 표로 조인·집계까지 직접 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분산된 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와 PySpark — 이름이 거의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Pandas (3주차)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PySpark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고르기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df[['a','b']]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df.select("a", "b")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81450"/>
            <a:ext cx="31623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8145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필터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981450"/>
            <a:ext cx="604266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398145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df[df.a &gt; 10]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3981450"/>
            <a:ext cx="672084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3981450"/>
            <a:ext cx="6530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df.filter(F.col("a") &gt; 10)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514850"/>
            <a:ext cx="31623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51485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파생 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514850"/>
            <a:ext cx="604266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51485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df.assign(c=…)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514850"/>
            <a:ext cx="672084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514850"/>
            <a:ext cx="6530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df.withColumn("c", …)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48250"/>
            <a:ext cx="31623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4825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집계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48250"/>
            <a:ext cx="604266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04825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df.groupby('g').agg(…)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048250"/>
            <a:ext cx="672084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048250"/>
            <a:ext cx="6530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df.groupBy("g").agg(…)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81650"/>
            <a:ext cx="31623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8165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581650"/>
            <a:ext cx="604266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58165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a.merge(b, on='k')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5581650"/>
            <a:ext cx="672084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5581650"/>
            <a:ext cx="6530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a.join(b, on="k")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115050"/>
            <a:ext cx="31623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11505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115050"/>
            <a:ext cx="604266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11505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df.sort_values('a')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115050"/>
            <a:ext cx="672084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115050"/>
            <a:ext cx="6530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df.orderBy("a")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648450"/>
            <a:ext cx="31623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64845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6648450"/>
            <a:ext cx="604266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664845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df.head()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24160" y="6648450"/>
            <a:ext cx="672084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9410" y="6648450"/>
            <a:ext cx="6530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df.show()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엑셀 시트가 여러 컴퓨터에 조각조각 나뉘어 있다 — 표 전체를 다루듯 쓰고, 조각 처리는 Spark 가 맡는다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다른 점은 지연 평가(action 을 불러야 실행)와 F.col(…) 로 컬럼을 가리킨다는 것 정도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수렴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든 SQL 이든 — 같은 논리 계획으로 번역된다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API · 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입력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한국어·영어 주문서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논리 계획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계획으로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번역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Catalyst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옵티마이저가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최적화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물리 계획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Join · Exchange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HashAggregate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explain() 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사실상 같다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한국어로 말하든 영어로 말하든 같은 주문서가 주방에 전달된다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그래서 성능 차이가 아니라 표현의 취향·상황 문제 — 오늘 explain() 출력을 직접 대조합니다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수렴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와 SQL — 언제 무엇을 고를까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단계를 변수로 이어 붙이는 파이프라인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결과에 이름을 붙여 재사용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함수로 쪼개기 쉬워 단위 테스트에 유리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Pandas 감각이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분석가와 공유하는 집계 · 한눈에 읽히는 쿼리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문장으로 읽히는 집계 로직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실무에서는 한 스크립트에 섞어 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3-4 의 DuckDB↔Pandas 왕복과 같은 발상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컬럼 가리키기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컬럼을 가리키는 세 가지 방법 — F.col 이 기본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(1) F.col("amount") &gt; 100000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안전 — 권장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(2) df["amount"] &gt; 100000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DataFrame 소속임이 분명 — 조인 뒤 같은 이름이 양쪽에 있을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(3) "amount &gt; 100000"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문자열 — 짧고 읽기 좋다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기본값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F.col(…)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from pyspark.sql import functions as F — 파일 첫 줄에 한 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조인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how 다섯 가지 — 무엇이 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inner (기본)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다 있는 키만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한쪽에 없으면 행이 사라진다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전부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파이프라인의 기본 선택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right / full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/ 양쪽 전부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left_anti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오른쪽에 없는 왼쪽 행만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「매칭 안 된 것 찾기」에 유용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left_semi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오른쪽에 있는 왼쪽 행만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컬럼은 왼쪽 것만 남는다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오른쪽 키가 중복이면 행이 늘고 합계가 부풀려진다 — Spark 에는 validate 옵션이 없으니 조인 전후 count() 를 직접 비교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조인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조인에서 컬럼이 충돌할 때 — 두 가지 처방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문자열로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결과에 product_id 가 한 번만 남는다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on="product_id" — 같은 이름일 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a["pid"] == b["product_id"] — 다른 이름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다르면 두 컬럼이 다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별칭(alias)으로 출처를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이름이 양쪽에 있을 때 o. · p. 로 구분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ao, bo = a.alias("o"), b.alias("p")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F.col("o.pid") == F.col("p.product_id")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select("o.pid", "p.name") 로 출처 명시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조인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조인의 두 가지 방식 — explain() 에서 찾을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Broadcast Hash Join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한쪽이 작을 때(기본 10MB 이하)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작은 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노드에 복사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셔플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Exchange 가 없다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Sort Merge Join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다 클 때 — 성능 튜닝의 기본(5-5)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양쪽을 키로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재배치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37262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셔플 발생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407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9742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Exchange 가 함께</a:t>
            </a:r>
          </a:p>
        </p:txBody>
      </p:sp>
      <p:sp>
        <p:nvSpPr>
          <p:cNvPr id="32" name="Oval 3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의 DataFrame 문법은 Pandas 와 거의 같은 이름이다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와 SQL 은 같은 논리 계획으로 번역된다 — 취향·상황으로 고른다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컬럼은 F.col 로 가리키는 것이 가장 안전하다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키를 문자열로 주면 중복 컬럼이 안 생긴다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후에는 행 수를 직접 확인한다 — Spark 에는 validate 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DataFrame API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orders·products 두 표를 만들어 타입 변환 → 조인 → 파생 → 필터 → 집계 → 윈도까지 체인으로 잇고 explain() 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createDataFrame 으로 orders 5행 · products 3행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to_date 로 타입 바로잡기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join → withColumn → filter → groupBy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에서 BroadcastHashJoin 찾기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compose 기동 · PySpark 셸 옵션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