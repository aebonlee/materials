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Producer / Consumer 애플리케이션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 / Consumer 코드와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 이벤트 파이프라인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파이썬으로 양쪽을 만들고, 유실·중복·LAG을 직접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confluent-kafka 로 주문 이벤트 30건을 발행하고 delivery report 를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를 빼고 1000건을 보내 유실을 재현한다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poll 루프 Consumer 로 고객별 누적 금액을 집계한다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이어읽기·처음부터 읽기·수동 커밋·LAG 을 각각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의 docker compose 가 떠 있고 orders 토픽(파티션 3)이 있어야 시작할 수 있습니다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~/data-eng/week6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호스트에서 붙으므로 bootstrap.servers 는 localhost:9092 — 6-2 의 EXTERNAL 리스너가 여기서 쓰입니다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환경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활성화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confluent-kafka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Producer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30건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= 고객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일부러 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이어읽기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커밋·LAG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수동 커밋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 관찰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 준비 — 버전이 찍히면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7566" y="27813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966" y="27813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kafka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7566" y="34290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966" y="34290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7566" y="40767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9966" y="40767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7566" y="47244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9966" y="47244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confluent-kafka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7566" y="53721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966" y="53721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 -c "import confluent_kafka; print(confluent_kafka.version())"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주 Python 클라이언트는 confluent-kafka 로 통일 — Python 3.10+ 가상환경에서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producer.py 핵심 줄 — 주문 이벤트를 1초에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Producer({"bootstrap.servers": …})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 로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def on_delivery(err, msg)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0703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0703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건별 성공·실패 콜백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= {order_id, customer, amount}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6926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6926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주문 이벤트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p.produce("orders", key=customer, 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3149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3149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ID 를 키로 — 같은 파티션에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p.poll(0)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59372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59372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쌓인 콜백 처리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finally: p.flush()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65595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9290" y="65595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버퍼를 비우고 종료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python producer.py — 30건이 1초 간격으로 나간다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「전송 완료 topic=orders partition=N offset=M」 30줄 — 같은 customer 키는 항상 같은 partition 번호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를 빼고 1000건 — 이론의 경고를 직접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을 없애고 flush 도 뺀 producer_noflush.py 로 orders-test 토픽에 보냅니다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orders-test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producer_noflush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1000건 produce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sleep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기다린 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GetOffsetShell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flush 넣고 재실행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「보냈다고 생각한 건수」와 실제 쌓인 개수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프로그램이 먼저 끝나 버퍼에 남은 것이 사라진다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보냈다고 생각한 건수: 1000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GetOffsetShell 이 준 수가 더 적으면 유실 재현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환경에 따라 다 들어갈 수도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 있음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버퍼를 다 보낼 때까지 기다린 뒤 끝난다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1000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 이 나와도 「안전하다」는 뜻은 아니다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메시지가 크거나 네트워크가 느리면 쉽게 유실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consumer.py 핵심 줄 — poll 루프와 고객별 누적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"group.id": "order-agg"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Consumer 가 속한 그룹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"auto.offset.reset": "earliest"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044043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044043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그룹은 처음부터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c.subscribe(["orders"])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640036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640036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 구독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msg = c.poll(1.0)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236029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236029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1초 기다렸다 None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msg.error(): 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5832021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5832021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오류를 조용히 넘기지 않는다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json.loads(msg.value().decode("utf-8"))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6428014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9290" y="6428014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역직렬화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finally: c.close()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64040" y="7024007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9290" y="7024007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정상 탈퇴 + 오프셋 정리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터미널 1 python consumer.py · 터미널 2 python producer.py — 주문이 실시간으로 찍히고 누적 금액이 늘어나면 성공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이어읽기 · 처음부터 · 수동 커밋 · LAG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그룹으로 다시 켜면 — 이어읽기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오프셋이 커밋되어 있어 이미 집계한 메시지를 다시 읽지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group.id 를 order-agg-2 로 — 처음부터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earliest 가 새 그룹에만 적용된다는 이론을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enable.auto.commit False + c.commit(msg)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가 5의 배수면 예외 — 실패한 메시지는 커밋되지 않아 재시작 때 다시 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LAG 관찰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꺼 두면 쌓이고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켜면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kafka-consumer-groups.sh --describe --group order-agg · 수동 커밋 코드는 실패 메시지에서 계속 막힌다 — 실무는 재시도 뒤 DLQ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「전송 완료 … partition=N offset=M」 30줄, 같은 키는 같은 partition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없이 보낸 orders-test 는 1000 보다 적을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터미널에 고객별 누적 금액이 늘어난다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그룹은 새 메시지만, 다른 그룹은 전부 다시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커밋에서 실패한 메시지는 재시작 때 다시 읽힌다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끄면 LAG 이 쌓이고, 켜면 전 파티션 0 이 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consumer.py 둘 동시 실행 · acks all 추가 · 집계를 파일이나 SQLite 에 저장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리뷰 표로 빠뜨리기 쉬운 여섯 가지를 점검하고, 6-4 CDC 에 필요한 MySQL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 리뷰 — flush·poll·close·키·오류·멱등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를 위한 준비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producer.py · consumer.py · 집계 출력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