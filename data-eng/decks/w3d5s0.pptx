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Pandas·DuckDB 하이브리드 가공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마지막 날 — 원본·가상환경·duckdb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3-5 는 3-1 의 원본 orders.csv 를 다시 꺼낸다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 가 그대로인가 — 36244 bytes · wc -l 1016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week3 가상환경 — 3.0.6 25.0.1 1.5.6 …/week3/.venv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파일을 미리 안다 — 단계마다 작은 파일 하나씩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내일 4-1 은 도커로 돌아간다 — 순서만 미리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설치할 것은 없다 — 결측 30 · 공백 20 · 중복 15 를 정리하는 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지우는 것 없이 확인만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재설정(4단계)은 처음부터 다시 하고 싶을 때만 — 산출물 제출 전에는 하지 않는다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원본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 · wc -l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1016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venv·판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3.0.6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1.5.6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 일곱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· md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것만 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4-1 미리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도커 순서만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치지 않는다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원본과 가상환경 — 명령 셋이면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78581" y="27813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30981" y="27813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78581" y="34290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30981" y="34290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 make_orders.py orders.csv · wc -l orders.csv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켜기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8581" y="40767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30981" y="40767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.venv/bin/activate — Windows(WSL2)·macOS·리눅스 같다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8581" y="47244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30981" y="47244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python3 -c "import sys, pandas, pyarrow, duckdb; print(…)"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355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없으면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78581" y="5372100"/>
            <a:ext cx="150664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0981" y="5372100"/>
            <a:ext cx="147616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make_orders.py(시드 고정) · pip install duckdb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36244 bytes · 1016 줄(머리글 1 + 1015행) · 3.0.6 25.0.1 1.5.6 …/week3/.venv 가 한 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— 누가 만들고 누가 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baseline.py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1단계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clean_orders.py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044043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044043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2단계 → 6단계 최종본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import · 제출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orders_clean.parquet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640036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640036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2·6단계 · 1H 5단계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리포트 · 교차 검증 · 제출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check_rerun.py 외 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236029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236029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3·4·5단계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quality_report.py·csv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5832021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5832021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1단계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2단계 · 제출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improve·crosscheck.py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03720" y="6428014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98970" y="6428014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2·3단계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572262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55321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quality_report.md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7024007"/>
            <a:ext cx="54025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7024007"/>
            <a:ext cx="52120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4단계 (편집기)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clean_orders.py 는 6단계에서 최종본으로 통째로 바꾼다 · 3·4단계는 이 파일을 import 하니 같은 폴더에서 실행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3-1~3-4 파일은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오늘 만든 파일 (두 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baseline.py … crosscheck.py · t1·t2.parquet — 노트 4단계 명령 그대로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-rf __pycache__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할 때 파이썬이 만든 캐시 폴더라 지워도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3-1~3-4 의 파일만 남으면 끝 — 직접 쓴 quality_report.md 는 지우지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제출 전에는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재설정하지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내일 4-1 미리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2주 만에 도커로 — 순서만 보고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켜기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version --format '{{.Server.Version}}' 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이미지 두 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pgsty/minio (216MB) · docker pull pgsty/mc (76.5MB)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~/lakehouse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폴더가 바뀐다 — 4-1 실습 1단계에서 만든다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3주차 마감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10-16(금)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23:59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내일 실습점검에서 켜기 · 9000·9001 포트 · 이미지 받기를 차례로 — 오늘 밤 이미지만 미리 받아 두면 좋다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6가지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33909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33909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힌트 -&gt; pd.DataFrame · int() 로 보통 정수로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고르기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43815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43815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 로 True/False 뒤집기 · dict.values() 로 값만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멈추기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53721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53721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any(v &gt; 0 for v in …) · raise SystemExit(1) → $? 가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2-5 · 3-1~3-4 표에 나온 것(def · if __name__ · from … import 등)은 뺐다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하이브리드 파이프라인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실습 1.5H 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줄이는 DuckDB · 다듬는 Pandas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품질 점검 항목 다섯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결측 처리 — 정답보다 근거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측정 → 수정 → 측정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orders.csv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