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Producer / Consumer 애플리케이션 · 실습 2.5H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 / Consumer 코드와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 이벤트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파이썬으로 양쪽을 만들고, 유실·중복·LAG을 직접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confluent-kafka 로 주문 이벤트 30건을 발행하고 delivery report 를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 를 빼고 1000건을 보내 유실을 재현한다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poll 루프 Consumer 로 고객별 누적 금액을 집계한다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이어읽기·처음부터 읽기·수동 커밋·LAG 을 각각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실습점검에서 compose 를 켜고 orders 토픽(파티션 3)을 비워 둔 뒤 시작합니다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~/data-eng/week6 한 폴더에서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호스트에서 붙으므로 bootstrap.servers 는 localhost:9092 — 6-2 의 EXTERNAL 리스너가 여기서 쓰입니다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환경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.venv 활성화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confluent-kafka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Producer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30건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= 고객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일부러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flush 없이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 집계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이어읽기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커밋·LAG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수동 커밋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LAG 관찰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준비 — 버전이 찍히면 준비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45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45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7566" y="2781300"/>
            <a:ext cx="146174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966" y="2781300"/>
            <a:ext cx="143126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45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45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7566" y="3429000"/>
            <a:ext cx="146174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966" y="3429000"/>
            <a:ext cx="143126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45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45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7566" y="4076700"/>
            <a:ext cx="146174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966" y="4076700"/>
            <a:ext cx="143126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45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45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7566" y="4724400"/>
            <a:ext cx="146174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966" y="4724400"/>
            <a:ext cx="143126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confluent-kafka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45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45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7566" y="5372100"/>
            <a:ext cx="146174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9966" y="5372100"/>
            <a:ext cx="143126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-c "import confluent_kafka; print(confluent_kafka.version())"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주 Python 클라이언트는 confluent-kafka 로 통일 — 버전은 2.16.1 처럼 찍힌다(실측)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producer.py 핵심 줄 — 주문 이벤트를 1초에 하나씩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Producer({"bootstrap.servers": …})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34480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9290" y="34480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localhost:9092 로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def on_delivery(err, msg)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0703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40703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건별 성공·실패 콜백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= {order_id, customer, amount}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6926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9290" y="46926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주문 이벤트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p.produce("orders", key=customer, …)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3149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9290" y="53149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ID 를 키로 — 같은 고객은 같은 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p.poll(0)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59372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59372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쌓인 콜백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82829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80924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finally: p.flush()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6559550"/>
            <a:ext cx="76809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9290" y="6559550"/>
            <a:ext cx="74904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버퍼를 비우고 종료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python producer.py — 30건이 1초 간격으로 나간다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「전송 완료 topic=orders partition=N offset=M」 30줄 — 출력에 고객이 없으니 칸은 4단계 consumer 의 [p칸:오프셋] 으로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키라도 CLI 와 파이썬은 칸이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CLI (자바 클라이언트)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클라이언트 안에서는 같은 키 = 언제나 같은 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user1 → 0번 (6-2 실측)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자바의 기본 해시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둘을 섞어 보내면 같은 키가 두 칸으로 갈라진다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파이썬 (librdkafka)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해시가 자바와 다르다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user1 → 1번 · user2 · user3 → 2번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0번은 빈 칸 (실측)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"partitioner": "murmur2_random" 이면 같아짐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 를 빼고 1000건 — 이론의 경고를 직접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을 없애고 flush 도 뺀 producer_noflush.py 로 orders-test 토픽에 보냅니다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orders-test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producer_noflush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1000건 produce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flush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sleep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잠시 기다린 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오프셋 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get-offsets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쌓인 개수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flush 넣고 재실행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끝에 p.flush()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1000 건 보냈다고 찍었는데 — 실제로 쌓인 것은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flush()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다 있다가 통째로 사라진다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orders-test:0:0 — 한 건도 없다 (실측, 세 번 모두)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%4|…|TERMINATE| … 1000 messages … use flush()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오류가 아니라 경고 — 정상 종료로 보인다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flush()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버퍼를 다 보낼 때까지 기다린 뒤 끝난다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'p.flush()' &gt;&gt; producer_noflush.py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orders-test:0:1000 — 경고 없이 정확히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끝나는 곳마다 — try/finally 안에서 flush()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consumer.py 핵심 줄 — poll 루프와 고객별 누적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"group.id": "order-agg"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3448050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9290" y="3448050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Consumer 가 속한 그룹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"auto.offset.reset": "earliest"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044043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4044043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그룹은 처음부터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c.subscribe(["orders"])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640036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9290" y="4640036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구독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msg = c.poll(1.0)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236029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9290" y="5236029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1초 기다렸다 None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msg.error():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5832021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5832021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오류를 조용히 넘기지 않는다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json.loads(msg.value().decode("utf-8"))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6428014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9290" y="6428014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역직렬화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82829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80924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finally: c.close()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4040" y="7024007"/>
            <a:ext cx="76809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9290" y="7024007"/>
            <a:ext cx="74904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정상 탈퇴 + 오프셋 정리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터미널 2 가 새 창이면 cd ~/data-eng/week6 &amp;&amp; source .venv/bin/activate 부터 · JSONDecodeError 로 멈추면 실습점검 3단계로 orders 비우기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이어읽기 · 처음부터 · 수동 커밋 · LAG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그룹으로 다시 켜면 — 이어읽기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오프셋이 커밋되어 있어 이미 집계한 메시지를 다시 읽지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group.id 를 order-agg-2 로 — 처음부터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earliest 가 새 그룹에만 적용된다는 이론을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enable.auto.commit False + c.commit(msg)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5의 배수 금액이면 예외 — 커밋하지 않고 break, 다시 켜면 그 메시지부터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LAG 관찰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꺼 두면 쌓이고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켜면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--describe --group order-agg · 꺼 둔 동안 실측 LAG 1번 4 · 2번 26 → 켜면 0 · 0번 줄이 없는 것은 메시지가 없는 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왜 break 로 멈추나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커밋은 「이 파티션의 여기까지」라는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 판 — 건너뜀(continue)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파티션 뒤 메시지를 commit(msg) 하면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「여기까지」가 실패한 메시지 뒤로 넘어간다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켜도 실패한 것을 읽지 않는다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— 30 건 중 7 건 실패, 다시 켜니 0 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판 — 멈춤(break)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실패하면 커밋하지 않고 끝낸다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실패: 13 에서 멈춘다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켜도 13 에서 또 멈춘다 (실측)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유실 없음 · 같은 것을 또 읽음 — 실무는 재시도 뒤 DLQ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2.5시간이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65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65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「전송 완료 …」 30줄 — 칸은 1번 · 2번뿐, user1 은 1번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337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3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6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337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 없이 보낸 orders-test 는 0 건, flush 를 넣으면 1000 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9100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957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3195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9100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터미널에 고객별 누적 금액이 늘어난다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4822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8529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768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4822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그룹은 새 메시지만, 다른 그룹은 전부 다시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054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5102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6340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5054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커밋은 실패에서 멈추고, 다시 켜도 같은 메시지에서 멈춘다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1626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1674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2912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1626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를 끄면 LAG 이 쌓이고, 켜면 전 파티션 0 이 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과제: consumer.py 둘 동시 실행 · acks all 추가 · 집계를 파일이나 SQLite 에 저장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실습 2.5H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실습 2.5H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리뷰 표로 빠뜨리기 쉬운 여섯 가지를 점검하고, 6-4 CDC 에 필요한 MySQL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 리뷰 — flush·poll·close·키·오류·멱등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를 위한 준비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producer.py · consumer.py · 집계 출력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