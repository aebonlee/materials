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0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CF5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FEDE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4일차 8교시 · 실행계획과 최종 보고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현업 적용계획 · 사후평가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내 업무로 옮기고, 4일의 변화를 확인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생산안전본부 및 품질환경단 직무훈련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2026. 10. 12.~15.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50분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909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5337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6576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3909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현업 적용계획 1장 — 데이터 · AI 몫 · 사람 몫 · 보안 · 30일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3815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3815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사후평가를 보고 사전평가와 비교한다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721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5149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6388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3721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DATA → KPI → 원인 → 개선 → 보고 흐름을 한 표로 정리한다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다음 주 월요일에 할 일 한 줄이 이 시간의 결과물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8교시 · 평가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4일 정리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DATA → KPI → 원인 → 개선 → 보고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252222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25222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단계</a:t>
            </a:r>
          </a:p>
        </p:txBody>
      </p:sp>
      <p:sp>
        <p:nvSpPr>
          <p:cNvPr id="10" name="Rectangle 9"/>
          <p:cNvSpPr/>
          <p:nvPr/>
        </p:nvSpPr>
        <p:spPr>
          <a:xfrm>
            <a:off x="3703320" y="2781300"/>
            <a:ext cx="63627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03320" y="2781300"/>
            <a:ext cx="63627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핵심 질문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104120" y="2781300"/>
            <a:ext cx="704088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104120" y="2781300"/>
            <a:ext cx="70408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산출물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252222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23317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DATA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703320" y="34480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98570" y="34480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데이터는 믿을 만한가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104120" y="3448050"/>
            <a:ext cx="70408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199370" y="3448050"/>
            <a:ext cx="68503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문제정의서 · 정제 생산일지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252222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23317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KPI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703320" y="41719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798570" y="41719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어느 공정이 가장 나쁜가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104120" y="4171950"/>
            <a:ext cx="70408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199370" y="4171950"/>
            <a:ext cx="68503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KPI 표 · 중점공정 선정서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252222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23317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원인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703320" y="48958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798570" y="48958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왜 · 사실인가 추정인가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104120" y="4895850"/>
            <a:ext cx="70408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199370" y="4895850"/>
            <a:ext cx="68503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MECE 표 · 가설 검증 계획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252222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23317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개선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703320" y="56197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798570" y="56197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무엇부터 고칠 것인가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104120" y="5619750"/>
            <a:ext cx="70408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199370" y="5619750"/>
            <a:ext cx="68503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대안 평가표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343650"/>
            <a:ext cx="252222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343650"/>
            <a:ext cx="23317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보고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703320" y="63436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798570" y="63436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누가 언제 무엇으로 확인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104120" y="6343650"/>
            <a:ext cx="70408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199370" y="6343650"/>
            <a:ext cx="68503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실행계획 · 한 장 보고서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8교시 · 평가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4일 정리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의 몫과 사람의 몫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의 몫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빠르게 넓게 — 초안과 후보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정제 규칙 · 계산식 제안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원인 후보 펼치기 · 로그 요약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보고서 초안 · 예상 질문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사람의 몫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정확하게 좁게 — 검증과 판단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Excel 로 다시 계산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교란 걸러 내기 · 사실/추정 판정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숫자 · 과장 · 보안 검증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8교시 · 평가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핵심 개념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현업 적용계획 1장 — 여섯 칸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508254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50825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칸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2781300"/>
            <a:ext cx="108813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2781300"/>
            <a:ext cx="108813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예(가상)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48050"/>
            <a:ext cx="508254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3448050"/>
            <a:ext cx="4892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내 업무 문제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3448050"/>
            <a:ext cx="108813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58890" y="3448050"/>
            <a:ext cx="106908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정비 뒤 재가동 초기 불량이 몰림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143375"/>
            <a:ext cx="508254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4143375"/>
            <a:ext cx="4892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내 업무 데이터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4143375"/>
            <a:ext cx="108813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8890" y="4143375"/>
            <a:ext cx="106908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정비 이력 · 일별 불량 집계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838700"/>
            <a:ext cx="508254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838700"/>
            <a:ext cx="4892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로 할 일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4838700"/>
            <a:ext cx="108813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8890" y="4838700"/>
            <a:ext cx="106908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정비일 전후 비교 피벗 설계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534025"/>
            <a:ext cx="508254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5534025"/>
            <a:ext cx="4892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사람이 할 일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63640" y="5534025"/>
            <a:ext cx="108813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58890" y="5534025"/>
            <a:ext cx="106908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원본으로 재계산 · 현장 확인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229350"/>
            <a:ext cx="508254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50" y="6229350"/>
            <a:ext cx="4892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보안 확인 사항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63640" y="6229350"/>
            <a:ext cx="108813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58890" y="6229350"/>
            <a:ext cx="106908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설비 번호 가상화 · 보안정책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6924675"/>
            <a:ext cx="508254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6924675"/>
            <a:ext cx="4892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첫 30일 계획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63640" y="6924675"/>
            <a:ext cx="108813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58890" y="6924675"/>
            <a:ext cx="106908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1주 위치 → 2주 비교 → 4주 공유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8교시 · 평가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다섯 단계 — 쓰고, 나누고, 확인하고, 챙긴다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실제 데이터는 이 시간에 AI 에 올리지 않습니다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1. 데이터 찾기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이미 쌓인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기록 세 가지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2. AI 와 계획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일반화한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설명만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3. 팀 공유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2분씩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질문 하나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4. 사후평가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사전과 같은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문항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5. 계속 학습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사이트 메뉴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30일 복습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8교시 · 평가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 · 2단계 — 자주 틀리는 지점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내 업무 데이터는 회사 자산이다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보안정책 먼저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외부 생성형 AI 사용이 허용되는지 회사 보안정책을 확인한다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형태만 설명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실제 값 대신 열 구성과 형태만 적어 분석 방법을 묻는다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가상화한 표본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회사명 · 설비 번호 · 공정 조건은 가상 값으로 바꾼다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73417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447800" y="6981825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47800" y="713422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24100" y="694372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계산은 사내에서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24100" y="734377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실제 계산은 사내 Excel 에서 하고 결과를 검증한다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3144500" y="2933700"/>
            <a:ext cx="4000500" cy="4895850"/>
          </a:xfrm>
          <a:prstGeom prst="roundRect">
            <a:avLst>
              <a:gd name="adj" fmla="val 1190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487400" y="4562475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올리지 않는 것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487400" y="4962525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도면 · 공정 조건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개인정보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8교시 · 평가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사후평가 — 사이트 /assessment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사전평가 때와 같은 PC·같은 브라우저에서 응시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정답을 찾아보지 말고 지금 아는 만큼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결과 화면에서 사전 · 사후 점수와 영역별 변화 확인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가장 오른 영역 · 아직 약한 영역을 하나씩 메모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같은 문항이라 점수 차이가 곧 4일의 변화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8교시 · 평가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5단계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과정이 끝나도 다시 찾아올 곳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8100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810000"/>
            <a:ext cx="371475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000500" y="4019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4133850"/>
            <a:ext cx="3067050" cy="2495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프롬프트 예시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/prompts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고쳐 쓰기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38750" y="38100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38750" y="3810000"/>
            <a:ext cx="371475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96250" y="4019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62600" y="4133850"/>
            <a:ext cx="3067050" cy="2495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프롬프트 평가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/prompt-eval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빠진 요소 점검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34500" y="38100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334500" y="3810000"/>
            <a:ext cx="371475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192000" y="4019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58350" y="4133850"/>
            <a:ext cx="3067050" cy="2495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학습 노트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/learning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32차시 다시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3430250" y="38100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3430250" y="3810000"/>
            <a:ext cx="371475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6287750" y="4019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54100" y="4133850"/>
            <a:ext cx="3067050" cy="2495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실습 자료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/materials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파일 7종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8교시 · 평가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과정을 마치기 전에 확인할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861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6290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7528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4861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적용계획 여섯 칸 · 1주 차 할 일이 바로 할 크기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4767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6196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7434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4767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적용계획에 보안 확인 사항이 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4673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6102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7340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4673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사후평가 제출 · 사전 · 사후 비교 확인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4579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6008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7246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64579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4일 흐름을 내 말로 설명할 수 있다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8교시 · 평가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과정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4일 과정을 마칩니다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가 낸 숫자는 Excel 로 한 번 더 — 이 습관을 현업에서도 이어 가세요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실제 데이터 전에 보안정책부터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사실과 추정을 나눠 보고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첫 30일은 작게 시작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막히면 사이트 메뉴로 다시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가져갈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현업 적용계획 1장과 사후평가 비교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