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배포와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Supabase 사용법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정적 페이지에 로그인과 데이터 저장을 붙이기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Supabase가 무엇을 대신해 주는지 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표를 만들고 웹페이지에서 읽고 쓸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anon 키가 왜 공개돼도 되는지, 그 전제가 무엇인지 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24634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4634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Supabase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4596" y="2781300"/>
            <a:ext cx="143883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4596" y="2781300"/>
            <a:ext cx="143883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18684" y="2781300"/>
            <a:ext cx="6454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8684" y="2781300"/>
            <a:ext cx="6454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RLS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9428" y="2781300"/>
            <a:ext cx="98702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9428" y="2781300"/>
            <a:ext cx="98702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anon 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1706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1706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대신해 주나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지금까지 만든 페이지는 새로고침하면 다 사라집니다.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대신해 주나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저장할 곳이 없기 때문입니다.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원래는 서버를 만들고 데이터베이스를 깔아야 하는데, Supabase 는 그것을 대신해 줍니다.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대신해 주나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32608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32608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원래 필요한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7182" y="2781300"/>
            <a:ext cx="1163781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7182" y="2781300"/>
            <a:ext cx="1163781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Supabase가 주는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32608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1355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데이터베이스 서버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7182" y="3448050"/>
            <a:ext cx="116378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2432" y="3448050"/>
            <a:ext cx="114473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Database — 표에 데이터를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32608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1355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로그인 처리 서버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7182" y="4171950"/>
            <a:ext cx="116378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2432" y="4171950"/>
            <a:ext cx="114473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Auth — 구글·카카오 로그인을 붙임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32608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1355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파일 저장 서버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07182" y="4895850"/>
            <a:ext cx="116378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02432" y="4895850"/>
            <a:ext cx="114473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Storage — 이미지·파일 업로드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32608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1355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API 서버 코드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07182" y="5619750"/>
            <a:ext cx="116378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2432" y="5619750"/>
            <a:ext cx="114473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표를 만들면 읽고 쓰는 주소가 자동으로 생김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대신해 주나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사이트도 Supabase를 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여러분의 진도·출결·시험 기록이 거기에 저장됩니다.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로그인 버튼을 누를 때 일어나는 일이 바로 이 장의 내용입니다.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프로젝트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프로젝트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supabase.com 에서 가입합니다. GitHub 계정으로 가입하면 간단합니다(6장).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New project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를 누릅니다.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이름을 정하고, 데이터베이스 비밀번호를 만듭니다. ⚠ 이건 어디에도 적어 두지 말고 비밀번호 관리자에 저장하세요.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지역(Region)은 Northeast Asia (Seoul) 처럼 가까운 곳을 고릅니다. 멀면 느려집니다.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만들어지는 데 1~2분 걸립니다.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프로젝트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무료로 쓸 수 있는 범위와 조건은 자주 바뀌므로 여기 적지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공식 요금 페이지에서 지금 조건을 확인하세요.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수업 과제 규모에서는 대개 무료로 충분합니다.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두 개의 키 — 이 장에서 가장 중요합니다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프로젝트를 만들면 Settings → API 에 값 세 개가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두 개의 키 — 이 장에서 가장 중요합니다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21474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2147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02574" y="2781300"/>
            <a:ext cx="520845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02574" y="2781300"/>
            <a:ext cx="520845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49131" y="2781300"/>
            <a:ext cx="6295869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49131" y="2781300"/>
            <a:ext cx="629586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코드에 넣어도 되나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21474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309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Project 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2574" y="3448050"/>
            <a:ext cx="52084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7824" y="3448050"/>
            <a:ext cx="50179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프로젝트 주소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49131" y="3448050"/>
            <a:ext cx="629586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44381" y="3448050"/>
            <a:ext cx="61053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넣어도 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21474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309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anon (public) 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2574" y="4171950"/>
            <a:ext cx="52084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7824" y="4171950"/>
            <a:ext cx="50179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"익명 방문자" 자격으로 접근하는 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49131" y="4171950"/>
            <a:ext cx="629586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44381" y="4171950"/>
            <a:ext cx="61053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넣어도 됩니다 — 단, 아래 전제가 있습니다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21474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309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service_role key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2574" y="4895850"/>
            <a:ext cx="52084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7824" y="4895850"/>
            <a:ext cx="50179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잠금을 무시하는 관리자 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49131" y="4895850"/>
            <a:ext cx="629586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44381" y="4895850"/>
            <a:ext cx="610536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절대 안 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중 두 키의 차이를 반드시 알아야 합니다.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service_role 키는 브라우저 코드에 절대 넣지 않습니다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이름 그대로 모든 보안 규칙을 통과합니다. 남의 데이터도 전부 읽고 지울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5장에서 배운 대로, 브라우저로 내려간 코드는 누구나 볼 수 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키가 필요한 작업은 서버에서만 합니다. 우리 과제 범위에서는 쓸 일이 없습니다.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화면에서 복사할 때 두 키가 나란히 있으니 헷갈리지 않도록 조심하세요.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anon 키는 왜 공개돼도 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5장에서는 "키를 코드에 넣지 마라"고 했는데 여기서는 넣으라고 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모순이 아닙니다.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anon 키는 "누구세요"를 말할 뿐, "무엇을 할 수 있는지"는 정하지 않기 때문입니다.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anon 키는 왜 공개돼도 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51625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51625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API 키 (5장)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44050" y="2781300"/>
            <a:ext cx="76009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4050" y="2781300"/>
            <a:ext cx="76009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Supabase anon 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가진 사람은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51625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49720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나로서 돈을 쓸 수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44050" y="3448050"/>
            <a:ext cx="76009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39300" y="3448050"/>
            <a:ext cx="74104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익명 방문자로 문을 두드릴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할 수 있는 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51625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49720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한도까지 전부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44050" y="4171950"/>
            <a:ext cx="76009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9300" y="4171950"/>
            <a:ext cx="74104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허용한 것만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누가 정하나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51625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49720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 (키가 곧 권한)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44050" y="4895850"/>
            <a:ext cx="76009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9300" y="4895850"/>
            <a:ext cx="74104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RLS로 정한다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공개되면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51625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49720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요금 폭탄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44050" y="5619750"/>
            <a:ext cx="76009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9300" y="5619750"/>
            <a:ext cx="74104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설계대로면 괜찮다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단, 전제가 있습니다 — RLS를 켰을 때만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RLS(Row Level Security)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는 "어떤 행을 누가 볼 수 있는가"를 정하는 잠금입니다.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RLS를 끄면 anon 키만으로 그 표의 모든 데이터를 읽고 지울 수 있습니다.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키가 코드에 있으니 누구나요.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표를 만들면 Supabase가 "RLS가 꺼져 있다"고 경고를 띄웁니다. 그 경고를 무시하지 마세요.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가장 흔한 사고: 실습하느라 RLS를 껐다가 켜는 걸 잊고 배포하는 것.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표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 메뉴의 SQL Editor 에서 아래를 붙여넣고 실행(Run)합니다.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방명록 표 만들기 — 이름·메시지·작성시각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표 만들기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table if not exists guestbook (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id         bigint generated always as identity primary key,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nickname   text not null,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message    text not null,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created_at timestamptz not null default now()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⚠ 잠금 켜기 — 이 줄을 빠뜨리면 누구나 전부 지울 수 있습니다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guestbook enable row level security;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화면에서 클릭으로 만들 수도 있지만, SQL로 해 두면 나중에 그대로 다시 쓸 수 있습니다.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방명록 표 만들기 — 이름·메시지·작성시각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규칙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누구나 읽을 수 있다 (방명록이니까)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policy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"누구나 읽기"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on guestbook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for select to anon using (true);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규칙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누구나 새 글을 쓸 수 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policy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"누구나 쓰기"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on guestbook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for insert to anon with check (true);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규칙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수정·삭제 규칙은 만들지 않는다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        → 정책이 없으면 막힙니다. 남의 글을 지울 수 없게 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RLS의 기본은 "전부 막힘"입니다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RLS를 켜면 정책을 만든 동작만 열립니다. 안 만든 것은 자동으로 막힙니다.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위 예제에서 update·delete 정책을 안 만든 것은 일부러입니다. 방명록 글을 남이 고칠 수 없어야 하니까요.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"기록을 남기는 표에는 수정·삭제를 열지 않는다" — 실무에서도 쓰는 원칙입니다.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반대로 using (true) 는 "누구든 통과"라는 뜻입니다. 개인정보가 든 표에는 절대 쓰지 마세요.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④ 웹페이지에서 읽고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guestbook.html — 한 파일로 되는 방명록 (1/4)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&lt;!DOCTYPE html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&lt;html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lang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"ko"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charset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&lt;title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방명록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&lt;/title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방명록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&lt;form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"form"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"nickname"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placeholder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"이름"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required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"message"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placeholder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"한마디"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required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"submit"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남기기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&lt;/form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"list"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guestbook.html — 한 파일로 되는 방명록 (2/4)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"module"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import { createClient } from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'https://cdn.jsdelivr.net/npm/@supabase/supabase-js/+esm'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// Settings → API 에서 복사합니다 (anon 키만! service_role 아님)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const db = createClient(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'https://&lt;내프로젝트&gt;.supabase.co'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'&lt;여기에_anon_키&gt;'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const list = document.getElementById(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'list'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// 읽기 — 최신 글부터 20개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async function load() {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const { data, error } = await db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.from(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'guestbook'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guestbook.html — 한 파일로 되는 방명록 (3/4)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37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38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39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40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46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47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48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49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50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.select(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'*'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.order(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'created_at'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{ ascending: false })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.limit(20);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if (error) { console.error(error); return; }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list.innerHTML = 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for (const row of data) {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const li = document.createElement(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li.textContent = row.nickname + 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': 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row.message;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list.appendChild(li);   // ⚠ innerHTML 이 아니라 textContent 를 씁니다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}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}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// 쓰기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document.getElementById(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'form'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).addEventListener(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'submit'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async (e) =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guestbook.html — 한 파일로 되는 방명록 (4/4)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e.preventDefault();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const nickname = document.getElementById(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'nickname'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).value;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const message  = document.getElementById(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'message'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).value;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const { error } = await db.from(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'guestbook'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).insert({ nickname, message });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if (error) { alert(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'저장 실패: 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error.message); return; }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e.target.reset();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load();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});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load();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&lt;/html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남이 쓴 글을 화면에 넣을 때는 textContent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innerHTML 로 넣으면 방문자가 적은 HTML이 그대로 실행됩니다. 남의 스크립트가 내 페이지에서 도는 것입니다.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textContent 는 글자로만 넣기 때문에 안전합니다.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이것을 XSS 라고 부릅니다. 13주차(이벤트 처리)에서 다시 나옵니다.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AI가 innerHTML 을 쓴 코드를 줄 때가 많습니다. 받은 코드에서 이걸 찾아 고치는 것이 좋은 연습입니다.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⑤ 로그인 붙이기 (선택)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Authentication → Providers 에서 구글·카카오 등을 켜면 로그인을 붙일 수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로그인·로그아웃·현재 사용자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구글로 로그인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db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auth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signInWithOAuth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provider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'google'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options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{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redirectTo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window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location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origin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지금 로그인한 사람은 누구인가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{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 } =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db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auth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getUser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?.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email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로그아웃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await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db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auth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signOut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각 서비스에서 발급받은 값을 넣어야 하므로 준비할 것이 조금 있습니다.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Redirect URL을 등록하지 않으면 조용히 실패합니다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Authentication → URL Configuration → Redirect URLs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 내 페이지 주소를 등록해야 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등록하지 않으면 로그인은 되는데 엉뚱한 곳으로 튕깁니다. 오류 메시지가 안 뜨니 원인을 찾기 어렵습니다.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Pages 주소(https://내이름.github.io/...)를 그대로 넣으세요.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주소가 바뀌면 다시 등록해야 합니다.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데이터가 안전한지 스스로 확인하기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만들고 나서 꼭 직접 확인하세요.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데이터가 안전한지 스스로 확인하기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"설정했으니 됐겠지"가 가장 위험합니다.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Table Editor에서 각 표에 RLS 표시가 켜져 있는지 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로그아웃한 상태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로(또는 시크릿 창에서) 내 페이지를 열어 봅니다. 보이면 안 되는 것이 보이나요?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개인정보가 든 표에 using (true) 정책이 있지는 않은지 봅니다.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service_role 키가 코드 어디에도 없는지 검색해 봅니다.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데이터가 안전한지 스스로 확인하기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4번은 실제로 이렇게 확인합니다 — VS Code에서 프로젝트 폴더 전체를 service_role 로 검색해 결과가 0건이어야 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눈으로 훑지 말고 검색하세요.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장으로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장으로 정리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Supabase는 서버 없이 저장·로그인·파일을 붙여 준다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anon 키는 공개돼도 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 RLS가 켜져 있을 때만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service_role 키는 브라우저에 절대 넣지 않는다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RLS는 기본이 전부 막힘 — 정책을 만든 동작만 열린다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장으로 정리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기록성 표에는 수정·삭제 정책을 만들지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남이 쓴 글은 textContent 로 넣는다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로그인은 Redirect URL 등록을 잊지 않는다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· 스스로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이만큼 되면 이 장은 끝입니다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Supabase 프로젝트를 만들었다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anon 키와 service_role 키의 차이를 설명할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RLS를 켜고 정책을 만들어 표를 하나 완성했다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웹페이지에서 데이터를 읽고 쓰는 것을 확인했다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service_role 키가 내 코드에 없는지 검색으로 확인했다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로그아웃 상태에서 무엇이 보이는지 직접 확인했다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7장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7장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7장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Supabase 사용법 — 예상 45분 · 읽음 표시는 학습사이트에서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학습사이트의 「이 장을 다 읽었습니다」 단추로 읽음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회차마다 바뀌는 값(가격·한도·버전)은 공식 페이지에서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30분 넘게 혼자 막혀 있지 않기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