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2-3 · MongoDB 구축 및 비정형 로그 적재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083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비정형 로그 데이터 적재와</a:t>
            </a:r>
          </a:p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집계 조회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19810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1,000건을 넣고 집계하고 인덱스 전후를 재 본다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.venv 가상환경에 pymongo 를 설치하고 접속한다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load_logs.py 로 접속 로그 1,000건을 insert_many 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$match·$group·$sort 로 레벨별·경로별·분 단위 집계를 만든다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인덱스 생성 전후의 totalDocsExamined 를 직접 재서 비교한다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 보지 않으면 효과를 알 수 없습니다 — 인덱스는 만들기 전에 먼저 재고, 만든 뒤 다시 잽니다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단계와 미니 과제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적재는 파이썬, 집계와 인덱스는 mongosh 에서 — 확인 포인트마다 숫자를 맞춰 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환경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.venv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pymongo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적재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load_logs.py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1,000건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집계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레벨별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경로별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시계열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$dateToString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 단위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인덱스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explain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전후 비교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파이썬 환경 — 가상환경부터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mkdir -p ~/data-eng/week2 · cd ~/data-eng/week2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1주차에 만든 폴더 구조를 이어 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python3 -m venv .venv · source .venv/bin/activate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프로젝트마다 라이브러리를 따로 두는 장치 — 프롬프트 앞에 (.venv) 가 붙는다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pip install pymongo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버전 4.18.2 · sys.prefix 가 …/week2/.venv 로 끝나면 준비 완료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나가기 · 다시 들어오기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deactivate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source …activate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우분투·WSL2 는 python3-venv 먼저 · type python3 가 alias 면 unalias 뒤 hash -r — (.venv) 가 붙어도 sys.prefix 가 다르면 가상환경을 건너뛴 것(실측)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load_logs.py 가 하는 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MongoClient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localhost:27017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logdb · access_logs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자기 문서 지우기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source: load_logs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delete_many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1,000건 생성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random.seed(42)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ts 3초 간격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insert_many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번에 적재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inserted_ids 개수 출력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시드 42 — 누가 돌려도 같은 1,000건 · ERROR 에만 error{code, message} 중첩 · INFO 가 자주 나오게 가중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deleted: 0 / inserted: 1000 · countDocuments() 1003 — 다시 들어갈 땐 mongosh logdb 로(그냥 mongosh 면 test DB 라 0)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실습 1.5H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겪어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번 돌려도 1003 — 먼저 지우고 다시 넣는다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지우는 줄이 없으면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번째에 1,000건이 또 들어가 2003건(실측)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자동 _id 는 매번 새 값 — 중복 검사가 없다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 없이 집계 숫자만 조용히 두 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스크립트는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source 표시로 자기 문서만 지우고 다시 넣는다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번째: deleted: 1000 / inserted: 1000 → 1003</a:t>
            </a:r>
          </a:p>
        </p:txBody>
      </p:sp>
      <p:sp>
        <p:nvSpPr>
          <p:cNvPr id="20" name="Oval 19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몇 번 돌려도 같은 결과 — 멱등(idempotent)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실습 1.5H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3·4단계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집계 다섯 가지 — 파이프라인과 확인 포인트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76428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76428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파이프라인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레벨별 건수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$group _id: '$level' → $sort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INFO 587 · WARN 214 · ERROR 202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ERROR 경로 순위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$match ERROR → $group '$path' → $sort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/api/pay 47 이 1위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값으로 묶기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_id: { level: '$level', path: '$path' } → $limit 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(INFO, /login) 125가 1위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경로별 평균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$avg: '$status' · $sum: 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/api/pay 267.1 이 최고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분 단위 시계열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3436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3436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$dateToString '%Y-%m-%d %H:%M' · $cond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344400" y="63436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9650" y="63436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09:00 은 cnt 20 · errors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건수가 같으면 순서가 바뀔 수 있어 $sort 에 _id: 1 을 보조 기준으로(2-2 동점과 같은 이유) · $cond 는 CASE WHEN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실습 1.5H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인덱스 — 재 보고 판단한다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만들기 전 — explain('executionStats')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totalDocsExamined 1003 — 전체 문서를 훑는다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createIndex({ level: 1, ts: -1 })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getIndexes() 로 생겼는지 확인 · 1=오름차순, -1=내림차순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만든 뒤 — 다시 측정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ERROR 건수 202만 훑으면 성공 — 줄지 않았다면 인덱스를 안 탄 것, 필드 이름을 다시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복합 인덱스 규칙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왼쪽부터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이어 쓴 만큼만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{ level: 1, ts: -1 } 은 level 로 거르고 ts 로 정렬하는 쿼리엔 맞지만 ts 만으로 거르는 쿼리엔 쓰이지 않는다 — MySQL 인덱스도 같은 규칙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미니 과제 — 세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사용자별 상위 5명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$group _id: '$user'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$sort → $limit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에러 코드별 건수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_id: '$error.code'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중첩 필드는 문자열로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$match 를 뒤로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$group 뒤로 옮기면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결과가 빈다 — 왜?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상위 5명 29·29·29·29·28 · 에러 코드 E80 8건이 1위 · 셋째는 빈 결과 — $group 뒤엔 level 이 없다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실습 1.5H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여기까지 됐으면 성공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17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432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67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17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(.venv) · pymongo 4.18.2 · sys.prefix 가 …/.venv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6236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733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857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66236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deleted: 0 / inserted: 1000 · 두 번 돌려도 1003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5293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45293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INFO 587 · WARN 214 · ERROR 202, ERROR 경로 1위 /api/pay 47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24351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3149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4387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24351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분 단위 10행 — 09:00 은 cnt 20 · errors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0340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0340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totalDocsExamined 1003 → 202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숫자가 안 맞으면 필드 이름부터 — 스키마가 없어 오타를 DB 가 잡아 주지 않습니다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실습 1.5H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2-3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mongosh 명령을 SQL 과 나란히 정리하고, 2-4 에 쓸 컨테이너를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mongosh ↔ SQL 대응표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2-4 ERD 설계 예고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가져올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중 막혔던 지점 메모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