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CDC(Debezium) 실시간 캡처 · 실습 2.5H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구축과 변경 이벤트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커넥터를 등록하고 네 가지 op 를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mysql·connect 를 더한 compose 로 다시 쓰고 binlog 설정을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REPLICATION 권한의 debezium 계정과 orders 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API 로 mysql-cdc 커넥터를 등록해 RUNNING 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 = r · c · u · d 네 가지를 파이썬으로 읽어 정리한다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decimal 설정 · 툼스톤 처리를 빼 보고 무엇이 깨지는지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compose 다시 쓰기부터 파이썬 정리까지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~/data-eng/week6 에서 시작 — kafka 는 그대로, compose 파일 전체를 다시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스택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다시 쓰기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binlog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계정·표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 계정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2행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커넥터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 /connectors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RUNNING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이벤트 관찰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 = r 스냅숏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 · u ·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파이썬 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cdc_reader.py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앱 수정 없음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다시 쓰기와 binlog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다시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493" y="27813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6893" y="27813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docker-compose.yml &lt;&lt; 'EOF' … EOF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493" y="34290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6893" y="34290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· mysql:8.0 · debezium/connect:2.7.3.Final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4493" y="40767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6893" y="40767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→ kafka Running · 둘 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binlog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493" y="47244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6893" y="47244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log_bin=ON · binlog_format=ROW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Connect 응답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493" y="53721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6893" y="53721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… :8083/ → {"version":"3.7.0", …}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223149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223149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플러그인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4493" y="6019800"/>
            <a:ext cx="1377050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6893" y="6019800"/>
            <a:ext cx="1346570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…/connector-plugins → MySqlConnector 포함 10줄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은 약 20초 준비(그 전엔 ERROR 2002) · Connect 는 15초쯤(그 사이 HTTP 404) — 잠시 뒤 다시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계정과 orders 표 — Debezium 은 읽기만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debezium 계정 — REPLICATION 권한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REPLICATION SLAVE·CLIENT 가 binlog 를 읽는 권한 — 쓰기 권한은 주지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표 — id · customer · amount ·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기본값 'CREATED' — user1 12000 · user2 35000 두 행 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orders; 로 2행이 조회되면 성공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3306 이 겹치면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register-mysql.json — 일곱 설정과 REST 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 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connector.class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…mysql.MySqlConnector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 MySQL 커넥터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database.hostname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44043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044043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044043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044043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이름으로 접속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database.user / password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40036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640036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 / dbz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640036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640036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2단계에서 만든 계정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topic.prefix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236029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236029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236029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236029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이름 맨 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database.include.list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832021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832021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5832021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5832021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캡처할 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decimal.handling.mode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428014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428014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384280" y="6428014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79530" y="6428014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금액을 "12000.00" 으로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schema.history…servers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7024007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7024007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kafka:29092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84280" y="7024007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79530" y="7024007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리스너(6-2)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POST 뒤 status 에서 connector · tasks[0] 모두 RUNNING — 토픽 셋: shop · shop.shop.orders · schema-changes.shop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빼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decimal.handling.mode 를 빼면 금액이 깨진다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"amount": "Ek+A" — 알아볼 수 없는 글자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정밀도를 지키려고 숫자를 바이트로 보낸다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에는 그 바이트가 base64 로 찍힌다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6-5 MinIO 파일에도 그대로 담긴다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"string" 으로 두면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"amount": "12000.00" — 사람이 읽는 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after 의 amount 를 바로 읽는다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7단계 13200.00 · 10890.00 도 이 형태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JSON 에는 넣어 둔 채로 등록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가지 op 를 터미널 두 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실행한 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18821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등록 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 있던 2행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('user3', 9900)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901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넣은 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status='PAID'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id=1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status=CREATED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status=PAID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 WHERE id=2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01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지워진 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 뒤 한 줄 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901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3436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9250" y="63436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툼스톤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44500" y="63436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239750" y="63436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null(값 없음)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터미널 1 에 consumer 를 켜 둔 채 터미널 2 에서 한 줄씩 — 스냅숏 줄은 3KB 쯤, 끝 쪽 payload 에서 op 를 찾는다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cdc_reader.py — 그리고 「앱을 고치지 않는다」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로 shop.shop.orders 구독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group.id cdc-reader · auto.offset.reset earliest — 스냅숏부터 다시 읽는다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에서 op·before·after 만 찍는다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 = {r: 스냅숏, c: INSERT, u: UPDATE, d: DELETE} · 값이 없으면 [툼스톤] 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7단계 — 평범한 SQL 여러 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켜면 INSERT 2 · UPDATE 4 — 앞에서 읽은 것은 안 나온다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cdc_reader.py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빼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툼스톤 처리 두 줄을 빼면 멈춘다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AttributeError: 'NoneType' … 'decode'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뒤 값이 없는 메시지가 온다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msg.value() 가 None 이라 decode 에서 멈춘다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 쪽은 빈 메시지도 견뎌야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처리하면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[툼스톤] id=2 — 값이 없는 메시지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msg.value() is None: 출력 뒤 continue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툼스톤 = 「이 키는 지워졌다」 표시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6-5 Sink 도 이 메시지를 따로 다룬다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2.5시간이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log_bin=ON · binlog_format=ROW · curl 8083 에 version 3.7.0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* FROM orders 에 2행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status 의 connector.state·tasks[0].state 가 RUNNING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셋 — shop · shop.shop.orders · schema-changes.shop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op=r → c · u(CREATED→PAID) · d(after=null) · 툼스톤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cdc_reader 에 네 종류 + 툼스톤 · 7단계는 INSERT 2 · UPDATE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실습 2.5H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실습 2.5H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REST API 를 한 장으로 정리하고, 6-5 적재를 위해 커넥터와 토픽이 살아 있는지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API 여덟 명령 요약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자가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6-5 준비: 커넥터·토픽 상태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이벤트의 before·after status 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