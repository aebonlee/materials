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3-4 · DuckDB를 이용한 데이터 분석 · 정리·회고 0.5H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정리·회고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분석 문법을 한 장으로, 3-5 재료 모으기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DuckDB 분석 문법 열한 가지를 표로 한눈에 본다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SQL 이 나았던 것·Pandas 가 나았던 것을 하나씩 적는다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겪는 오류 네 가지의 원인과 해결을 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3-5 하이브리드 가공에 필요한 orders.csv 를 확인한다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「결과가 미묘하게 다른」 지점을 적어 두는 것이 3-5 의 재료입니다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3-4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요약 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DuckDB 분석 문법 — 집계와 윈도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하려는 일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2781300"/>
            <a:ext cx="118414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2781300"/>
            <a:ext cx="118414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문법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412242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39319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조건부 집계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3448050"/>
            <a:ext cx="118414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8770" y="3448050"/>
            <a:ext cx="116509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count(*) FILTER (WHERE 조건)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43375"/>
            <a:ext cx="412242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43375"/>
            <a:ext cx="39319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날짜 자르기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0" y="4143375"/>
            <a:ext cx="118414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8770" y="4143375"/>
            <a:ext cx="116509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date_trunc('day'|'week'|'month', ts)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38700"/>
            <a:ext cx="412242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38700"/>
            <a:ext cx="39319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그룹별 순위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4838700"/>
            <a:ext cx="118414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8770" y="4838700"/>
            <a:ext cx="116509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rank() OVER (PARTITION BY … ORDER BY …)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534025"/>
            <a:ext cx="412242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534025"/>
            <a:ext cx="39319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순위 거르기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03520" y="5534025"/>
            <a:ext cx="118414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98770" y="5534025"/>
            <a:ext cx="116509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QUALIFY rnk &lt;= 3 (DuckDB 전용)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229350"/>
            <a:ext cx="412242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229350"/>
            <a:ext cx="39319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누적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03520" y="6229350"/>
            <a:ext cx="118414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8770" y="6229350"/>
            <a:ext cx="116509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sum(x) OVER (ORDER BY d)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924675"/>
            <a:ext cx="412242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6924675"/>
            <a:ext cx="39319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이동 평균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03520" y="6924675"/>
            <a:ext cx="1184148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98770" y="6924675"/>
            <a:ext cx="116509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avg(x) OVER (ORDER BY d ROWS BETWEEN 6 PRECEDING AND CURRENT ROW)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QUALIFY·GROUP BY ALL·EXCLUDE 는 DuckDB 전용 — 옮겨 다닐 질의라면 표준 문법으로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3-4 · 정리·회고 0.5H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요약 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DuckDB 분석 문법 — 구조와 왕복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하려는 일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2781300"/>
            <a:ext cx="118414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2781300"/>
            <a:ext cx="118414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문법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단계 나누기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34480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8770" y="34480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WITH a AS ( … ), b AS ( … 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알아서 묶기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0" y="41719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8770" y="41719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GROUP BY ALL (DuckDB 전용)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열 빼고 전부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48958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8770" y="48958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SELECT * EXCLUDE (열) (DuckDB 전용)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DataFrame 으로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03520" y="56197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98770" y="56197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.df() — 반드시 줄인 다음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3436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3436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DataFrame 질의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03520" y="63436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8770" y="63436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FROM 파이썬변수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.df() 는 반드시 줄인 다음 — 집계 전 원본에 부르면 100만 행이 통째로 올라온다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3-4 · 정리·회고 0.5H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3-5 재료 모으기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3-5 설계에 쓸 재료 — 각각 하나씩 적어 두세요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40005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SQL 이 나았던 것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예 — 100만 행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사용자별 집계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5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Pandas 가 나았던 것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예 — 분위수 경계로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등급 나누기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21920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둘 다 되는 것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무엇을 골랐고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왜 골랐나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0D2B5E"/>
          </a:solidFill>
          <a:ln w="9525">
            <a:solidFill>
              <a:srgbClr val="0D2B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미묘하게 다른 지점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예 — 이동 평균의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앞쪽 처리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3-5 에서는 「무엇을 SQL 로, 무엇을 Pandas 로」를 스스로 정해 파이프라인을 만듭니다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3-4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체크리스트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여덟 개를 스스로 확인해 보세요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8607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88131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0513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8607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2-2 의 CTE·Window 문법이 DuckDB 에서 그대로 통했다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52425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51948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64331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52425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Parquet·CSV 끼리 JOIN 하고 Pandas 결과와 교차 검증했다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6242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15766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28148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16242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CTE 로 단계를 나누고 중간 결과를 따로 확인했다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0060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479583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491966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480060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rank + QUALIFY 로 그룹별 상위 N 을 뽑고 CTE 로도 만들었다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43877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543401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555783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543877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rolling 과 윈도 프레임의 앞쪽 처리 차이를 확인했다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07695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607218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619601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607695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SQL → Pandas → SQL 왕복으로 세그먼트 분석을 만들었다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71512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90650" y="671036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90650" y="683418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90750" y="671512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줄이기 전·후 .df() 의 시간·메모리 차이를 실측했다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43000" y="735330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390650" y="734853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90650" y="747236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90750" y="735330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WHERE 윈도 함수 실패와 눈대중 경계의 전원 S 를 직접 봤다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3-4 · 정리·회고 0.5H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자주 겪는 오류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증상으로 찾는 원인과 해결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40258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증상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2781300"/>
            <a:ext cx="49225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781300"/>
            <a:ext cx="49225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544300" y="2781300"/>
            <a:ext cx="56007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544300" y="2781300"/>
            <a:ext cx="5600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Binder Error —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WHERE 에 윈도 함수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3448050"/>
            <a:ext cx="49225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8930" y="3448050"/>
            <a:ext cx="47320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WHERE 는 윈도 함수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계산 전에 행을 거른다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544300" y="3448050"/>
            <a:ext cx="5600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639550" y="3448050"/>
            <a:ext cx="5410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QUALIFY 로 거르거나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CTE 로 감싸고 WHERE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rank 결과가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실행마다 다르게 보임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4171950"/>
            <a:ext cx="49225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8930" y="4171950"/>
            <a:ext cx="47320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동률 안의 출력 순서는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보장되지 않는다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544300" y="4171950"/>
            <a:ext cx="5600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639550" y="4171950"/>
            <a:ext cx="5410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정렬 키에 고유 열 추가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rank 와 row_number 비교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.df() 메모리 부족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또는 매우 느림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4895850"/>
            <a:ext cx="49225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8930" y="4895850"/>
            <a:ext cx="47320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집계 전 원본을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통째로 변환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544300" y="4895850"/>
            <a:ext cx="5600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639550" y="4895850"/>
            <a:ext cx="5410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집계·필터·LIMIT 로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줄인 뒤 .df()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QUALIFY 가 다른 DB 에서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문법 오류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0" y="5619750"/>
            <a:ext cx="49225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8930" y="5619750"/>
            <a:ext cx="47320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표준 SQL 이 아닌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DuckDB 계열 확장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544300" y="5619750"/>
            <a:ext cx="5600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639550" y="5619750"/>
            <a:ext cx="5410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옮길 질의는 CTE 로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감싸고 WHERE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첫 줄은 1.5H 5단계에서 일부러 낸 오류 · 변환은 항상 「작아진 다음」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3-4 · 정리·회고 0.5H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예상 질문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나오는 질문 네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SQL 과 Pandas 중 하나만 잘하면?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실무는 둘 다 — 대용량 도구 대부분이 SQL 인터페이스(5주차 SparkSQL·4주차 Trino)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FILTER (WHERE …) 가 안 되는 DB 도?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MySQL 에는 없다 — SUM(CASE WHEN 조건 THEN 1 ELSE 0 END) 으로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왕복할 때마다 복사되나요?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.df() 는 복사된다 — 그래서 줄인 다음에. FROM 변수는 대개 복사 없이 참조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질의가 느린데 어디를 봐야?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EXPLAIN 을 앞에 붙이면 실행 계획 — 대개 읽는 행이 많거나 조인 순서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3-4 · 정리·회고 0.5H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다음 차시(3-5) 준비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원본 orders.csv 가 그대로인지 확인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cd ~/data-eng/week3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3-1 의 orders.csv — 결측·공백·중복을 일부러 심어 둔 원본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ls -l make_orders.py orders.csv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orders.csv 가 36244 bytes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wc -l orders.csv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1016 줄(머리글 1 + 1015행)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없으면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python3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make_orders.py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시드 고정이라 다시 만들어도 같은 원본이 나온다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3-4 · 정리·회고 0.5H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다음 회차 예고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3-5 · Pandas와 DuckDB를 이용한 하이브리드 가공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40005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이론 1H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하이브리드 설계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역할 분담·품질 항목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실습 1.5H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정제 파이프라인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함수 단위 구현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0D2B5E"/>
          </a:solidFill>
          <a:ln w="9525">
            <a:solidFill>
              <a:srgbClr val="0D2B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21920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 1H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품질 리포트 작성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주차 산출물 제출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정리 0.5H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주차 회고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산출물 점검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준비: 3-1 의 orders.csv(36244 bytes · 1016 줄) — 없으면 make_orders.py 재실행(시드 고정)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3-4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3-4 · 정리·회고 0.5H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 회차는 3-5 하이브리드 가공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DuckDB 로 추출하고 Pandas 로 정제하는 파이프라인을 만들어 품질 리포트와 정제 Parquet 을 제출합니다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Pandas·DuckDB 역할 분담 설계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결측·중복·타입 오염 품질 지표 정의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재실행 가능한 정제 함수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품질 리포트 + 정제 Parquet 제출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3-1 의 orders.csv · venv 활성화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