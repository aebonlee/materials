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Trino 기반 S3 SQL 엔진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SQL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배운 SQL 이 도구를 바꿔도 그대로 통하는지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고객별·채널별 집계와 윈도 함수를 Trino 에서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CTAS 로 daily_sales 를 만들고 Spark 에서도 읽히는지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"orders$snapshots" 와 FOR VERSION AS OF 로 타임 트래블한다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EXPLAIN·웹 UI 로 실행 계획을 보고, INSERT·DELETE 를 해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쓰기는 되지만 대량 변환은 여전히 Spark — 역할을 기억하며 실습합니다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읽고, 만들고, 되돌아가고, 써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CLI(docker compose exec -it trino trino)에 접속한 상태에서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윈도 함수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CTAS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daily_sales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로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타임 트래블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$snapshots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 OF 조회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실행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UI 8080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쓰기·과제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INSERT·DELETE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채널별 비중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쿼리 — 2-2·3-4 의 SQL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고객별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AS orders, sum(amount) AS total — GROUP BY customer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채널별 · 날짜별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order_date, channel — cnt·revenue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 합계(윈도 함수)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(ORDER BY order_date, order_id) AS running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쿼리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모두 동작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FROM iceberg.lakehouse.orders — 도구를 또 바꿔도 SQL 은 그대로 통한다. SQL 을 익혀 두는 것의 가치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CTAS 로 만든 표를 Spark 가 읽는가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… AS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iceberg.lakehouse.daily_sales — order_date 별 order_cnt·revenue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에서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iceberg.lakehouse.daily_sales ORDER BY order_date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에서 같은 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-e "SELECT * FROM demo.lakehouse.daily_sales …"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 파일이 생겼나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--recursive local/warehouse | grep daily_sales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성공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양쪽 같은 집계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+ 파일 생성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타임 트래블 — Spark 와 Trino 문법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이력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t.snapshots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"t$snapshots"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t.files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"t$files"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버전 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VERSION AS OF 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VERSION AS OF id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시각 조회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TIMESTAMP AS OF '…'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TIMESTAMP AS OF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TIMESTAMP '…'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이름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demo.lakehouse.orders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iceberg.lakehouse.orders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SELECT committed_at, snapshot_id, operation FROM iceberg.lakehouse."orders$snapshots" — 4-2·4-3 의 snapshot_id 와 같은 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$ 는 식별자에 못 들어가므로 메타테이블 이름에 큰따옴표가 필요하다 — 빼면 문법 오류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 과 웹 UI 로 실행 계획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 SELECT customer, sum(amount) …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ScanProject · Aggregate · Output 같은 단계가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http://localhost:8080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방금 실행한 쿼리를 클릭하면 각 단계가 몇 행을 처리했는지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느린 쿼리를 만나면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단계가 오래 걸렸는지 여기서 찾는다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5주차 Spark UI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비슷한 화면을 제공한다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큰따옴표 없이 orders$snapshots 를 불러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에서 $ 가 식별자에 못 들어간다는 것을 오류 메시지로 확인합니다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따옴표 없이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…lakehouse.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orders$snapshots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오류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 오류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 위치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큰따옴표로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"orders$snapshots"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이력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committed_at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snapshot_id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과거로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 OF 조회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snapshot_id 복사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로 쓰기, 그리고 미니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78790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7879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INSERT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1790" y="2781300"/>
            <a:ext cx="1482321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74190" y="2781300"/>
            <a:ext cx="1451841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(99, 'trino_user', 45000, DATE '2026-08-04', 'web') → 7행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78790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7879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1790" y="3429000"/>
            <a:ext cx="1482321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74190" y="3429000"/>
            <a:ext cx="1451841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order_id = 99 → 6행 · Spark 에서도 같은 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78790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7879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과제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1790" y="4076700"/>
            <a:ext cx="1482321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4190" y="4076700"/>
            <a:ext cx="1451841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채널별 매출 비중(%) — 2-2 의 Window 패턴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78790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7879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과제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1790" y="4724400"/>
            <a:ext cx="1482321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74190" y="4724400"/>
            <a:ext cx="1451841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daily_sales 를 Trino 에서 갱신 → Spark 에서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78790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7879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과제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1790" y="5372100"/>
            <a:ext cx="1482321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74190" y="5372100"/>
            <a:ext cx="1451841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"orders$files" 로 데이터 파일 수와 각 행 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round(sum(amount) * 100.0 / sum(sum(amount)) OVER (), 1) AS pct — 비중의 합이 100 에 가까우면 성공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세 쿼리가 모두 동작한다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daily_sales 가 Spark 에서도 보이고 warehouse 에 파일이 생겼다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"orders$snapshots" 의 snapshot_id 가 4-2·4-3 과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후 7행, DELETE 후 6행 — Spark 에서도 같다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채널별 비중의 합이 100 에 가깝다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엔진의 문법 차이를 정리하고, 4-5 통합 검증을 위한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확인한 것 — 양방향으로 통한다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5개 Up · 두 엔진 count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4-5 카탈로그 연결·레이크하우스 통합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orders·daily_sales 두 표가 남은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