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6-1 · 실시간 데이터와 Kafka · 수업 전 10분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 · 환경재설정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지난 주 멈춤 · 9092 · 메모리 · 이미지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왜 점검하나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수업 전에 걸러 둘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지난 주 Spark · 레이크하우스 컨테이너가 떠 있으면 메모리를 나눠 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9092 를 다른 것이 잡고 있으면 오늘 브로커가 못 뜬다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apache/kafka:3.7.0 을 수업 중에 받으면 그만큼 기다린다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1~3단계는 확인 · 내려받기만 · 컨테이너는 실습 1단계에서 처음 만든다 · 재설정(5단계)은 처음부터 할 때만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단계 — 위에서부터 한 번씩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오늘은 컨테이너 하나 — 지난 주보다 가볍다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지난 주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ps 제목 줄만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-a 는 Exited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포트 · 메모리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9092 비었나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7.7GiB 안팎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이미지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 3.7.0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210MB 받기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오늘 만들 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순서만 확인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치지 않음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환경 재설정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rm -fv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처음부터 할 때만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수업 전 10분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지난 주 컨테이너가 멈춰 있는지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--format 'table …'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제목 줄(NAMES · STATUS · PORTS)만 — 떠 있는 것이 없다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-a … | grep -E 'NAMES|de-mysql|spark|minio|kafka'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5주차 넷 · 4주차 spark-iceberg · minio · de-mysql 이 Exited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떠 있는 것이 있으면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폴더에서 docker compose stop — week5 · ~/lakehouse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de-mysql 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6-4 CDC 에서 다시 쓴다 — 멈춤만, 지우지 않는다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지난 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멈춤만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지우지 않음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수업 전 10분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 · 포트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9092 를 쓰는 다른 프로그램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Windows (WSL2)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netstat -ano | findstr ":9092"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LISTENING 없으면 비어 있음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macOS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lsof -nP -iTCP:9092 -sTCP:LISTEN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아무것도 없으면 비어 있음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리눅스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sudo ss -ltnp | grep ':9092 '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docker-proxy 면 컨테이너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Windows 는 이 한 줄만 PowerShell 에서 · 나머지는 WSL 터미널에서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 · 메모리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8GB 로 잡았는데 7.749GiB 로 찍힌다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info | grep -i 'total memory'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가 쓸 수 있는 메모리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672167" cy="4857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67216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62817" y="4838700"/>
            <a:ext cx="6204883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15217" y="4838700"/>
            <a:ext cx="590008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Total Memory: 7.749GiB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0650" y="5400675"/>
            <a:ext cx="672167" cy="4857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0650" y="5400675"/>
            <a:ext cx="67216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62817" y="5400675"/>
            <a:ext cx="6204883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15217" y="5400675"/>
            <a:ext cx="590008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Desktop 8GB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90650" y="5962650"/>
            <a:ext cx="672167" cy="4857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90650" y="5962650"/>
            <a:ext cx="672167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62817" y="5962650"/>
            <a:ext cx="6204883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15217" y="5962650"/>
            <a:ext cx="5900083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7.7GiB 안팎 이상이면 된다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이번 주 늘어나는 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오늘은 컨테이너 하나라 넉넉하다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20300" y="4838700"/>
            <a:ext cx="1102132" cy="4857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20300" y="4838700"/>
            <a:ext cx="1102132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6-1 · 6-2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122432" y="4838700"/>
            <a:ext cx="5774918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74832" y="4838700"/>
            <a:ext cx="5470118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 하나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20300" y="5400675"/>
            <a:ext cx="1102132" cy="4857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20300" y="5400675"/>
            <a:ext cx="1102132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6-4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22432" y="5400675"/>
            <a:ext cx="5774918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274832" y="5400675"/>
            <a:ext cx="5470118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 MySQL · Debezium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20300" y="5962650"/>
            <a:ext cx="1102132" cy="4857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20300" y="5962650"/>
            <a:ext cx="1102132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6-5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122432" y="5962650"/>
            <a:ext cx="5774918" cy="4857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274832" y="5962650"/>
            <a:ext cx="5470118" cy="485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+ MinIO</a:t>
            </a:r>
          </a:p>
        </p:txBody>
      </p:sp>
      <p:sp>
        <p:nvSpPr>
          <p:cNvPr id="38" name="Oval 37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수업 전 10분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이미지를 미리 받아 두세요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pull apache/kafka:3.7.0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 받았으면 Image is up to date 로 끝난다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images apache/kafka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DISK USAGE 612MB · CONTENT SIZE 210MB — 받는 양은 210MB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6-4 를 위해 주말에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debezium/connect:2.7.3.Final — 2.2GB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받는 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210MB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· 순서만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만드는 것 — 아직 치지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0426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어디서 처음 만드나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남는가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~/data-eng/week6 폴더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901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실행 1단계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 — 이번 주 내내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kafka 컨테이너(9092)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901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실행 1단계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41719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41719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아니오 — 정리에서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rm -fv kafka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hello-stream 토픽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(파티션 3)과 메시지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901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실행 2~5단계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8958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8958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아니오 — 컨테이너와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함께 사라짐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컨테이너와 토픽은 「Kafka 핵심 구조와 첫 실행」 1 · 2단계에서 처음 만든다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수업 전 10분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환경 재설정 — docker rm -fv kafka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컨테이너가 있을 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 한 줄이 찍히고 지워진다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토픽 · 메시지도 함께 사라진다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 안 /tmp/kraft-combined-logs 에 있었다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-v 가 이름 없는 볼륨 3개까지 지운다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컨테이너가 없을 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 such container: kafka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지울 것이 없다는 뜻 — 괜찮다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ps -a --filter name=kafka 는 제목 줄만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-f 만 쓰면 빈 볼륨이 쌓인다(실측)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수업 전 10분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6-1 · 수업 전 10분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실시간 데이터의 특징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모아서 한꺼번에(배치)와 생기는 대로(스트리밍)는 무엇이 다른지부터 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배치 vs 스트리밍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이벤트 시간과 처리 시간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Kafka 가 하는 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막혔다면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 단계 아래 「막혔어요」 · 「질문」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