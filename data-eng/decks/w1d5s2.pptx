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Docker Compose 이해하고 사용하기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다중 컨테이너 구성 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 → 둘 → 셋, 통합 환경을 한 번에 기동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하나짜리 Compose 로 up·ps·logs·down 한 바퀴를 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안에서 서비스 이름은 되고 localhost 는 실패함을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db·admin·app 3개 서비스의 yml 을 쓰고 config 로 검사한다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--build 로 한 번에 기동하고 psql·pgAdmin 으로 연결을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실패시키는 단계가 하나 있습니다 — localhost 가 왜 안 되는지 이유가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작게 시작해 통합 환경까지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끝에 확인 포인트가 있습니다. 통과한 뒤에 다음으로 넘어가세요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최소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nginx 하나 · up → ps → curl → logs → 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둘로 늘리기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 에서 web 을 이름으로 호출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통합 yml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· admin · app · docker compose config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한 번에 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--build · ps -a · logs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연결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psql · getent hosts db · pgAdmin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핵심 명령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쓰는 docker compose 명령 일곱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0852" y="27813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252" y="27813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0852" y="34290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3252" y="34290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 (-a 는 종료된 것까지)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30852" y="40767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3252" y="40767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서비스명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안에서 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30852" y="47244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3252" y="47244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서비스명 명령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 검사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30852" y="53721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3252" y="53721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config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빌드 + 기동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30852" y="60198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83252" y="60198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 --build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6667500"/>
            <a:ext cx="138785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667500"/>
            <a:ext cx="13878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30852" y="6667500"/>
            <a:ext cx="1461414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83252" y="6667500"/>
            <a:ext cx="143093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docker-compose.yml 이 있는 폴더에서 친다 — 다른 곳이면 「no configuration file provided」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작은 Compose 파일부터 — 한 바퀴 돌아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compose-test 폴더에 yml 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services 아래 web: image nginx:1.27 · ports "8080:80"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 -d → ps → curl → logs web → down → ps -a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끝의 compose ps -a 가 제목 줄만이면 정리 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에 web 이 running · curl 에 Welcome to nginx! · down 뒤 compose ps -a 는 제목 줄만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어디서 치나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yml 있는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폴더에서만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mkdir -p ~/data-eng/week1/compose-test 에서 시작합니다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client 컨테이너에서 web 을 두 가지 주소로 불러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http://web:80 — 성공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이름으로 부른다 — 같은 네트워크, 이름이 곧 주소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client curl -s http://web:80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nginx HTML 이 돌아온다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 는 sleep infinity 로 띄워 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http://localhost:80 —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자리에서 localhost 로 부르면 자기 자신을 가리킨다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--max-time 3 http://localhost:80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실패해야 성공 — 정상입니다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이론의 규칙을 직접 확인한 것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통합 환경 docker-compose.yml — 서비스 셋과 볼륨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무엇으로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postgres:16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5432:5432 · pgdata 볼륨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dpage/pgadmin4:9.18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8081:80 · depends_on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build: ./app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depends_on db · 1-4 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volumes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pgdata: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볼륨 선언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 환경변수 engineer · engineer123 · pipeline / admin 로그인 admin@example.com · admin123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config 로 해석만 먼저 — ls app 에 Dockerfile 이 있어야 build 된다. pgdata 는 실제로 week1_pgdata(폴더 이름이 붙는다) — 3차시 pgdata 와 다른 볼륨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 ·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번에 기동하고 서비스 간 연결을 확인한다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3차시 pg 컨테이너가 5432 를 쓰고 있으면 먼저 정지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up -d --build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빌드와 기동을 한 번에 — ps -a 에 db·admin 은 running, app 은 exited (0) 이 정상(일회성 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db psql … SELECT current_database();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pipeline 이 나오면 DB 정상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admin sh -c "getent hosts db"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IP 주소와 db 가 함께 보이면 이름 해석 성공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logs app 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1-4 앱의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출력 문구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pgAdmin 서버 등록 — 호스트는 반드시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http://localhost:8081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admin@example.com / admin123 으로 로그인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탭 Host name/address = db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 를 넣으면 연결되지 않는다 — 컨테이너 안의 localhost 는 pgAdmin 자신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engineer / engineer123 / pipeline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트리에 pipeline 데이터베이스가 보이면 성공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단계를 통과했는지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에 web running · curl 에 Welcome to nginx! · down 뒤 compose ps -a 는 제목 줄만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http://web:80 은 HTML, http://localhost:80 은 실패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config 가 오류 없이 해석 결과를 출력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db·admin running · app exited (0) · logs app 에 앱 출력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psql 에 pipeline · getent 에 IP 와 db · pgAdmin 트리에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주차 산출물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뒤 up 을 해도 데이터가 남는지 확인하고 README 를 붙여 1주차 산출물을 완성합니다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week1 표를 만들고 down → up 뒤 살아 있는지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README.md — 남이 보고 재현할 수 있게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 로 완전히 내리고 처음부터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제출 페이지 + 갤러리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지금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db·admin·app 이 떠 있는 채로 이어갑니다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