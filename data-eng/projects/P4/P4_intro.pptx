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P4 · 개별 · 코랩 · 6~8시간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법령 Q&amp;A 챗봇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답보다 먼저 「몇 조 몇 항」을 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현행판과 시행예정판이 API 에서 어떻게 다르게 나오는지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조문 단위로 자르면 고정 500자보다 출처가 얼마나 정확한지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 결과에 조문 번호를 붙여 LLM 에 넘기는 방법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7주차 RAG 흐름(청킹 · 임베딩 · Qdrant)을 법령에 맞게 다시 짭니다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P4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개인정보 보호법 원문 — 두 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법제처 국가법령정보 공동활용 DRF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현행판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법률 제21445호 · 2026.9.11 시행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시행예정판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법률 제21910호 · 2027.3.9 시행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 127개 · 131개(파일당 약 52KB)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JSON(gzip) · 2026-10-28 받은 스냅샷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저작권법 제7조 — 보호받지 않는 저작물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API 를 직접 불러 본 뒤에는 스냅샷으로 — 누가 언제 돌려도 숫자가 같다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P4 · 개별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조문 번호가 끝까지 따라가는 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DRF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원문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청킹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 · 호 + 조문 id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ko-sroberta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판마다 컬렉션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조문 인용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임베딩 jhgan/ko-sroberta-multitask(768차원) · Qdrant 는 메모리 모드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P4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API ·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nw=2 로 시행예정판 찾기, 항이 list · dict · 없음 세 모양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청킹 · 두 판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 하나 · 400자 넘으면 호 하나씩, 새로 생긴 조문 찾기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임베딩 · 질문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컬렉션 둘에 넣고, 같은 질문을 두 판에 던지기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8~10. 대조 · 답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 500자와 정답률 비교, (키가 있으면) 조문 인용 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P4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실패가 말해 주는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배울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OC 를 빼고 부르기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200 + 설명 문장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기대한 키부터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항을 as_list 없이 돌리기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건이면 dict 로 온다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1536차원 컬렉션에 넣기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차원이 맞지 않아 실패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모델과 컬렉션 차원 일치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고정 500자로 자르기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 3 / 9 만 맞음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구조대로 자르고 번호 남기기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P4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조각 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현행판 605개 · 시행예정판 629개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 조문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제28조의12 ~ 제28조의15 네 조문(AI 개발 이용)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1위 조문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유출 질문 → 제34조제1항 · 아동 → 제22조의2제1항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정답률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 청킹 9 / 9 · 고정 500자 3 / 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P4 · 개별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P4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P4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구조대로 자르고 번호를 남기는 것이 출처 달린 RAG 의 핵심입니다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시행령을 함께 넣고 Qdrant 필터로 골라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지어낸 조문 번호를 찾는 인용 검증 함수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으로 현행 · 시행예정 선택 화면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P5 보도자료 요약 · 검색기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