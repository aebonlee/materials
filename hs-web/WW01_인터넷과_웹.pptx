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인터넷과 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다른가, 어떻게 시작됐는가, 지금은 어떤 모습인가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인터넷과 웹의 관계를 정확히 구분해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웹의 세 가지 기초 발명(HTML·HTTP·URL)이 무엇인지 말할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웹의 발전 단계를 시기별로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웹이 개방형 표준 위에 서 있다는 것의 의미를 설명할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웹이 다른 플랫폼(앱·데스크톱)과 비교해 갖는 성질을 설명할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인터넷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41" y="2781300"/>
            <a:ext cx="89476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41" y="2781300"/>
            <a:ext cx="89476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WWW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8252" y="2781300"/>
            <a:ext cx="94102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8252" y="2781300"/>
            <a:ext cx="9410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TCP/IP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74527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4527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팀 버너스리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0257" y="2781300"/>
            <a:ext cx="195217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0257" y="2781300"/>
            <a:ext cx="195217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HTML/HTTP/URL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7677" y="2781300"/>
            <a:ext cx="85828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7677" y="2781300"/>
            <a:ext cx="85828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표준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91212" y="2781300"/>
            <a:ext cx="14015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1212" y="2781300"/>
            <a:ext cx="14015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브라우저 전쟁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88039" y="2781300"/>
            <a:ext cx="14015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8039" y="2781300"/>
            <a:ext cx="14015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개방형 플랫폼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 ≠ 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일상에서는 두 말을 섞어 씁니다.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 ≠ 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하지만 정확히는 다릅니다.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인터넷은 길이고, 웹은 그 길 위를 다니는 서비스 중 하나입니다.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 ≠ 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143250" y="2781300"/>
            <a:ext cx="7962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5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인터넷 (Internet)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44250" y="2781300"/>
            <a:ext cx="60007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44250" y="278130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웹 (WWW)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정체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4325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850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세계 컴퓨터를 잇는 통신망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44250" y="34480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39500" y="34480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주고받는 서비스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4325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850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1969년 ARPANET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44250" y="41719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39500" y="41719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1989년 CERN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4325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3850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TCP/IP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44250" y="48958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39500" y="48958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4325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850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도로망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44250" y="56197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39500" y="56197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택배 서비스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 ≠ 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이메일(SMTP), 파일 전송(FTP), 온라인 게임도 모두 인터넷을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하지만 웹은 아닙니다.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다만 요즘은 이메일도 게임도 대부분 웹으로 감싸서 제공되기 때문에 구분이 흐려진 것입니다.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웹은 어떻게 시작됐는가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1989년, 스위스 CERN(유럽입자물리연구소)의 연구원 팀 버너스리(Tim Berners-Lee) 는 한 가지 문제로 골머리를 앓고 있었습니다.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웹은 어떻게 시작됐는가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전 세계에서 온 연구자들이 저마다 다른 컴퓨터, 다른 형식으로 문서를 만들어 서로 참조하기가 너무 어려웠던 것입니다.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그의 해법은 놀랍도록 단순했습니다.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"문서 안에 다른 문서로 가는 연결을 넣자." 지금 우리가 매일 누르는 그 파란 글씨 — 하이퍼링크입니다.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세 가지 발명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962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3250" y="2781300"/>
            <a:ext cx="7962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5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해결한 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44250" y="2781300"/>
            <a:ext cx="60007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44250" y="278130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4325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850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어떻게 문서를 쓸 것인가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44250" y="34480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39500" y="34480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30년 넘게 쓰이는 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4325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850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어떻게 문서를 주고받을 것인가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44250" y="41719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39500" y="41719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HTTP/3까지 발전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9621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771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URL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4325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3850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어떻게 문서를 가리킬 것인가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44250" y="48958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39500" y="48958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세 가지 발명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여기에 브라우저(문서를 보는 프로그램)와 웹 서버(문서를 주는 프로그램)를 더해 웹이 완성됐습니다.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세계 최초의 웹사이트 info.cern.ch 는 지금도 열립니다.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결정적인 선택 — 무료 공개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1993년, CERN은 웹 기술을 누구나 무료로 쓸 수 있게 공개했습니다.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특허를 걸지 않았고 사용료도 받지 않았습니다.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선택이 웹이 세상을 바꾼 결정적 이유입니다.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만약 특허가 걸려 있었다면 지금의 웹은 존재하지 않았을 것입니다.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"허락 없이 만들 수 있다" 는 것 — 여러분이 오늘 아무 허가 없이 웹사이트를 만들 수 있는 이유도 여기 있습니다.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웹의 시대 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웹의 시대 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61727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61727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379" y="2781300"/>
            <a:ext cx="216907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379" y="2781300"/>
            <a:ext cx="216907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5552" y="2781300"/>
            <a:ext cx="658341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5552" y="2781300"/>
            <a:ext cx="658341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627069" y="2781300"/>
            <a:ext cx="551793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27069" y="2781300"/>
            <a:ext cx="551793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61727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42677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1990년대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8379" y="3448050"/>
            <a:ext cx="216907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3629" y="3448050"/>
            <a:ext cx="197857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1.0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5552" y="3448050"/>
            <a:ext cx="658341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0802" y="3448050"/>
            <a:ext cx="639291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읽기만 — 만드는 사람과 보는 사람이 분리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627069" y="3448050"/>
            <a:ext cx="551793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22319" y="3448050"/>
            <a:ext cx="53274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 홈페이지, 포털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61727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42677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2000년대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98379" y="4171950"/>
            <a:ext cx="216907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93629" y="4171950"/>
            <a:ext cx="197857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2.0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05552" y="4171950"/>
            <a:ext cx="658341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0802" y="4171950"/>
            <a:ext cx="639291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읽고 쓰기 — 사용자가 내용을 만든다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627069" y="4171950"/>
            <a:ext cx="551793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22319" y="4171950"/>
            <a:ext cx="53274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블로그, 위키, SNS, 유튜브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61727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42677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2010년대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98379" y="4895850"/>
            <a:ext cx="216907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3629" y="4895850"/>
            <a:ext cx="197857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모바일 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05552" y="4895850"/>
            <a:ext cx="658341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0802" y="4895850"/>
            <a:ext cx="639291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휴대폰이 주 화면이 됨. 반응형이 필수가 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627069" y="4895850"/>
            <a:ext cx="551793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22319" y="4895850"/>
            <a:ext cx="53274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앱, 반응형 사이트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61727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42677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2020년대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98379" y="5619750"/>
            <a:ext cx="216907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93629" y="5619750"/>
            <a:ext cx="197857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애플리케이션 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05552" y="5619750"/>
            <a:ext cx="658341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0802" y="5619750"/>
            <a:ext cx="639291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 없이 앱처럼 동작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627069" y="5619750"/>
            <a:ext cx="551793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22319" y="5619750"/>
            <a:ext cx="53274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Figma, Notion, 구글 문서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웹의 시대 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주목할 것은 기술이 계속 쌓이기만 했다는 점입니다.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1993년에 만든 HTML 문서는 지금 브라우저에서도 열립니다.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이런 하위 호환성을 30년 넘게 유지한 플랫폼은 웹이 거의 유일합니다.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브라우저 전쟁과 표준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1990년대 후반, 넷스케이프와 인터넷 익스플로러가 경쟁하며 각자 독자 태그를 만들어 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&lt;blink&gt;(깜빡임), &lt;marquee&gt;(흐르는 글자) 같은 것들입니다.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결과는 참혹했습니다 — 같은 페이지가 브라우저마다 다르게 보였고, 개발자는 브라우저별로 코드를 따로 써야 했습니다.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혼란에서 웹 표준의 필요성이 절실해졌고, W3C와 WHATWG 같은 단체가 표준을 정리하기 시작했습니다.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브라우저 전쟁과 표준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우리가 하나의 코드로 모든 브라우저에서 비슷한 결과를 얻을 수 있는 것은 그 노력의 결과입니다.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"인터넷 익스플로러에서만 되는 사이트" 이야기를 들어 봤다면, 그 시절의 유산입니다.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지금도 일부 공공기관 시스템에 그 잔재가 남아 있습니다.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표준을 지키는 것이 왜 중요한지 보여 주는 살아 있는 사례입니다.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웹이라는 플랫폼의 성질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웹이라는 플랫폼의 성질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33074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33074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511842" y="2781300"/>
            <a:ext cx="375184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842" y="2781300"/>
            <a:ext cx="375184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01789" y="2781300"/>
            <a:ext cx="501516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1789" y="2781300"/>
            <a:ext cx="501516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네이티브 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55053" y="2781300"/>
            <a:ext cx="378994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5053" y="2781300"/>
            <a:ext cx="378994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데스크톱 프로그램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1842" y="3448050"/>
            <a:ext cx="37518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7092" y="3448050"/>
            <a:ext cx="35613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1789" y="3448050"/>
            <a:ext cx="5015163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7039" y="3448050"/>
            <a:ext cx="4824663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스토어에서 설치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55053" y="3448050"/>
            <a:ext cx="37899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50303" y="3448050"/>
            <a:ext cx="35994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 필요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갱신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11842" y="4143375"/>
            <a:ext cx="37518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7092" y="4143375"/>
            <a:ext cx="35613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새로고침하면 최신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1789" y="4143375"/>
            <a:ext cx="5015163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7039" y="4143375"/>
            <a:ext cx="4824663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업데이트 필요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55053" y="4143375"/>
            <a:ext cx="37899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50303" y="4143375"/>
            <a:ext cx="35994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업데이트 필요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플랫폼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1842" y="4838700"/>
            <a:ext cx="37518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7092" y="4838700"/>
            <a:ext cx="35613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하나로 전부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01789" y="4838700"/>
            <a:ext cx="5015163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7039" y="4838700"/>
            <a:ext cx="4824663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iOS·안드로이드 따로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55053" y="4838700"/>
            <a:ext cx="37899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450303" y="4838700"/>
            <a:ext cx="35994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OS마다 따로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 허가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11842" y="5534025"/>
            <a:ext cx="37518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7092" y="5534025"/>
            <a:ext cx="35613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01789" y="5534025"/>
            <a:ext cx="5015163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7039" y="5534025"/>
            <a:ext cx="4824663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스토어 심사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355053" y="5534025"/>
            <a:ext cx="37899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450303" y="5534025"/>
            <a:ext cx="35994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11842" y="6229350"/>
            <a:ext cx="37518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07092" y="6229350"/>
            <a:ext cx="35613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링크 하나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01789" y="6229350"/>
            <a:ext cx="5015163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7039" y="6229350"/>
            <a:ext cx="4824663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스토어 링크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355053" y="6229350"/>
            <a:ext cx="37899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450303" y="6229350"/>
            <a:ext cx="35994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전달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3330742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314024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성능·기기 접근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11842" y="6924675"/>
            <a:ext cx="37518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07092" y="6924675"/>
            <a:ext cx="35613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제한적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01789" y="6924675"/>
            <a:ext cx="5015163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97039" y="6924675"/>
            <a:ext cx="4824663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좋음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355053" y="6924675"/>
            <a:ext cx="3789947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450303" y="6924675"/>
            <a:ext cx="3599447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웹의 결정적 강점 두 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허락이 필요 없다.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누구의 심사도 받지 않고 오늘 만들어 오늘 공개할 수 있습니다. 15주차에 여러분이 직접 경험하게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주소 하나로 공유된다.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앱은 "설치해 보세요"이지만 웹은 "이거 봐"입니다. 이 마찰의 차이가 생각보다 큽니다.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웹이라는 플랫폼의 성질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요즘은 그 경계도 흐려지고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PWA(Progressive Web App) 는 웹사이트를 홈 화면에 설치하고 오프라인에서도 동작하게 만듭니다.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반대로 많은 모바일 앱은 사실 내부가 웹으로 만들어져 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웹은 누가 정하는가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웹은 누가 정하는가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955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95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2781300"/>
            <a:ext cx="138684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6600" y="2781300"/>
            <a:ext cx="13868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정하는가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W3C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6600" y="3448050"/>
            <a:ext cx="13868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1850" y="3448050"/>
            <a:ext cx="13677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CSS, 접근성(WCAG), 각종 웹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WHATWG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6600" y="4171950"/>
            <a:ext cx="13868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1850" y="4171950"/>
            <a:ext cx="13677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표준 (Living Standard — 버전 없이 계속 갱신)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TC39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6600" y="4895850"/>
            <a:ext cx="13868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1850" y="4895850"/>
            <a:ext cx="13677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 언어 사양 (ECMAScript)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IETF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76600" y="5619750"/>
            <a:ext cx="13868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1850" y="5619750"/>
            <a:ext cx="13677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HTTP, TCP/IP 등 인터넷 규약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웹은 누가 정하는가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중요한 것은 어느 회사도 웹을 소유하지 않는다는 점입니다.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표준은 여러 조직이 합의해 정하고, 브라우저 회사들이 그것을 구현합니다.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완벽하지는 않지만(구현 속도 차이, 회사별 온도차), 한 회사가 마음대로 바꿀 수 없다는 것이 웹의 가장 큰 자산입니다.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표준 문서를 직접 읽을 일은 드뭅니다.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웹은 누가 정하는가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실무에서는 MDN Web Docs(developer.mozilla.org)를 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태그·속성·함수가 헷갈리면 "mdn + 이름"으로 검색하세요.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블로그 글은 낡을 수 있지만 MDN은 계속 갱신됩니다.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우리는 무엇을 배우는가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과목에서 배우는 HTML·CSS·JavaScript는 1989년의 발명 위에 30년간 쌓인 것입니다.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우리는 무엇을 배우는가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유행하는 프레임워크는 몇 년마다 바뀌지만, 이 세 가지는 바뀌지 않았습니다.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기억해 둘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React·Vue를 배워도 결국 HTML·CSS·JS로 변환됩니다.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바닥을 모르면 위층에서 헤맵니다.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브라우저가 하는 일을 알면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이렇게 동작하는지 추측이 아니라 판단으로 알게 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표준을 지키면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모르는 브라우저·기기에서도 대체로 동작합니다.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1장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1장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인터넷과 웹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 끝의 확인 퀴즈로 스스로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1주차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