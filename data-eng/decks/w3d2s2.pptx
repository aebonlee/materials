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3-2 · Pandas를 활용한 데이터 분석 · 실습 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7500" b="1" spc="-280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그룹 집계와 피벗 · 결합과 재구조화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334000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집계·결합·피벗을 쌓고, 단계마다 결과를 검증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1.5시간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고객 마스터를 만들고 명명 집계로 카테고리별 요약을 만든다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validate='many_to_one' 로 결합하고 전후 행 수를 비교한다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키를 일부러 중복시켜 행·합계가 부풀려지는 것을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지역×카테고리 교차표를 만들고 melt·pivot 으로 오간다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모든 단계에 「확인 포인트」가 있습니다 — 숫자가 맞는지 보고 다음으로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일곱 단계 — ~/data-eng/week3 한 폴더에서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3-1 에서 만든 orders_step1.parquet 가 있는 폴더에서 시작합니다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1. 마스터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make_customers.py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customers.csv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2·3. 집계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명명 집계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열로 묶기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4. 결합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+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validate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5. 실패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중복 키로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불리기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피벗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교차표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melt · pivot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고객 마스터 생성 — 시드 고정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02873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02873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71736" y="2781300"/>
            <a:ext cx="1497326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24136" y="2781300"/>
            <a:ext cx="1466846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rng = np.random.default_rng(7)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02873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02873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71736" y="3429000"/>
            <a:ext cx="1497326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24136" y="3429000"/>
            <a:ext cx="1466846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customer_id = np.arange(1, 201)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02873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02873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region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71736" y="4076700"/>
            <a:ext cx="1497326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24136" y="4076700"/>
            <a:ext cx="1466846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서울 · 경기 · 부산 · 광주 중 무작위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02873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02873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joined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71736" y="4724400"/>
            <a:ext cx="1497326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24136" y="4724400"/>
            <a:ext cx="1466846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2025-01-01 + 0~364일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028736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028736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171736" y="5372100"/>
            <a:ext cx="14973264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24136" y="5372100"/>
            <a:ext cx="14668464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 (1015, …) / customers (200, 3)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customers.csv 가 폴더에 생긴다 — orders 의 열 수는 3-1 에서 만든 파생 열 개수에 따라 다르다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2·3단계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명명 집계와 두 열 묶기 — 열 이름이 한 겹인가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명명 집계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orders·total·avg_price 세 열이 한 겹 — 카테고리 4종이 행으로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리스트 집계와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agg({'amount': ['sum', 'mean']}) → 열 이름이 튜플 두 겹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열로 묶기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groupby(['category', 'month']) → reset_index() 로 평탄화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열 이름이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한 겹인가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groupby 뒤 reset_index() 를 습관으로 — 인덱스에 값이 있으면 merge·to_parquet 에서 걸린다 (as_index=False 도 같은 효과)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주문과 고객을 결합 — 핵심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읽기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81512" y="27813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33912" y="27813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pd.read_csv('customers.csv', parse_dates=['joined'])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81512" y="34290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3912" y="34290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df.merge(customers, on='customer_id', how='left', …)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선언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1512" y="40767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33912" y="40767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validate='many_to_one'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전후 행 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81512" y="47244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33912" y="47244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len(df) / len(m) → 1015 / 1015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238512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238512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381512" y="5372100"/>
            <a:ext cx="14763488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33912" y="5372100"/>
            <a:ext cx="14458688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m['region'].isna().sum() → 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다대일 왼쪽 조인은 행이 늘지 않는다 — region 결측 0 이면 모든 주문이 고객 마스터와 연결된 것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고객 마스터에 중복을 심고 결합해 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이론에서 본 사고를 직접 일으킵니다 — validate 가 없을 때와 있을 때 무엇이 다른지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중복 심기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concat 으로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head(5) 붙임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validate 없이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수·합계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부풀려짐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validate 주면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MergeError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즉시 차단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미리 확인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duplicated()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.sum()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merge — 조용히 부풀거나, 그 자리에서 멈추거나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validate 없이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수 1015 초과, 매출 합계도 커진다 — 오류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bad = concat([customers, customers.head(5)])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m_bad = df.merge(bad, on='customer_id', how='left')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len(m_bad) &gt; 1015 · amount 합계 부풀려짐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validate='many_to_one'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MergeError — 잘못된 숫자 대신 멈춘다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Merge keys are not unique in right dataset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bad['customer_id'].duplicated().sum() → 5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customers 쪽은 0 — 정상 마스터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6·7단계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교차표와 긴↔넓은 형태 — 핵심 명령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44925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44925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교차표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92253" y="2781300"/>
            <a:ext cx="1455274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4653" y="2781300"/>
            <a:ext cx="1424794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pivot_table(index='region', columns='category', …)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44925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44925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검증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92253" y="3429000"/>
            <a:ext cx="1455274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4653" y="3429000"/>
            <a:ext cx="1424794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pv.to_numpy().sum() == m['amount'].sum() → True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44925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44925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건수 · 평균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92253" y="4076700"/>
            <a:ext cx="1455274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4653" y="4076700"/>
            <a:ext cx="1424794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aggfunc='count' · 'mean' — 건수 총합 1015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44925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44925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넓게 → 길게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92253" y="4724400"/>
            <a:ext cx="1455274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4653" y="4724400"/>
            <a:ext cx="1424794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pv.reset_index().melt(id_vars='region', …) → 16행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449253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44925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길게 → 넓게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92253" y="5372100"/>
            <a:ext cx="14552747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4653" y="5372100"/>
            <a:ext cx="1424794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long.pivot(index, columns, values).equals(pv) → 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피벗은 재배열일 뿐 총합을 바꾸지 않는다 — 사람은 넓게, 프로그램은 길게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1.5H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1.5시간이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 (1015, …) · customers (200, 3) · customers.csv 생성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summary 의 열 이름이 orders·total·avg_price 한 겹이다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결합 전후 행 수 1015 = 1015 · region 결측 0건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중복 마스터로는 행·매출이 불고, validate 는 MergeError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교차표 총합 == 원본 총합 True · long 16행 · equals True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3-2 · 실습 1.5H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3-2 · 실습 1.5H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시계열과 기초 통계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결합한 표 m 을 날짜 인덱스로 올려 일·주·월로 접고, orders_enriched.parquet 로 저장합니다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set_index('order_date').sort_index()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resample('D') 와 rolling(7) 행 수 비교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describe() · quantile() 기초 통계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orders_enriched.parquet 저장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결합된 m (1015행) 이 살아 있는 세션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