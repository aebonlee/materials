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7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5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D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EE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오리엔테이션 · 13:20~13:30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이력서부터 자기소개서까지,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AI와 함께하는 취업준비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2026. 11. 6.(금) 13:30~17:30 · 경산상공회의소 5층 대회의실 · 강사 정동엽 · 성예종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경산시취업지원센터 · 경산고용복지+센터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2026년 제1차 취업특강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오늘의 지도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워크숍 · 강의 · 강의 · 워크숍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682240" cy="590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63340" y="2781300"/>
            <a:ext cx="1242060" cy="5905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3340" y="2781300"/>
            <a:ext cx="12420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교시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43500" y="2781300"/>
            <a:ext cx="7162800" cy="5905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3500" y="2781300"/>
            <a:ext cx="7162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 · 강사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남는 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13:20~13:30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63340" y="3448050"/>
            <a:ext cx="124206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8590" y="3448050"/>
            <a:ext cx="10515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43500" y="3448050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8750" y="3448050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등록 · 와이파이 · 학습사이트와 패들릿 열기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0" y="3448050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39650" y="3448050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044043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044043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13:30~14:25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63340" y="4044043"/>
            <a:ext cx="124206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8590" y="4044043"/>
            <a:ext cx="10515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0" y="4044043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8750" y="4044043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워크숍 · 내 소개 · 흥미검사 (정동엽)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044043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044043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소개 카드 · 흥미검사 결과지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640036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640036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14:25~15:20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63340" y="4640036"/>
            <a:ext cx="124206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8590" y="4640036"/>
            <a:ext cx="10515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43500" y="4640036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38750" y="4640036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강의 · 생성형 AI 기초와 직무분석 (성예종)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344400" y="4640036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439650" y="4640036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직무분석 메모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236029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236029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15:20~15:30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63340" y="5236029"/>
            <a:ext cx="124206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58590" y="5236029"/>
            <a:ext cx="10515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43500" y="5236029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38750" y="5236029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휴식(다과)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344400" y="5236029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439650" y="5236029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832021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832021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15:30~16:25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63340" y="5832021"/>
            <a:ext cx="124206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58590" y="5832021"/>
            <a:ext cx="10515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43500" y="5832021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38750" y="5832021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강의 · 이력서 · 자기소개서 · 면접 (성예종)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344400" y="5832021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439650" y="5832021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서류 초안 · 예상 면접 질문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428014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428014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16:25~17:20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63340" y="6428014"/>
            <a:ext cx="124206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58590" y="6428014"/>
            <a:ext cx="10515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143500" y="6428014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38750" y="6428014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워크숍 · 총정리 · 맞춤 수정 (정동엽)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344400" y="6428014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439650" y="6428014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맞춤 수정본 · 다음 걸음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43000" y="7024007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8250" y="7024007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17:20~17:30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863340" y="7024007"/>
            <a:ext cx="124206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58590" y="7024007"/>
            <a:ext cx="10515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143500" y="7024007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38750" y="7024007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설문 · 취업상담 연계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2344400" y="7024007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439650" y="7024007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학습사이트 gyeongsan.jobability.co.kr · 패들릿 padlet.com/dreamitbiz/gyeongsan2611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13:20~13:30 · 오리엔테이션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등록 및 안내 — 오늘 쓸 화면 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13:30~17:30 · 경산상공회의소 5층 대회의실 · 강사 정동엽 · 성예종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환영합니다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 4시간, 이렇게 함께합니다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나를 소개하고 흥미에 맞는 직종을 찾습니다 — 1교시 워크숍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생성형 AI로 직무를 분석합니다 — 2교시 강의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이력서 · 자기소개서 · 면접을 준비합니다 — 3교시 강의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공고에 맞춰 고치고 다음 걸음을 정합니다 — 4교시 워크숍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듣고 끝나지 않고, 내 서류와 다음 걸음이 남는 4시간입니다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오늘의 강사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두 강사가 함께 진행합니다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33750"/>
            <a:ext cx="7810500" cy="4095750"/>
          </a:xfrm>
          <a:prstGeom prst="roundRect">
            <a:avLst>
              <a:gd name="adj" fmla="val 116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33750"/>
            <a:ext cx="78105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54330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657600"/>
            <a:ext cx="7162800" cy="3448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정동엽 · 1 · 4교시 워크숍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AI미래직업연구소 소장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커리어 설계 · 미래예측 · 생성형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333750"/>
            <a:ext cx="7810500" cy="4095750"/>
          </a:xfrm>
          <a:prstGeom prst="roundRect">
            <a:avLst>
              <a:gd name="adj" fmla="val 116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333750"/>
            <a:ext cx="78105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54330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657600"/>
            <a:ext cx="7162800" cy="3448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성예종 · 2 · 3교시 강의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성공인생경영연구소 대표 · 상담심리학 박사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취업 · 진로 강의 24년 · 생성형 AI 전문강사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시작 전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10분 안에 네 가지를 열어 둡니다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막히면 손을 들어 주세요 — 옆자리와 함께해도 좋습니다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와이파이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노트북을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연결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학습사이트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gyeongsan.jobability.co.kr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또는 QR 코드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패들릿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학습사이트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첫 화면 QR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계정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ChatGPT · Claude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· Gemini 중 하나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학습사이트 둘러보기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 쓰는 화면은 다섯 곳입니다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교시별 수업 — 1교시 워크숍 · 2 · 3교시 강의 · 4교시 총정리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흥미검사 — 30문항 · 약 10분, 결과는 이 브라우저에만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강의안 — 시간대마다 슬라이드, PDF · PPTX 내려받기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프롬프트 — 복사해서 붙여 넣는 실습 프롬프트와 점수 평가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패들릿 — 내 소개 · 결과 나누기 · 질문 · 소감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특강이 끝난 뒤에도 같은 주소로 다시 볼 수 있습니다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패들릿 · AI 공통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어디에도 올리지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57175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79654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66700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전화번호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연락은 상담 때 따로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57378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379857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66903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집 주소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「경산시」 정도면 충분합니다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57581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48006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467106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주민등록번호 · 생년월일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어떤 경우에도 넣지 않습니다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57784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580263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567309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이메일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받고 싶으면 상담 때 알려 주세요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57987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6850" y="680466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3600" y="667512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회사 내부 자료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다니는 · 다녔던 회사 문서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패들릿은 링크를 아는 누구나 보는 공개 보드입니다 — 이름 대신 별명도 좋습니다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과정 전체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준비가 끝났다면 1교시로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오늘의 첫 재료는 「나」입니다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학습사이트와 패들릿을 열었습니다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 계정 하나에 로그인했습니다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개인정보는 어디에도 올리지 않습니다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궁금한 것은 패들릿 「질문 있어요」에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13:30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1교시 · 워크숍 ① 나를 소개하고, 나에게 맞는 일 찾기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1교시 · 워크숍 · 정동엽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나를 소개하고, 나에게 맞는 일 찾기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13:30~14:25 · 강사 정동엽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이런 걸 배워요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포스터의 다섯 단계, 오늘은 이렇게 걷습니다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1교시 흥미검사로 고른 직종이 모든 단계의 출발점입니다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활용법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2교시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생성형 AI 기초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채용공고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2교시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직무분석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이력서 작성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3교시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성과 문장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자기소개서 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3교시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말투로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맞춤형 수정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4교시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공고마다 다르게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55분 뒤에는 이렇게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패들릿에 내 이력과 희망 직종을 소개합니다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개인 맞춤 페이지를 어떻게 받는지 압니다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직종 이야기와 짧은 상담으로 나를 정리합니다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간이 흥미검사로 나에게 맞는 직종 묶음을 찾습니다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남는 것: 패들릿 내 소개 카드 · 흥미검사 결과지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1교시 ① · 패들릿에 나를 소개하기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내 이야기가 오늘 하루의 재료입니다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해 온 일 · 잘하는 것 · 하고 싶은 일 — 짧아도 괜찮습니다, 오늘 내내 다듬습니다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패들릿 여는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로그인 없이 네 단계면 올라갑니다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주소 padlet.com/dreamitbiz/gyeongsan2611 — 학습사이트 첫 화면의 QR 코드로도 열립니다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패들릿 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QR 코드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또는 주소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열 찾기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「1교시 워크숍 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소개 카드」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+ 누르기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열 아래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더하기 단추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붙여 넣기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양식을 붙이고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[대괄호] 바꾸기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582650" y="1181100"/>
            <a:ext cx="35623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9065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0" y="1295400"/>
            <a:ext cx="2819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 소개 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20586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내 소개 카드 양식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20586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 여섯 줄이면 충분합니다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476500"/>
            <a:ext cx="4000500" cy="714375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476500"/>
            <a:ext cx="57150" cy="7143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2590800"/>
            <a:ext cx="3467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별명 또는 이름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50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공개해도 되는 만큼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43500" y="2476500"/>
            <a:ext cx="12001500" cy="71437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3324225"/>
            <a:ext cx="4000500" cy="714375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3000" y="3324225"/>
            <a:ext cx="57150" cy="7143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3438525"/>
            <a:ext cx="3467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희망 직종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50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예: 물류 관리, 사무 · 경리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43500" y="3324225"/>
            <a:ext cx="12001500" cy="71437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43000" y="4171950"/>
            <a:ext cx="4000500" cy="714375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" y="4171950"/>
            <a:ext cx="57150" cy="7143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286250"/>
            <a:ext cx="3467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지금까지 해 온 일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50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일 · 기간 — 아르바이트 · 봉사 · 가족 일도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43500" y="4171950"/>
            <a:ext cx="12001500" cy="71437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3000" y="5019675"/>
            <a:ext cx="4000500" cy="714375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019675"/>
            <a:ext cx="57150" cy="7143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133975"/>
            <a:ext cx="3467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자격 · 기술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50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예: 지게차 운전기능사, 엑셀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43500" y="5019675"/>
            <a:ext cx="12001500" cy="71437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43000" y="5867400"/>
            <a:ext cx="4000500" cy="714375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" y="5867400"/>
            <a:ext cx="57150" cy="7143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5981700"/>
            <a:ext cx="3467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잘하는 것 · 듣는 칭찬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50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예: 꼼꼼하다, 일정 조율을 잘한다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43500" y="5867400"/>
            <a:ext cx="12001500" cy="71437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43000" y="6715125"/>
            <a:ext cx="4000500" cy="714375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" y="6715125"/>
            <a:ext cx="57150" cy="7143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09700" y="6829425"/>
            <a:ext cx="3467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개인 페이지에 넣고 싶은 것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50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예: 현장 경험, 자격증, 한 줄 다짐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43500" y="6715125"/>
            <a:ext cx="12001500" cy="71437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양식은 학습사이트 「1교시 워크숍」 화면과 패들릿 안내 카드 댓글에서 복사합니다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패들릿 · AI 공통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어디에도 올리지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57175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79654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66700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전화번호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연락은 상담 때 따로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57378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379857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66903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집 주소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「경산시」 정도면 충분합니다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57581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48006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467106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주민등록번호 · 생년월일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어떤 경우에도 넣지 않습니다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57784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580263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567309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이메일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받고 싶으면 상담 때 알려 주세요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57987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6850" y="680466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3600" y="667512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회사 내부 자료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다니는 · 다녔던 회사 문서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패들릿은 링크를 아는 누구나 보는 공개 보드입니다 — 이름 대신 별명도 좋습니다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1교시 ② · 개인 맞춤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내 카드가 나를 소개하는 웹페이지가 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지원서에 주소 한 줄로 붙이는 나만의 소개 페이지 — 패들릿 카드를 바탕으로 만들어 드립니다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받는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개인 맞춤 페이지는 이렇게 받습니다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공개를 원하지 않는 내용은 카드에 쓰지 않으면 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카드 올리기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1교시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소개 카드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상담으로 다듬기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희망 직종과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강점 정리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페이지 제작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카드 내용으로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맞춤 제작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주소 받기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카드의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댓글로 안내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1교시 ③ · 직종 소개와 짧은 상담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해 온 일과 하고 싶은 일을 이어 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비슷한 길을 가는 사람끼리 직종 이야기를 나누면 내 길이 더 잘 보입니다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직종 지도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일자리는 크게 여섯 갈래로 나눠 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현장 · 기술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생산 · 정비 · 설비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물류 · 시설 관리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분석 · 품질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품질 관리 · 검사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IT · 데이터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디자인 · 손재주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디자인 · 콘텐츠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조리 · 미용 · 공예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" y="5591175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5365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6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돌봄 · 교육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요양 · 사회복지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보건 · 강사 · 상담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04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04000" y="5591175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deckgen:ornament"/>
          <p:cNvSpPr txBox="1"/>
          <p:nvPr/>
        </p:nvSpPr>
        <p:spPr>
          <a:xfrm>
            <a:off x="10826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7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영업 · 운영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판매 · 마케팅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매장 운영 · 창업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065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065000" y="5591175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deckgen:ornament"/>
          <p:cNvSpPr txBox="1"/>
          <p:nvPr/>
        </p:nvSpPr>
        <p:spPr>
          <a:xfrm>
            <a:off x="16287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88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사무 · 행정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사무 · 경리 · 회계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행정 · 공공 사무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짧은 상담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옆 사람과 이 다섯 가지를 나눠 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해 온 일 가운데 다시 해도 좋은 일은 무엇인가요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다시는 하고 싶지 않은 일은 무엇이고, 왜인가요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희망 직종을 고른 까닭은 무엇인가요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일하고 싶은 지역 · 시간 · 조건은 어떤가요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새로 배우고 싶은 것이 있나요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답한 내용은 내 소개 카드에 댓글로 덧붙여도 됩니다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1교시 ④ · 간이 흥미검사 · 직종 매칭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나는 어떤 일에 끌리는 사람일까요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30문항 · 약 10분 — 해 본 일이 아니라 끌리는 쪽으로 고릅니다, 정답은 없습니다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여섯 흥미 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홀랜드(Holland)의 여섯 유형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현실형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손과 몸으로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눈에 보이는 결과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탐구형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원인을 따지고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규칙을 찾기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예술형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표현하고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새로 만들기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" y="5591175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5365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6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사회형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돕고 가르치고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함께 일하기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04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04000" y="5591175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deckgen:ornament"/>
          <p:cNvSpPr txBox="1"/>
          <p:nvPr/>
        </p:nvSpPr>
        <p:spPr>
          <a:xfrm>
            <a:off x="10826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7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진취형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이끌고 설득해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목표 이루기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065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065000" y="5591175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deckgen:ornament"/>
          <p:cNvSpPr txBox="1"/>
          <p:nvPr/>
        </p:nvSpPr>
        <p:spPr>
          <a:xfrm>
            <a:off x="16287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88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관습형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절차대로 정확하게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정리 · 관리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검사하는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학습사이트 「흥미검사」에서 다섯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gyeongsan.jobability.co.kr/test — 답은 이 브라우저에만 남고 어디로도 보내지지 않습니다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 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메뉴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「흥미검사」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30문항 답하기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그렇다 · 보통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· 아니다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 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나의 유형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두 가지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희망 직종 고르기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맞춤 정도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 복사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패들릿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「흥미검사 결과」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 읽는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맞춤 정도는 이렇게 읽습니다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맞춤 정도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5562600" cy="5905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5562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이렇게 씁니다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잘 맞음 (70 이상)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흥미와 직종이 같은 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4100" y="34480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9350" y="34480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 · 3교시에 이 직종 공고로 서류를 씁니다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맞는 편 (45~69)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일부가 겹침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44100" y="41719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39350" y="41719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직종 안에서 내 유형을 살릴 업무를 찾습니다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더 알아보기 (45 미만)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흥미와 거리가 있음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44100" y="48958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39350" y="48958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상담 때 까닭을 함께 살펴봅니다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간이 자가 점검입니다 — 공식 직업심리검사는 고용24에서 받을 수 있습니다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이렇게 되었으면 1교시는 끝입니다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57175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84035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66700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패들릿에 내 소개 카드가 올라갔다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66141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393001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75666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개인정보(전화 · 주소 · 주민번호)가 들어가지 않았다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75107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50196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484632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흥미 유형 두 가지와 잘 맞는 직종 묶음을 알았다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84073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610933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593598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희망 직종과의 맞춤 정도를 확인했다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3039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6850" y="719899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3600" y="702564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결과를 패들릿 「흥미검사 결과」 열에 올렸다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과정 전체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55분, 나를 꺼내 놓은 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이야기와 흥미 유형이 오늘 서류의 재료입니다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내 소개 카드가 개인 맞춤 페이지의 재료가 됩니다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직종은 여섯 갈래로 나눠 보면 길이 보입니다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흥미검사 결과는 2 · 3교시 내내 옆에 띄워 둡니다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개인정보는 어디에도 올리지 않습니다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다음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2교시 · 생성형 AI 기초와 직무분석 (성예종)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2교시 · 강의 · 성예종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생성형 AI 기초와 직무분석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14:25~15:20 · 강사 성예종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지금 어디쯤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네 교시, 한 결과가 다음 교시의 재료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71800"/>
            <a:ext cx="16002000" cy="3810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1교시</a:t>
            </a:r>
          </a:p>
        </p:txBody>
      </p:sp>
      <p:sp>
        <p:nvSpPr>
          <p:cNvPr id="10" name="Oval 9"/>
          <p:cNvSpPr/>
          <p:nvPr/>
        </p:nvSpPr>
        <p:spPr>
          <a:xfrm>
            <a:off x="2947988" y="2895600"/>
            <a:ext cx="190500" cy="190500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워크숍 · 내 소개 · 흥미검사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소개 카드 · 흥미검사 결과지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017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2교시</a:t>
            </a:r>
          </a:p>
        </p:txBody>
      </p:sp>
      <p:sp>
        <p:nvSpPr>
          <p:cNvPr id="17" name="Oval 16"/>
          <p:cNvSpPr/>
          <p:nvPr/>
        </p:nvSpPr>
        <p:spPr>
          <a:xfrm>
            <a:off x="6986588" y="2867025"/>
            <a:ext cx="247650" cy="24765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0175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E6F4EE"/>
          </a:solidFill>
          <a:ln w="19050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8775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강의 · 생성형 AI 기초 · 직무분석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8775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8775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8775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직무분석 메모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735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3교시</a:t>
            </a:r>
          </a:p>
        </p:txBody>
      </p:sp>
      <p:sp>
        <p:nvSpPr>
          <p:cNvPr id="24" name="Oval 23"/>
          <p:cNvSpPr/>
          <p:nvPr/>
        </p:nvSpPr>
        <p:spPr>
          <a:xfrm>
            <a:off x="11082338" y="2895600"/>
            <a:ext cx="190500" cy="190500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77350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5950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강의 · 이력서 · 자기소개서 · 면접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5950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5950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5950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서류 초안 · 예상 면접 질문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4452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4교시</a:t>
            </a:r>
          </a:p>
        </p:txBody>
      </p:sp>
      <p:sp>
        <p:nvSpPr>
          <p:cNvPr id="31" name="Oval 30"/>
          <p:cNvSpPr/>
          <p:nvPr/>
        </p:nvSpPr>
        <p:spPr>
          <a:xfrm>
            <a:off x="15149512" y="2895600"/>
            <a:ext cx="190500" cy="190500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344525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573125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워크숍 · 총정리 · 맞춤 수정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573125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73125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73125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맞춤 수정본 · 다음 걸음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55분 뒤에는 이렇게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생성형 AI가 잘하는 것과 조심할 것을 압니다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 대화창을 열고 안전수칙을 지키며 씁니다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다섯 칸([역할]~[조건])으로 부탁합니다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채용공고 · 직무기술서에서 핵심 직무역량을 찾습니다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남는 것: 직무분석 메모(필요 역량 · 핵심 키워드)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2교시 ① · 생성형 AI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AI는 말 잘하는 신입 인턴입니다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아는 것은 많지만 내 사정은 모릅니다 — 알려 준 만큼 일하고, 모르면 그럴듯하게 지어냅니다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AI의 세 가지 성격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잘하는 것과 조심할 것을 함께 압니다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19500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글 정리는 빠릅니다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긴 공고를 쉬운 말로 풀고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표로 정리하는 데 강합니다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619500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묻는 대로 답합니다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부탁이 막연하면 답도 막연하고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구체적이면 답도 구체적입니다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619500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지어낼 때가 있습니다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모르는 경력 · 숫자 · 정보를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사실처럼 써 넣기도 합니다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첫걸음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 대화창을 여는 네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화면 모양과 메뉴 이름은 서비스마다, 시기마다 바뀔 수 있습니다 — 무료 개인 계정이면 충분합니다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하나 고르기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ChatGPT · Claude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· Gemini 중 하나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로그인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평소 쓰는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개인 계정으로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새 대화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 · 3교시는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한 대화창에서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붙여 넣기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강의 화면에서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복사한 프롬프트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안전수칙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 대화창에 넣지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57175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79654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66700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이름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「저는 ○○입니다」 대신 나이대만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57378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379857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66903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주민등록번호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어떤 경우에도 넣지 않습니다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57581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48006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467106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전화번호 · 이메일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연락처 칸은 비워 둡니다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57784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580263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567309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주소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「경산시」 정도면 충분합니다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57987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6850" y="680466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3600" y="667512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사진 · 증명서 이미지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올리지 않습니다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이력서의 개인 정보 칸은 AI 밖에서, 내 손으로 채웁니다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프롬프트 기본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[역할] [자료] [과업] [형식] [조건]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[역할]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누구로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일할지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[자료]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무엇을 보고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일할지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[과업]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번호 붙여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무엇을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[형식]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결과가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어떤 모양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[조건]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지킬 것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하지 말 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비어 있는 칸은 AI가 알아서 채웁니다 — 알아서 채운 자리가 엉뚱한 답이 나오는 자리입니다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같은 부탁, 다른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「공고 분석해줘」 한 줄과 다섯 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한 줄 부탁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누구에게나 하는 일반론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이 공고 분석해줘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공고를 그대로 요약한 답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내가 무엇을 준비할지는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다섯 칸 부탁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내가 할 일이 보이는 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[역할] 직무분석 전문가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[과업] 역량 3 · 키워드 5 · 흥미 유형 연결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[조건] 공고에 없으면 「공고에 없음」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2교시 ② · 직무분석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공고는 회사가 보낸 질문지입니다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회사가 찾는 사람이 공고에 적혀 있습니다 — 그 낱말로 내 경험을 쓰면 읽는 사람이 바로 알아봅니다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공고를 읽는 네 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 네 칸부터 찾아 표시합니다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주요 업무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입사하면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매일 할 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자격 요건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없으면 어려운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필수 조건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우대 사항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있으면 앞서는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더하기 조건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근무 조건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지역 · 시간 ·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고용 형태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직무기술서와 NCS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공고가 짧을 때 더 볼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공고에 붙은 직무기술서가 있으면 「필요 지식 · 기술 · 태도」를 봅니다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NCS(국가직무능력표준) 사이트 ncs.go.kr 에서 직무별 능력단위를 찾아봅니다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같은 직종 공고 두세 개를 나란히 보면 공통 역량이 드러납니다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1교시 흥미 유형의 강점 낱말과 겹치는 역량에 표시합니다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찾은 역량이 3교시 이력서 · 자기소개서의 뼈대가 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44450" y="1181100"/>
            <a:ext cx="44005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683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전문은 학습사이트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1220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실습 프롬프트 L2-1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1220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직무분석 — 핵심 역량 · 키워드 찾기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핵심 — 공고를 붙이고, 역량 · 키워드 · 흥미 유형 연결을 받는다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[역할] 채용 경력 많은 직무분석 전문가 [자료] 공고의 주요 업무 · 자격 요건 · 우대 사항 · 내 흥미 유형 [과업] ① 핵심 역량 3가지 ② 서류에 살릴 키워드 5개 ③ 흥미 유형과의 연결 두 줄 [형식] 표 — 역량 · 공고 근거 문장 · 내가 준비할 것 [조건] 공고에 없으면 「공고에 없음」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근거 문장이 실제 공고에 있는지 대조합니다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582650" y="1181100"/>
            <a:ext cx="35623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9065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0" y="1295400"/>
            <a:ext cx="2819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직무분석 메모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20586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2교시 산출물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20586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직무분석 메모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476500"/>
            <a:ext cx="4000500" cy="793750"/>
          </a:xfrm>
          <a:prstGeom prst="roundRect">
            <a:avLst>
              <a:gd name="adj" fmla="val 720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476500"/>
            <a:ext cx="57150" cy="7937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2590800"/>
            <a:ext cx="3467100" cy="565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7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지원 직종 · 공고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회사 이름은 빼도 됩니다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43500" y="2476500"/>
            <a:ext cx="12001500" cy="79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3403600"/>
            <a:ext cx="4000500" cy="1244600"/>
          </a:xfrm>
          <a:prstGeom prst="roundRect">
            <a:avLst>
              <a:gd name="adj" fmla="val 4591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3000" y="3403600"/>
            <a:ext cx="57150" cy="12446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3517900"/>
            <a:ext cx="34671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7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핵심 역량 3가지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공고 근거 문장과 함께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43500" y="3403600"/>
            <a:ext cx="12001500" cy="124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95900" y="4025900"/>
            <a:ext cx="116967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43000" y="4781550"/>
            <a:ext cx="4000500" cy="793750"/>
          </a:xfrm>
          <a:prstGeom prst="roundRect">
            <a:avLst>
              <a:gd name="adj" fmla="val 720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" y="4781550"/>
            <a:ext cx="57150" cy="7937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4895850"/>
            <a:ext cx="3467100" cy="565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7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핵심 키워드 5개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서류에 그대로 살릴 낱말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43500" y="4781550"/>
            <a:ext cx="12001500" cy="79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43000" y="5708650"/>
            <a:ext cx="4000500" cy="793750"/>
          </a:xfrm>
          <a:prstGeom prst="roundRect">
            <a:avLst>
              <a:gd name="adj" fmla="val 720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43000" y="5708650"/>
            <a:ext cx="57150" cy="7937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09700" y="5822950"/>
            <a:ext cx="3467100" cy="565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7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내 흥미 유형과의 연결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두 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43500" y="5708650"/>
            <a:ext cx="12001500" cy="79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43000" y="6635750"/>
            <a:ext cx="4000500" cy="793750"/>
          </a:xfrm>
          <a:prstGeom prst="roundRect">
            <a:avLst>
              <a:gd name="adj" fmla="val 720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6635750"/>
            <a:ext cx="57150" cy="7937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09700" y="6750050"/>
            <a:ext cx="3467100" cy="565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7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보완할 것 한 가지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자격 · 경험 · 공부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43500" y="6635750"/>
            <a:ext cx="12001500" cy="79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메모장 · 한글 · 워드 파일에 붙여 두고, 한 줄은 패들릿 「2교시 강의 · 나누기」에 올립니다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이렇게 나왔으면 잘된 것입니다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57175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84035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66700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역량마다 실제 공고의 근거 문장이 붙어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66141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393001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75666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공고에 없는 급여 · 복지 숫자가 끼어 있지 않다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75107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50196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484632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키워드 5개가 공고에 실제로 나오는 낱말이다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84073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610933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593598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흥미 유형과의 연결이 내 결과지와 맞는다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3039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6850" y="719899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3600" y="702564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개인정보를 넣지 않았다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과정 전체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55분, AI와 직무 읽기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AI는 정리를 돕고, 판단과 사실 확인은 내가 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AI는 말 잘하는 인턴 — 다섯 칸으로 부탁합니다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공고는 질문지 — 주요 업무 · 자격 · 우대 · 조건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직무기술서 · NCS로 필요한 역량을 더 찾습니다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직무분석 메모를 챙겼습니다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휴식 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3교시 · AI와 함께 이력서 · 자기소개서 · 면접 준비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3교시 · 강의 · 성예종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AI와 함께 이력서 · 자기소개서 · 면접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15:30~16:25 · 강사 성예종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지금 어디쯤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네 교시, 한 결과가 다음 교시의 재료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71800"/>
            <a:ext cx="16002000" cy="3810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1교시</a:t>
            </a:r>
          </a:p>
        </p:txBody>
      </p:sp>
      <p:sp>
        <p:nvSpPr>
          <p:cNvPr id="10" name="Oval 9"/>
          <p:cNvSpPr/>
          <p:nvPr/>
        </p:nvSpPr>
        <p:spPr>
          <a:xfrm>
            <a:off x="2947988" y="2895600"/>
            <a:ext cx="190500" cy="190500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워크숍 · 내 소개 · 흥미검사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소개 카드 · 흥미검사 결과지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017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2교시</a:t>
            </a:r>
          </a:p>
        </p:txBody>
      </p:sp>
      <p:sp>
        <p:nvSpPr>
          <p:cNvPr id="17" name="Oval 16"/>
          <p:cNvSpPr/>
          <p:nvPr/>
        </p:nvSpPr>
        <p:spPr>
          <a:xfrm>
            <a:off x="7015162" y="2895600"/>
            <a:ext cx="190500" cy="190500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0175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8775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강의 · 생성형 AI 기초 · 직무분석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8775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8775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8775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직무분석 메모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735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3교시</a:t>
            </a:r>
          </a:p>
        </p:txBody>
      </p:sp>
      <p:sp>
        <p:nvSpPr>
          <p:cNvPr id="24" name="Oval 23"/>
          <p:cNvSpPr/>
          <p:nvPr/>
        </p:nvSpPr>
        <p:spPr>
          <a:xfrm>
            <a:off x="11053762" y="2867025"/>
            <a:ext cx="247650" cy="24765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77350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E6F4EE"/>
          </a:solidFill>
          <a:ln w="19050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5950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강의 · 이력서 · 자기소개서 · 면접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5950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5950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5950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서류 초안 · 예상 면접 질문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4452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4교시</a:t>
            </a:r>
          </a:p>
        </p:txBody>
      </p:sp>
      <p:sp>
        <p:nvSpPr>
          <p:cNvPr id="31" name="Oval 30"/>
          <p:cNvSpPr/>
          <p:nvPr/>
        </p:nvSpPr>
        <p:spPr>
          <a:xfrm>
            <a:off x="15149512" y="2895600"/>
            <a:ext cx="190500" cy="190500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344525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573125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워크숍 · 총정리 · 맞춤 수정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573125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73125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73125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맞춤 수정본 · 다음 걸음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55분 뒤에는 이렇게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2교시에 찾은 직무역량을 이력서 문장에 넣습니다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평범한 경험을 「상황 → 한 일 → 결과」 문장으로 바꿉니다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내 말투로 자기소개서 한 문항 초안을 씁니다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예상 면접 질문을 뽑고 AI와 모의면접을 해 봅니다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남는 것: 이력서 · 자기소개서 초안 · 예상 면접 질문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3교시 ① · 이력서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해 본 일을 성과 문장으로 바꿉니다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「~을 담당했습니다」에서 멈추지 않고, 어떻게 했고 무엇이 달라졌는지까지 씁니다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같은 경험, 다른 문장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담당 업무 나열과 성과 문장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나열한 문장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누가 써도 같은 문장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재고 관리 업무 담당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거래처 관리 담당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성실하게 근무함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성과 문장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내가 보이는 문장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주간 재고표를 만들어 품절을 미리 알림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거래처 납기 일정을 조율해 지연을 줄임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근거는 내가 말한 사실만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45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성과 문장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네 칸을 채우면 한 문장이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숫자는 내가 확실히 아는 것만 씁니다 — 모르면 「확인 필요」로 남깁니다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어디서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어떤 일이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내가 직접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한 행동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무엇이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달라졌나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키워드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공고의 낱말로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다듬기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46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44450" y="1181100"/>
            <a:ext cx="44005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683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전문은 학습사이트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1220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실습 프롬프트 L3-1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1220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이력서 — 경험을 성과 문장으로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핵심 — 2교시 키워드와 내 경험을 함께 준다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[역할] 이력서 첨삭 취업 컨설턴트 [자료] 지원 직무 · 2교시 핵심 역량 · 키워드 · 내가 해 온 일 [과업] ① 경력 문장 3개 ② 「상황 → 한 일 → 결과」 ③ 키워드를 자연스럽게 [형식] 번호 붙인 문장 3개, 40자 안팎 [조건] 말하지 않은 숫자 · 자격은 「확인 필요」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숫자 · 자격 · 기간이 내가 말한 그대로인지 봅니다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3교시 ② · 자기소개서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내 목소리로 쓰면 「AI 티」가 빠집니다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흔한 표현 대신 실제 장면 하나 — 읽는 사람은 그 장면에서 나를 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자주 나오는 문항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네 문항 가운데 하나를 골라 씁니다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지원동기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왜 이 일,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왜 이 회사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직무역량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2교시 역량과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경험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협업 경험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함께 일한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장면 하나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입사 후 포부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첫해에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할 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49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「AI 티」 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 표현이 보이면 장면으로 바꿉니다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57175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84035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66700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「끊임없는 도전 정신」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→ 실제로 도전한 일 하나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66141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393001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75666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「소통 능력을 길렀습니다」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→ 누구와 무엇을 조율했나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75107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50196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484632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「회사 발전에 기여」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→ 첫해에 할 일 한 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84073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610933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593598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지나친 꾸밈말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→ 짧고 담백하게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3039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6850" y="719899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3600" y="702564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내가 안 한 경험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→ 지웁니다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44450" y="1181100"/>
            <a:ext cx="44005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683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전문은 학습사이트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1220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실습 프롬프트 L3-2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1220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자기소개서 — 내 말투로 문항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핵심 — 문항 · 역량 · 내 말로 적은 까닭을 준다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[역할] 자기소개서 취업 코치 [자료] 문항(글자 수) · 지원 직무와 역량 · 하고 싶은 까닭과 경험 [과업] ① 내 말투로 초안 ② 흔한 표현은 실제 장면으로 ③ 사실 확인할 문장 표시 [형식] 초안 + 확인할 문장 목록 [조건] 글자 수 지키기, 안 한 경험 지어내지 않기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표시된 문장이 모두 사실인지 내가 확인합니다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51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3교시 ③ · 인공지능 활용 면접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서류에 쓴 문장은 면접 질문이 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내가 설명할 수 있는 문장만 서류에 남기고, 그 문장으로 나올 질문을 미리 연습합니다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52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답변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네 마디로 답하면 길을 잃지 않습니다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한 답은 1분 안팎 — 결론부터 말합니다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묻는 말에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먼저 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근거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왜 그렇게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말할 수 있나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실제 장면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하나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이 회사에서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어떻게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53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44450" y="1181100"/>
            <a:ext cx="44005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683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전문은 학습사이트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1220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실습 프롬프트 L3-3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1220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면접 — 예상 질문과 AI 모의면접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핵심 — 한 번에 한 질문씩 묻게 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[역할] 이 직무의 면접관 [자료] 지원 직무 · 이력서 · 자기소개서 요약 [과업] ① 예상 질문 5개 ② 한 번에 하나씩 묻기 ③ 「결론 → 근거 → 사례 → 다짐」으로 피드백 [형식] 질문 한 줄, 피드백 세 줄 이내 [조건] 내 답에 없는 경험 덧붙이지 않기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소리 내어 답해 보면 막히는 곳이 보입니다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54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001750" y="1181100"/>
            <a:ext cx="31432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3256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516100" y="1295400"/>
            <a:ext cx="2400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3교시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2477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3교시 산출물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2477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서류 초안 · 예상 면접 질문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476500"/>
            <a:ext cx="4000500" cy="1403350"/>
          </a:xfrm>
          <a:prstGeom prst="roundRect">
            <a:avLst>
              <a:gd name="adj" fmla="val 407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476500"/>
            <a:ext cx="57150" cy="14033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2590800"/>
            <a:ext cx="3467100" cy="1174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이력서 성과 문장 3개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상황 → 한 일 → 결과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43500" y="2476500"/>
            <a:ext cx="12001500" cy="1403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95900" y="3178175"/>
            <a:ext cx="116967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3000" y="4013200"/>
            <a:ext cx="4000500" cy="1403350"/>
          </a:xfrm>
          <a:prstGeom prst="roundRect">
            <a:avLst>
              <a:gd name="adj" fmla="val 407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013200"/>
            <a:ext cx="57150" cy="14033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4127500"/>
            <a:ext cx="3467100" cy="1174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자기소개서 한 문항 초안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문항 이름과 글자 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3500" y="4013200"/>
            <a:ext cx="12001500" cy="1403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95900" y="4714875"/>
            <a:ext cx="116967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43000" y="5549900"/>
            <a:ext cx="4000500" cy="873125"/>
          </a:xfrm>
          <a:prstGeom prst="roundRect">
            <a:avLst>
              <a:gd name="adj" fmla="val 654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549900"/>
            <a:ext cx="57150" cy="87312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9700" y="5664200"/>
            <a:ext cx="3467100" cy="644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예상 면접 질문 3개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AI 모의면접에서 나온 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43500" y="5549900"/>
            <a:ext cx="12001500" cy="8731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43000" y="6556375"/>
            <a:ext cx="4000500" cy="873125"/>
          </a:xfrm>
          <a:prstGeom prst="roundRect">
            <a:avLst>
              <a:gd name="adj" fmla="val 654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3000" y="6556375"/>
            <a:ext cx="57150" cy="87312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09700" y="6670675"/>
            <a:ext cx="3467100" cy="644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가장 자신 있는 답 한 줄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결론부터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43500" y="6556375"/>
            <a:ext cx="12001500" cy="8731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가장 마음에 드는 문장 하나와 면접 질문 하나를 패들릿 「3교시 강의 · 나누기」에 올립니다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55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제출 전에 꼭 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57175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84035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66700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숫자 · 자격 · 기간이 내가 말한 그대로다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66141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393001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75666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「확인 필요」로 남은 곳을 직접 확인했다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75107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50196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484632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자기소개서에 내가 하지 않은 경험이 없다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84073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610933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593598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공고의 핵심 키워드가 자연스럽게 들어갔다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3039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6850" y="719899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3600" y="702564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면접에서 이 문장을 내 말로 설명할 수 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56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과정 전체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55분, 서류와 면접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AI가 쓴 문장은 초안 — 사실과 목소리는 내가 채웁니다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경험은 「상황 → 한 일 → 결과」 문장으로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흔한 표현 대신 실제 장면 하나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면접 답은 결론 → 근거 → 사례 → 다짐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서류 초안과 예상 질문을 챙겼습니다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다음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4교시 · 총정리 워크숍 (정동엽)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4교시 · 워크숍 · 정동엽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총정리 — 맞춤형 수정과 다음 걸음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16:25~17:20 · 강사 정동엽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57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지금 어디쯤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네 교시, 한 결과가 다음 교시의 재료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71800"/>
            <a:ext cx="16002000" cy="3810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1교시</a:t>
            </a:r>
          </a:p>
        </p:txBody>
      </p:sp>
      <p:sp>
        <p:nvSpPr>
          <p:cNvPr id="10" name="Oval 9"/>
          <p:cNvSpPr/>
          <p:nvPr/>
        </p:nvSpPr>
        <p:spPr>
          <a:xfrm>
            <a:off x="2947988" y="2895600"/>
            <a:ext cx="190500" cy="190500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워크숍 · 내 소개 · 흥미검사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소개 카드 · 흥미검사 결과지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017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2교시</a:t>
            </a:r>
          </a:p>
        </p:txBody>
      </p:sp>
      <p:sp>
        <p:nvSpPr>
          <p:cNvPr id="17" name="Oval 16"/>
          <p:cNvSpPr/>
          <p:nvPr/>
        </p:nvSpPr>
        <p:spPr>
          <a:xfrm>
            <a:off x="7015162" y="2895600"/>
            <a:ext cx="190500" cy="190500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0175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8775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강의 · 생성형 AI 기초 · 직무분석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8775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8775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8775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직무분석 메모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735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3교시</a:t>
            </a:r>
          </a:p>
        </p:txBody>
      </p:sp>
      <p:sp>
        <p:nvSpPr>
          <p:cNvPr id="24" name="Oval 23"/>
          <p:cNvSpPr/>
          <p:nvPr/>
        </p:nvSpPr>
        <p:spPr>
          <a:xfrm>
            <a:off x="11082338" y="2895600"/>
            <a:ext cx="190500" cy="190500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77350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5950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강의 · 이력서 · 자기소개서 · 면접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5950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5950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5950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서류 초안 · 예상 면접 질문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4452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4교시</a:t>
            </a:r>
          </a:p>
        </p:txBody>
      </p:sp>
      <p:sp>
        <p:nvSpPr>
          <p:cNvPr id="31" name="Oval 30"/>
          <p:cNvSpPr/>
          <p:nvPr/>
        </p:nvSpPr>
        <p:spPr>
          <a:xfrm>
            <a:off x="15120938" y="2867025"/>
            <a:ext cx="247650" cy="24765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344525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E6F4EE"/>
          </a:solidFill>
          <a:ln w="19050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573125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워크숍 · 총정리 · 맞춤 수정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573125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73125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73125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맞춤 수정본 · 다음 걸음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58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55분 뒤에는 이렇게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 만든 것을 한 파일에 모읍니다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서류를 지원할 공고와 내 흥미 유형에 맞춰 고칩니다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패들릿에 총정리 카드를 올리고 서로 한마디를 남깁니다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개인 맞춤 페이지와 다음 걸음 한 가지를 정합니다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남는 것: 맞춤 수정본 · 다음 걸음 한 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59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이 시간의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다섯 단계로 오늘을 마무리합니다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막히면 그 자리에서 손을 들거나 패들릿 「질문 있어요」에 올립니다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모으기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오늘 만든 것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한 파일에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맞춤 수정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 · 흥미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유형에 맞춰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서로 한마디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다른 카드에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댓글 한 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총정리 카드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패들릿에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올리기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설문 · 상담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다음 걸음으로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이어 가기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60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4교시 ① · 오늘 만든 것 모으기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흩어진 결과를 한 파일에 모읍니다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패들릿 · 메모장 · AI 대화창에 흩어진 것을 지금 한곳에 모아야 집에 가서도 이어 갑니다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61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모을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 다섯 가지가 한 파일에 있나요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57175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79654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66700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흥미검사 결과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유형 두 가지 · 잘 맞는 직종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57378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379857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66903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직무분석 메모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핵심 역량 · 키워드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57581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48006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467106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이력서 성과 문장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3개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57784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580263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567309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자기소개서 초안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한 문항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57987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6850" y="680466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3600" y="667512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예상 면접 질문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3개와 내 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파일 이름 예: 경산취업특강_내서류_20261106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62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4교시 ② · 맞춤형 수정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같은 경험도 공고마다 다르게 씁니다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공고의 낱말을 살리고, 내 흥미 유형의 강점이 드러나게 — 없는 경험은 더하지 않습니다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63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같은 경험, 두 공고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공고가 달라지면 강조점이 달라집니다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물류 관리 공고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정확성 · 재고 관리 강조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주간 재고표로 품절을 미리 알림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입출고 수량을 날마다 대조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 낱말: 재고 · 정확성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사무 · 경리 공고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정리 · 문서 관리 강조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거래처 서류를 엑셀로 정리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납기 일정표를 만들어 공유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 낱말: 문서 · 일정 관리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64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44450" y="1181100"/>
            <a:ext cx="44005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683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전문은 학습사이트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1220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실습 프롬프트 W4-1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1220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맞춤 수정 — 공고 · 흥미 유형에 맞춰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핵심 — 공고 · 흥미 유형 · 내 문장을 함께 준다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[역할] 직업상담 경험 많은 취업 컨설턴트 [자료] 흥미 유형 · 희망 직종 · 공고의 업무와 자격 · 오늘 쓴 문장 [과업] 공고 낱말을 살리고 흥미 유형의 강점이 드러나게 고치기, 없는 경험은 쓰지 않기 [형식] 고친 문장 · 바꾼 이유 세 줄 · 채울 사실 질문 두 개 [조건] 과장 없이 담백하게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고친 문장도 사실 그대로인지 다시 봅니다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65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4교시 ③ · 총정리 카드와 서로 한마디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오늘의 나를 한 장에 남깁니다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총정리 카드는 개인 맞춤 페이지에 함께 반영됩니다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66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001750" y="1181100"/>
            <a:ext cx="31432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3256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516100" y="1295400"/>
            <a:ext cx="2400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총정리 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2477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총정리 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2477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패들릿 「총정리 · 오늘의 다짐」 열에 올립니다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476500"/>
            <a:ext cx="4000500" cy="883920"/>
          </a:xfrm>
          <a:prstGeom prst="roundRect">
            <a:avLst>
              <a:gd name="adj" fmla="val 646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476500"/>
            <a:ext cx="57150" cy="88392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2590800"/>
            <a:ext cx="3467100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별명 또는 이름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1교시 카드와 같게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43500" y="2476500"/>
            <a:ext cx="12001500" cy="883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3493770"/>
            <a:ext cx="4000500" cy="883920"/>
          </a:xfrm>
          <a:prstGeom prst="roundRect">
            <a:avLst>
              <a:gd name="adj" fmla="val 646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3000" y="3493770"/>
            <a:ext cx="57150" cy="88392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3608070"/>
            <a:ext cx="3467100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나의 흥미 유형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예: 관습형 · 현실형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43500" y="3493770"/>
            <a:ext cx="12001500" cy="883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43000" y="4511040"/>
            <a:ext cx="4000500" cy="883920"/>
          </a:xfrm>
          <a:prstGeom prst="roundRect">
            <a:avLst>
              <a:gd name="adj" fmla="val 646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" y="4511040"/>
            <a:ext cx="57150" cy="88392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625340"/>
            <a:ext cx="3467100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 고른 직종 · 공고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회사 이름은 빼도 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43500" y="4511040"/>
            <a:ext cx="12001500" cy="883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3000" y="5528310"/>
            <a:ext cx="4000500" cy="883920"/>
          </a:xfrm>
          <a:prstGeom prst="roundRect">
            <a:avLst>
              <a:gd name="adj" fmla="val 646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528310"/>
            <a:ext cx="57150" cy="88392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642610"/>
            <a:ext cx="3467100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 고친 한 문장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가장 마음에 드는 문장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43500" y="5528310"/>
            <a:ext cx="12001500" cy="883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43000" y="6545580"/>
            <a:ext cx="4000500" cy="883920"/>
          </a:xfrm>
          <a:prstGeom prst="roundRect">
            <a:avLst>
              <a:gd name="adj" fmla="val 646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" y="6545580"/>
            <a:ext cx="57150" cy="88392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659880"/>
            <a:ext cx="3467100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다음 걸음 한 가지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언제까지 무엇을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43500" y="6545580"/>
            <a:ext cx="12001500" cy="883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양식은 학습사이트 「4교시 총정리」 화면과 패들릿 안내 카드 댓글에서 복사합니다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67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서로 한마디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다른 분 카드에 이렇게 댓글을 남깁니다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좋았던 문장 하나를 짚어 줍니다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그 사람의 강점이 보인 곳을 한 줄로 말해 줍니다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고칠 점은 질문으로 — 「이 숫자는 언제 일인가요?」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개인정보를 묻거나 적지 않습니다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한 사람에게 한 줄이면 충분합니다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68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4교시 ④ · 개인 맞춤 페이지와 다음 걸음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오늘이 끝이 아니라 첫걸음입니다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개인 맞춤 페이지 · 공식 검사 · 취업상담으로 이어 갑니다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69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개인 맞춤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주소는 내 카드의 댓글로 받습니다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공개를 원하지 않는 내용은 카드에서 지우면 페이지에도 넣지 않습니다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 소개 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1교시에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올린 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총정리 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4교시에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올린 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맞춤 제작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두 카드로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페이지 구성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주소 받기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카드 댓글로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안내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70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특강 뒤에 갈 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다음 걸음을 이어 갈 세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경산시취업지원센터 취업상담 — 053-811-3037~8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고용24(work24.go.kr) 직업심리검사로 공식 결과를 받아 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학습사이트 흥미검사 · 프롬프트는 특강 뒤에도 그대로 씁니다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지원 제도의 내용은 바뀔 수 있으니 공식 사이트에서 확인합니다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71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과정 전체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4시간, 나를 정리하고 서류를 쓴 하루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흥미 → 직무 → 서류 → 맞춤 수정, 이 순서는 모든 지원에 다시 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 만든 것을 한 파일에 모았습니다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공고마다 강조점을 바꿔 고칩니다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총정리 카드가 개인 맞춤 페이지의 재료입니다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다음 걸음 한 가지를 정했습니다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마무리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설문 작성 · 취업상담 연계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17:20~17:30 ·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설문 작성 · 취업상담 연계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17:20~17:30 · 경산시취업지원센터 · 경산고용복지+센터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72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돌아보기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 네 교시에서 남은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71800"/>
            <a:ext cx="16002000" cy="3810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1교시</a:t>
            </a:r>
          </a:p>
        </p:txBody>
      </p:sp>
      <p:sp>
        <p:nvSpPr>
          <p:cNvPr id="10" name="Oval 9"/>
          <p:cNvSpPr/>
          <p:nvPr/>
        </p:nvSpPr>
        <p:spPr>
          <a:xfrm>
            <a:off x="2947988" y="2895600"/>
            <a:ext cx="190500" cy="190500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워크숍 · 내 소개 · 흥미검사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소개 카드 · 흥미검사 결과지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017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2교시</a:t>
            </a:r>
          </a:p>
        </p:txBody>
      </p:sp>
      <p:sp>
        <p:nvSpPr>
          <p:cNvPr id="17" name="Oval 16"/>
          <p:cNvSpPr/>
          <p:nvPr/>
        </p:nvSpPr>
        <p:spPr>
          <a:xfrm>
            <a:off x="7015162" y="2895600"/>
            <a:ext cx="190500" cy="190500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0175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8775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강의 · 생성형 AI 기초 · 직무분석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8775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8775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8775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직무분석 메모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735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3교시</a:t>
            </a:r>
          </a:p>
        </p:txBody>
      </p:sp>
      <p:sp>
        <p:nvSpPr>
          <p:cNvPr id="24" name="Oval 23"/>
          <p:cNvSpPr/>
          <p:nvPr/>
        </p:nvSpPr>
        <p:spPr>
          <a:xfrm>
            <a:off x="11082338" y="2895600"/>
            <a:ext cx="190500" cy="190500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77350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5950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강의 · 이력서 · 자기소개서 · 면접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5950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5950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5950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서류 초안 · 예상 면접 질문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4452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4교시</a:t>
            </a:r>
          </a:p>
        </p:txBody>
      </p:sp>
      <p:sp>
        <p:nvSpPr>
          <p:cNvPr id="31" name="Oval 30"/>
          <p:cNvSpPr/>
          <p:nvPr/>
        </p:nvSpPr>
        <p:spPr>
          <a:xfrm>
            <a:off x="15149512" y="2895600"/>
            <a:ext cx="190500" cy="190500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344525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573125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워크숍 · 총정리 · 맞춤 수정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573125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73125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73125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맞춤 수정본 · 다음 걸음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73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마치기 전에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10분 동안 네 가지를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오늘 만든 것을 들고 다음 걸음으로 이어 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만족도 설문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안내에 따라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작성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소감 한 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패들릿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「오늘 소감」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투표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가장 도움이 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시간은?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 저장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오늘 만든 것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한 파일로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74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취업상담 연계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특강 뒤에 이어 갈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경산시취업지원센터 취업상담 — 053-811-3037~8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특강 문의 — 053-667-6844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고용24(work24.go.kr) — 채용공고 · 직업심리검사 · 구직 등록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개인 맞춤 페이지 — 주소는 패들릿 내 카드의 댓글로 안내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지원 제도의 내용은 바뀔 수 있으니 공식 사이트에서 확인합니다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과정 전체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75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과정 전체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 함께해 주셔서 고맙습니다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흥미 → 직무 → 서류 → 맞춤 수정, 이 순서는 모든 지원에 다시 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학습사이트와 흥미검사는 특강 뒤에도 그대로 씁니다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프롬프트 모음으로 다른 공고에도 다시 해 봅니다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다음 걸음 한 가지를 이번 주에 실천합니다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궁금한 것은 취업상담으로 이어 갑니다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다시 보기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gyeongsan.jobability.co.kr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