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시작하기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 환경 설치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 · VS Code · Node.js · Git — 네 가지면 충분합니다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컴퓨터에 코드를 쓰고 바로 확인할 수 있는 환경을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설치가 제대로 됐는지 명령어로 확인할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폴더 구조를 만들고 첫 페이지를 브라우저에 띄운다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12107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12107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VS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59325" y="2781300"/>
            <a:ext cx="101325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9325" y="2781300"/>
            <a:ext cx="101325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Node.js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7829" y="2781300"/>
            <a:ext cx="558564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7829" y="2781300"/>
            <a:ext cx="558564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1643" y="2781300"/>
            <a:ext cx="1371389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21643" y="2781300"/>
            <a:ext cx="1371389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Live Server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8282" y="2781300"/>
            <a:ext cx="1220480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8282" y="2781300"/>
            <a:ext cx="122048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개발자 도구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왜 설치하나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왜 설치하나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479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47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프로그램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781300"/>
            <a:ext cx="88201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2781300"/>
            <a:ext cx="88201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287250" y="2781300"/>
            <a:ext cx="485775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87250" y="2781300"/>
            <a:ext cx="485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 수업에서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크롬 또는 엣지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448050"/>
            <a:ext cx="8820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4250" y="3448050"/>
            <a:ext cx="8629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만든 페이지를 보여 주고, 개발자 도구로 속을 들여다본다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87250" y="3448050"/>
            <a:ext cx="4857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0" y="3448050"/>
            <a:ext cx="4667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4171950"/>
            <a:ext cx="8820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4250" y="4171950"/>
            <a:ext cx="8629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쓰는 편집기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287250" y="4171950"/>
            <a:ext cx="4857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0" y="4171950"/>
            <a:ext cx="4667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Node.js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29000" y="4895850"/>
            <a:ext cx="8820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4250" y="4895850"/>
            <a:ext cx="8629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터미널에서 도구를 돌리는 실행기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287250" y="4895850"/>
            <a:ext cx="4857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82500" y="4895850"/>
            <a:ext cx="4667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 (AI 도구·빌드에 쓴다)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247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057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5619750"/>
            <a:ext cx="88201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4250" y="5619750"/>
            <a:ext cx="86296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이력을 저장하고 GitHub에 올린다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287250" y="5619750"/>
            <a:ext cx="485775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0" y="5619750"/>
            <a:ext cx="466725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필수 (6장에서 씀)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무엇을 왜 설치하나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네 가지 모두 무료이고 윈도우·맥 모두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학교 실습실 컴퓨터에는 이미 깔려 있을 수 있으니, 설치 전에 아래 "확인" 명령을 먼저 돌려 보세요.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브라우저와 개발자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크롬(또는 엣지)을 쓰고, 개발자 도구를 여는 법을 지금 익혀 둡니다.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브라우저와 개발자 도구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58470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584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하고 싶은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5800" y="2781300"/>
            <a:ext cx="81407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5800" y="2781300"/>
            <a:ext cx="814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단축키 (윈도우)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단축키 (맥)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584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394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 도구 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5800" y="3448050"/>
            <a:ext cx="814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61050" y="3448050"/>
            <a:ext cx="795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F12 또는 Ctrl + Shift + 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⌘ + ⌥ + 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584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394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콘솔(오류 메시지) 보기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5800" y="4171950"/>
            <a:ext cx="814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61050" y="4171950"/>
            <a:ext cx="795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 + Shift +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⌘ + ⌥ + J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584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394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화면 요소 집어서 보기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5800" y="4895850"/>
            <a:ext cx="814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61050" y="4895850"/>
            <a:ext cx="795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 + Shift + 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⌘ + ⌥ + 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5847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394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새로고침 (캐시 무시)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5800" y="5619750"/>
            <a:ext cx="814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61050" y="5619750"/>
            <a:ext cx="795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 + Shift + 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⌘ + ⇧ + 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수업에서 가장 자주 쓰는 도구입니다.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"화면이 안 나와요" 의 90%는 콘솔에 답이 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빨간 글씨가 있으면 그것이 원인입니다.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 빨간 글씨를 그대로 복사해서 AI에게 붙여 넣는 것이 가장 빠른 해결법입니다(4장).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콘솔을 안 보고 "안 돼요"라고만 물으면 AI도 사람도 도울 수 없습니다.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VS Code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VS Code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code.visualstudio.com 에서 내 운영체제용 설치 파일을 내려받습니다.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설치할 때 윈도우는 "Code(으)로 열기" 항목을 모두 체크해 두면 폴더를 오른쪽 클릭으로 열 수 있어 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맥은 내려받은 앱을 응용 프로그램 폴더로 끌어다 놓으면 끝입니다.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꼭 넣을 확장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576637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576637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확장 이름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57737" y="2781300"/>
            <a:ext cx="1038726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57737" y="2781300"/>
            <a:ext cx="1038726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5766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53861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Live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57737" y="3448050"/>
            <a:ext cx="1038726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2987" y="3448050"/>
            <a:ext cx="1019676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저장하면 브라우저가 자동으로 새로고침됩니다. 이 수업 내내 씁니다.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5766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53861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Prettier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57737" y="4171950"/>
            <a:ext cx="1038726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2987" y="4171950"/>
            <a:ext cx="1019676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들여쓰기를 자동으로 정리해 줍니다. 코드가 읽기 쉬워집니다.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576637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5386137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Korean Language Pack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57737" y="4895850"/>
            <a:ext cx="1038726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2987" y="4895850"/>
            <a:ext cx="1019676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VS Code 메뉴를 한국어로 바꿔 줍니다. (선택)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왼쪽 막대의 네모 블록 아이콘(Extensions)을 눌러 이름으로 검색해 설치합니다.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꼭 넣을 확장 3가지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Live Server는 설치 후 HTML 파일을 열고 오른쪽 아래 "Go Live" 를 누르면 시작됩니다.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파일을 더블클릭해서 여는 것(file://)과 달리 실제 웹 주소(http://)로 열려, 나중에 배울 자바스크립트 기능들이 정상 동작합니다.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Node.js 설치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nodejs.org 에 가면 버튼이 두 개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Node.js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LTS 라고 적힌 쪽을 받으세요.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LTS는 "오래 지원되는 안정판"이라는 뜻입니다.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옆의 최신판은 실험적인 기능이 들어 있어 수업용으로 맞지 않습니다.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맥 사용자 — Homebrew 를 쓴다면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brew install node 한 줄로도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Homebrew 가 없으면 그냥 공식 사이트에서 받는 편이 간단합니다.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④ Git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④ Git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92140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921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운영체제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3240" y="2781300"/>
            <a:ext cx="1467176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73240" y="2781300"/>
            <a:ext cx="14671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 방법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129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110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윈도우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73240" y="3448050"/>
            <a:ext cx="14671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8490" y="3448050"/>
            <a:ext cx="14481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git-scm.com 에서 내려받아 설치. 선택지는 전부 기본값으로 두고 넘어가면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12921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11016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73240" y="4171950"/>
            <a:ext cx="146717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8490" y="4171950"/>
            <a:ext cx="144812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터미널에 git --version 을 치면 안 깔린 경우 설치를 물어봅니다. brew install git…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이름과 이메일 등록 — 커밋에 기록됩니다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config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global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"홍길동"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config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global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email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"본인메일@hs.ac.kr"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제대로 들어갔는지 확인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config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global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 직후 한 번만 해 둘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여기 적는 이메일은 GitHub 계정 이메일과 같게 해 두세요(6장).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다르면 커밋이 내 잔디(기여 그래프)에 잡히지 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 확인 — 전부 한 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터미널을 엽니다.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 확인 — 전부 한 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 안에서 Ctrl + 백틱 키(느낌표·숫자 1 왼쪽에 있는 키, 맥도 Control) 를 누르면 아래쪽에 열립니다.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아래 네 줄을 차례로 쳐서 버전 숫자가 나오면 성공입니다.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node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# 예: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v22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← 숫자는 사람마다 다릅니다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npm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# 예: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version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# 예: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git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version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code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#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Code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버전 (맥에서 안 되면 아래 참고)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 확인 — 전부 한 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37624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37624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이런 메시지가 나오면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7345" y="2781300"/>
            <a:ext cx="3456590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7345" y="2781300"/>
            <a:ext cx="345659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034" y="2781300"/>
            <a:ext cx="809296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034" y="2781300"/>
            <a:ext cx="809296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3762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1857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command not found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7345" y="3448050"/>
            <a:ext cx="345659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52595" y="3448050"/>
            <a:ext cx="32660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설치가 안 됐거나 경로를 못 찾는다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034" y="3448050"/>
            <a:ext cx="809296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7284" y="3448050"/>
            <a:ext cx="790246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터미널을 껐다 다시 켭니다. 그래도 안 되면 재설치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3762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1857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'node'은(는) ... 인식되지 않습니다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7345" y="4171950"/>
            <a:ext cx="345659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2595" y="4171950"/>
            <a:ext cx="32660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윈도우에서 같은 문제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034" y="4171950"/>
            <a:ext cx="809296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7284" y="4171950"/>
            <a:ext cx="790246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컴퓨터를 재부팅하면 대개 해결됩니다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37624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18574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맥에서 code -v 만 안 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57345" y="4895850"/>
            <a:ext cx="345659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2595" y="4895850"/>
            <a:ext cx="326609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명령어 등록이 안 된 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034" y="4895850"/>
            <a:ext cx="809296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7284" y="4895850"/>
            <a:ext cx="790246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VS Code에서 ⌘+⇧+P → shell command 검색 → PATH에 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재부팅이 진짜 해결책일 때가 많습니다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설치 프로그램이 등록한 경로(PATH)는 이미 열려 있던 터미널에는 반영되지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"분명 설치했는데 command not found" 는 거의 항상 이것입니다.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터미널 새로 열기 → 그래도 안 되면 재부팅 → 그래도 안 되면 재설치 순서로 시도하세요.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폴더 만들고 첫 페이지 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학기 내내 쓸 폴더를 지금 만들어 둡니다.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폴더 만들고 첫 페이지 띄우기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경로에 한글과 띄어쓰기를 넣지 마세요.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나중에 도구들이 경로를 못 읽는 사고가 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폴더 구조 — 예시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2026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          ← 바탕화면이나 문서 폴더에 만듭니다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├──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week02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│   └──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index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├──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week03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├──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project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          ←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Term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프로젝트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└──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practice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         ← 실습 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폴더 만들고 첫 페이지 띄우기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Code에서 파일 → 폴더 열기 로 hs-web-2026 을 엽니다.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week02 폴더를 만들고 그 안에 index.html 파일을 만듭니다.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아래 코드를 붙여 넣고 저장(Ctrl/⌘ + S)합니다.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오른쪽 아래 Go Live 를 누릅니다. 브라우저가 열리면 성공입니다.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index.html — 첫 페이지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&lt;!DOCTYPE 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&lt;html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lang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"ko"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charset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&lt;meta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"viewport"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content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"width=device-width, initial-scale=1.0"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내 첫 페이지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&lt;/title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&lt;/head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설치 성공!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&lt;/h1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이제 시작할 준비가 됐습니다.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&lt;/body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&lt;/html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폴더 만들고 첫 페이지 띄우기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&lt;meta charset="UTF-8"&gt; 이 빠지면 한글이 깨져서 나옵니다.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첫 줄부터 다섯 줄까지는 모든 HTML 문서에 똑같이 들어가는 뼈대이니 통째로 외워 두면 편합니다.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Code에서 빈 파일에 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를 치고 Tab 을 누르면 자동으로 만들어 줍니다.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node -v · npm -v · git --version 이 모두 버전을 출력한다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Code에 Live Server 확장을 설치했다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git config --global user.name 과 이메일을 등록했다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실습 폴더를 만들고 첫 페이지를 브라우저에 띄워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개발자 도구(F12)를 열고 콘솔 탭을 찾을 수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2장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2장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2장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개발 환경 설치 — 예상 40분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3장 · AI 코딩 도구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