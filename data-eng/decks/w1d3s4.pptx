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1-3 · 이미지·컨테이너와 도커 사용하기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명령 한 장 · 컨테이너 정돈 · 자주 겪는 오류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쓴 도커 명령을 표 한 장으로 되짚는다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 · volume ls · images 로 정돈 상태를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세 가지의 원인과 해결을 말한다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1-4 Dockerfile 작성 및 이미지 최적화를 미리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세 낱말 — 틀과 붕어빵(image·container) · 문(-p 밖:안) · 상자(-v 이름:안)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1-3 마무리 체크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이미지는 틀(읽기 전용), 컨테이너는 그 틀로 만든 실행 중인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exited 는 사라진 것이 아니다 — 이름과 디스크를 붙들고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안에서 고친 것은 컨테이너와 함께 사라진다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남길 것은 두 곳 — 프로그램·설정은 이미지, 데이터는 볼륨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heredoc 흘려 넣기는 -i, 직접 타이핑은 -it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stop 은 SIGTERM 뒤 10초 대기, kill 은 즉시 — DB 는 언제나 stop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정리·회고 0.5H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도커 명령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쓴 명령 한 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자주 쓰는 옵션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 받기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pull 저장소:태그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태그를 꼭 붙인다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실행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044043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044043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이미지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044043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044043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-d · --name · -p · -v · -e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목록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640036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640036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640036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640036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-a 정지된 것까지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 보기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236029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236029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logs 이름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236029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236029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-f 실시간 · --tail 20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안으로 들어가기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5832021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5832021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exec -it 이름 bash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5832021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5832021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bash 가 없으면 sh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정지 / 시작 / 삭제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6428014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8770" y="6428014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stop · start · rm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04320" y="6428014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9570" y="6428014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정지 후에 지운다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 목록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7024007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8770" y="7024007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volume ls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4320" y="7024007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99570" y="7024007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volume rm 은 되돌릴 수 없음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정지된 것 일괄 정리는 docker container prune — docker volume rm 만 되돌릴 수 없다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정리·회고 0.5H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손으로 확인한 것에 표시해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이미지와 컨테이너의 관계를 붕어빵 틀 비유로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가상머신과의 차이를 「커널을 공유하는가」로 설명할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nginx 컨테이너를 띄우고 curl 과 브라우저로 접속을 확인했다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와 ps -a 의 차이를 실험으로 확인했다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exec 로 안에 들어가 리눅스 명령을 실행해 봤다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안에서 고친 파일이 재생성 후 사라지는 것을 직접 봤다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postgres:16 을 볼륨과 함께 실행하고 psql 접속에 성공했다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지웠다 다시 만들어도 데이터가 남고, 볼륨 없이는 사라짐을 확인했다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컨테이너 정돈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1-4 실습을 위해 깨끗하게 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16316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16316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docker ps -a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6163" y="2781300"/>
            <a:ext cx="1383883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8563" y="2781300"/>
            <a:ext cx="1353403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중인 컨테이너 없음 — pg 는 Exited 로 남아 있어도 정상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216316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216316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docker volume 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6163" y="3429000"/>
            <a:ext cx="1383883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8563" y="3429000"/>
            <a:ext cx="1353403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pgdata 볼륨이 남아 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216316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216316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docker images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6163" y="4076700"/>
            <a:ext cx="1383883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8563" y="4076700"/>
            <a:ext cx="1353403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nginx · postgres 이미지가 목록에 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셋이 맞으면 정돈 끝 — pg 는 지우지 말고 stop 만, pgdata 도 지우지 않는다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정리·회고 0.5H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→ 원인 →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Cannot connect to the Docker daemon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Desktop(데몬)이 안 떠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64340" y="34480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59590" y="34480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Desktop 실행 → docker version 에 Server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port is already allocated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포트를 다른 컨테이너·프로그램이 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64340" y="41719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59590" y="41719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로 찾아 stop, 또는 -p 8081:80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container name "/web" is already in 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이름이 (정지 상태로) 남아 있다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64340" y="48958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59590" y="48958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-a → docker rm web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컨테이너가 바로 죽으면 docker logs 이름 부터 — 대개 필수 환경변수(POSTGRES_PASSWORD)가 빠진 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넷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컨테이너가 바로 죽어요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logs 이름 부터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대개 필수 환경변수가 빠진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2924175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bash 가 없다는데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가벼운 alpine 계열엔 bash 가 없다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exec -it 이름 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591175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62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68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이미지도 지워지나?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아니다 — docker rm 은 컨테이너만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이미지는 docker rmi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0" y="5591175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M1·M2 이미지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arm64 미지원이면 --platform linux/amd64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대개 돌지만 느리다 — 이 과정 이미지는 대부분 지원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정리·회고 0.5H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1-4 · Dockerfile 작성 및 이미지 최적화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Dockerfile 문법과 레이어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지시어와 레이어 캐시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빌드 실습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 앱을 빌드해 실행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최적화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베이스 교체·레이어 순서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최적화 전후 비교 공유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질의응답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만드는 data-app 이미지는 1-5 Compose 의 app 서비스로 그대로 쓰인다 — 인터넷 연결(베이스 이미지 pull) 필요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1-3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1-3 마무리 — 오늘이 나머지 7주의 입구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남이 만든 이미지를 가져다 쓰는 데까지 왔습니다. 1-4 에서는 내 코드를 담은 이미지를 직접 만듭니다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pg 는 stop 만, pgdata 볼륨은 지우지 않기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심화: 바인드 마운트 -v ~/data-eng/week1:/work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심화: docker stats 로 메모리·CPU 보기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참고: Docker 시작 가이드 · CLI 레퍼런스 · postgres 이미지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실행 · 인터넷 연결(베이스 pull)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