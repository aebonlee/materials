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M4 · 기초 미니 · 코랩 · 3~4시간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보도자료 모으기(비정형 입문)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최근 7일, 정부가 가장 많이 말한 낱말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부처마다 다른 날짜 형식을 하나로 맞추는 방법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라이브러리가 오류 없이 조용히 틀리는 경우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MongoDB 에 같은 글이 두 번 들어가지 않게 막는 방법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RSS 로 한 주를 빠짐없이 담으려면 필요한 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2주차 MongoDB · 수집 기초로 모양이 제각각인 글 묶음을 다룹니다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M4 · 기초 미니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부처 네 곳의 보도자료 RSS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과기정통부 · 복지부 · 행안부 · 농식품부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수집 시각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2026-10-28 22시 스냅샷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155건(50 · 30 · 25 · 50)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RSS(XML) → JSONL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공공누리 제1유형(출처표시)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RSS 는 날마다 바뀌어 같은 코드로 받아 둔 스냅샷을 함께 쓴다 — 확인 숫자는 스냅샷 기준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M4 · 기초 미니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RSS 네 곳에서 낱말 빈도까지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RSS 4곳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feedparser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문서(dict)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모양으로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날짜 맞추기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한국 시각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MongoDB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유일 인덱스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집계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낱말 빈도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Colab 에는 MongoDB 서버가 없어 같은 명령을 흉내 내는 mongomock 을 쓴다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M4 · 기초 미니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1~3. 준비 · RSS 모으기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robots.txt 확인, User-Agent 를 붙여 네 부처를 1초씩 쉬며 받기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4~5. 날짜 · 적재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가지 날짜 형식을 KST 로, 링크에 유일 인덱스를 건 컬렉션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6~7. 범위 · 낱말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부처별로 담긴 기간 확인, 조사 떼기 · 불용어로 $unwind 집계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8~9. 저장 · 더 해 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JSONL · CSV 저장, 날짜별 그래프, 매일 모아 빈틈 메우기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M4 · 기초 미니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멈추는 오류보다 조용한 오답이 위험하다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882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882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고친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korea.kr RSS 404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2026-07-01 서비스 종료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64340" y="34480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59590" y="34480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부처 RSS 에서 직접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to_datetime 멈춤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부처마다 날짜 형식이 다름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64340" y="41719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59590" y="41719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형식별 정규식 함수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10-28 이 10-01 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feedparser 가 조용히 틀림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64340" y="48958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959590" y="48958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parse_date 직접 작성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글 다시 넣기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어제 글이 또 온다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64340" y="56197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959590" y="56197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link 유일 인덱스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M4 · 기초 미니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4861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4861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34861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34861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155건, 요약 있는 글 90건 · 없는 글 65건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4767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4767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수집 범위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44767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44767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행안부는 10/22 12:00 부터라 빼고 세 부처만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4673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4673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최근 7일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54673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54673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부처 57건, 날짜별 [12, 8, 0, 0, 17, 8, 12]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579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64579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낱말 1위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64579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64579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11번(인공지능 6 + AI 5), 2위 미래 7번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M4 · 기초 미니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M4 · 기초 미니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M4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모양이 제각각인 문서를 한 컬렉션에 담고 셀 수 있게 됐습니다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live 를 ordered=False 로 이어 넣어 빈틈 메우기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제목 대신 요약으로 낱말 세어 비교하기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부처마다 1위 낱말 뽑기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P5 보도자료 요약 · 검색기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