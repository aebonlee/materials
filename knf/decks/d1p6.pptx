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6교시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도메인 페르소나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질문, 누구의 눈으로 답하게 할까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경력·분야·관점·용어를 넣어 페르소나를 설정한다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질문을 네 페르소나에 던져 비교표로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용어·단위·안전·형식을 지정하고 후속 질문으로 좁힌다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역할을 주는 것은 회의 참석자를 한 명씩 앉히는 일입니다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페르소나에 채울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경력·분야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얼마나, 어느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분야에서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무엇을 가장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중요하게 보나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°C · 분 · 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 · 양품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2924175"/>
            <a:ext cx="371475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조작 대신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항목만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「전문가」 한 단어보다 「20년 경력, 기록으로 확인하는 것이 원칙」이 잘 듣습니다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페르소나 카드 네 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보는 자리가 다르면 첫 질문이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먼저 보는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좋아하는 형식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 20년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승온 조건·온도 균일성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조건 점검표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품질보증(SPC)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추이·관리도·Cpk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추이 그래프 + 판정 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설비보전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이력·계측기·보전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 체크리스트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생산관리 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납기 영향·손실·우선순위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 요약 + 결정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인물이 아니라 업계에서 흔한 직무를 일반화한 설정입니다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[역할] 칸만 바꿔 끼우기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팀원 셋이 페르소나를 나눠 맡고, 페르소나마다 새 대화를 엽니다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기준 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 없이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세 줄 메모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네 페르소나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질문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비교표 채우기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말투 입히기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용어·단위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안전·형식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좁히기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대화에서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후속 질문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팀 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4일 동안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페르소나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답을 한 표에 — 칸은 한두 낱말로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페르소나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1순위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기술자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362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887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64540" y="34480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9790" y="34480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품질보증 엔지니어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362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887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464540" y="41719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59790" y="41719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설비보전 담당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887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64540" y="48958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59790" y="48958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49225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4732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생산관리 팀장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3620" y="56197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8870" y="56197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619750"/>
            <a:ext cx="3642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619750"/>
            <a:ext cx="3451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464540" y="5619750"/>
            <a:ext cx="3680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59790" y="5619750"/>
            <a:ext cx="3489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공통 항목은 우선 확인 후보, 한 사람만 꼽은 항목은 놓치기 쉬운 자리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현장의 말투를 입히는 네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650" y="27813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3050" y="27813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 · 양품 · 불량률(불량 ÷ 생산 × 100)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650" y="34290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3050" y="34290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°C · 시간 분 · 수량 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안전·보안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40650" y="40767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3050" y="40767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조작 방법 대신 확인 항목, 실명 쓰지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976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0650" y="4724400"/>
            <a:ext cx="14804350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3050" y="4724400"/>
            <a:ext cx="1449955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— 항목 · 기록 · 판단 기준, 8개 이내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판단 기준에 근거 없는 숫자가 필요하면 「사내 기준 확인 필요」로 적게 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처음부터 다시 쓰지 말고 같은 대화에서 좁힌다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 좁히기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「생산일지 데이터만으로 확인할 수 있는 항목만 남겨 주세요」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순서·부담 더하기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「확인 순서로 번호를 매기고 걸리는 시간을 표시해 주세요」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독자에게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「생산관리 팀장에게 보고할 세 줄 요약으로 바꿔 주세요」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열로 좁히기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12개 열 이름만 주고 확인 가능·불가능 항목을 두 표로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 이름만 보내고 실제 값은 보내지 않습니다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페르소나 실습에서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대화에서 역할만 바꾼다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답의 관점이 섞인다 — 페르소나마다 새 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「전문가」 한 단어로 끝낸다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경력·관점·용어가 없으면 평균적인 답이 나온다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안전 조치를 AI 답으로 정한다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사내 안전 규정·작업 표준이 우선이다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판단 기준 숫자를 그대로 믿는다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없는 숫자는 「사내 기준 확인 필요」로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페르소나의 답을 새 대화에서 따로 받아 비교표를 채웠다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네 답의 1순위 확인 항목이 서로 다르다는 것을 확인했다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지정한 용어(비가동·양품·불량률)와 단위를 지켰다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없는 숫자가 판단 기준에 들어가지 않았다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여섯 칸이 모두 채워졌다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데이터 사전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12개 열의 이름과 샘플 몇 행만 AI 에 보내 데이터의 사양서를 만듭니다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열 이름 + 샘플 5행만 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행 = 일자 × 교대 × 설비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계산의 재료 열 찾기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정답 데이터 사전과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1장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