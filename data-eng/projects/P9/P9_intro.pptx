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P9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관리 테이블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SCD Type 2 — 그날 있던 대여소 다시 꺼내기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판 사이에 생기고 · 닫히고 · 바뀐 대여소 수와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「2026-06-10 기준 목록」을 꺼내는 SQL과 경계 날짜의 함정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타임트래블(적재 시간)과 SCD2(유효 시간)가 답하는 질문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변경을 두 번 넣어도 이력이 겹치지 않게 하는 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pyiceberg(3주차 18 · 21장)로 서버 없이 Iceberg 에 이력을 쌓습니다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반년마다 통째로 다시 올라오는 대여소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OA-13252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24.12 · 25.6 · 25.12 · 26.6월 기준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2,766 → 2,780 → 2,799 → 2,789곳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엑셀(xlsx) · 판마다 290KB 안팎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1유형(출처표시)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파일에는 「몇 월 기준」만 있어 기준 달의 마지막 날을 그 판의 기준일로 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판을 비교해 닫고, 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 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24.12 ~ 26.6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 감지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row_hash 비교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SCD2 병합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bike.station_dim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시점 조회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그날 기준 목록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바뀌면 옛 줄을 닫고(valid_to) 새 줄을 연다(valid_from) — 키는 (station_id, valid_from)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읽기 · 변경 감지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판을 같은 모양으로, 값 여섯 가지를 해시로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첫 적재 · SCD2 병합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24.12 판으로 테이블을 만들고, 새 판마다 닫고 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시점 조회 · 타임트래블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반열린 구간으로 그날 목록, 적재 직후 테이블과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8. 멱등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변경을 두 번 넣어 보고, 적재 기록으로 옛 판 막기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조용히 틀리는 자리 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열마다 != 로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LCD 1,700곳 넘게 「바뀜」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row_hash 로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BETWEEN 으로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6월 30일 2,811곳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1719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1719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반열린 구간 2,789곳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변경 사건을 두 번 덧붙임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2,860줄 — 이력 겹침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8958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8958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상태와 비교해 upsert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거치대 수를 글자로 넣기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가 거절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64340" y="5619750"/>
            <a:ext cx="5280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9590" y="5619750"/>
            <a:ext cx="5090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형을 맞춰 넣기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끝 날짜는 포함하지 않는다 — valid_from &lt;= 날짜 &lt; valid_to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타임트래블과 SCD2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방식은 서로 다른 시간에 답한다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 타임트래블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SCD Type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시간의 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시간 — 언제 쓰였나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유효 시간 — 언제 그 값이었나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 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엔진이 커밋할 때 저절로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우리가 valid_from 을 정함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얼마나 남나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스냅샷을 정리하면 사라짐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지우지 않는 한 영구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늦게 온 자료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받은 날의 스냅샷으로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날짜로 끼워 넣기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SCD2 테이블을 Iceberg 에 두면 두 시간을 함께(이중 시간) 물을 수 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 감지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27 · 43 · 9, 폐쇄 13 · 24 · 19, 변경은 마지막 판 3곳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병합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2,848줄 · 현재 2,789줄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시점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2026-06-10 기준 2,808곳 · 2025-06-10 기준 2,787곳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타임트래블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번째 적재 직후 2,836줄 · 현재 2,799줄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병합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판을 한 번 더 넣어도 2,848줄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P9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P9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P9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덮어쓰면 사라질 「그때의 모습」을 줄로 남겼습니다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옛 판을 더 받아 이름이 가장 많이 바뀐 대여소 찾기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M1 대여 기록에 그날 기준 대여소 이름 붙이기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 정리 뒤에도 SCD2 이력이 남는지 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T1 서울 실시간 도시 상황판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