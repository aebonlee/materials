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4-3 · MinIO–Iceberg 데이터 파이프라인 구축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ETL과 MERGE 적재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결정적 중복 제거와 MERGE — 두 번 돌려 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중복을 안 줄이고 MERGE 해 MERGE_CARDINALITY 오류를 직접 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히어독으로 etl_orders.py 를 만들고 키별 최신 한 행만 남긴다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스크립트를 두 번 돌려 행 수가 늘지 않음을 확인한다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새 파일만 추가해 증분 배치를 돌리고 불량 행이 걸러짐을 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spark-submit 은 exec -T · --packages 하나와 --conf 네 개 — 앞 챕터와 같습니다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 — 실패를 먼저, 검증은 두 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스크립트는 cat &gt; … &lt;&lt; 'EOF' 로 만들고, 그 뒤엔 파일만 바꿔 같은 명령을 반복합니다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실패 먼저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etl_bad.py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grep -m1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ETL 작성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etl_orders.py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row_number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실행·확인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 · 4 · 4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실측 29초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멱등성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total rows 4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overwrite 두 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5·6. 증분·불량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08-03 파일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orders_bad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중복을 안 줄이고 MERGE 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cat &gt; scripts/etl_bad.py &lt;&lt; 'EOF'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row_number 없이 읽기 · 형 변환 뒤 바로 MERGE — 상자째 붙여 넣으면 파일이 생긴다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spark-submit … etl_bad.py | grep -m1 'MERGE_CARD…'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exec -T · --packages · --conf ×4 — 뒤로 종료 로그 수백 줄이라 한 줄만 꺼낸다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[MERGE_CARDINALITY_VIOLATION]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대상 한 행(order_id 2)에 원천 두 행이 맞물림 — 나야 정상, 테이블은 4행 그대로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알아 둘 이름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카디널리티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etl_orders.py — 랜딩 존 → 정제 → MERGE 적재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1) 읽기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csv("s3a://raw/orders/")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원천 행 출력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2) 형 변환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bigint · double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to_date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3) 정제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 filter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row_number = 1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4) 적재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MERGE INTO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total rows 출력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cat &gt; scripts/etl_orders.py &lt;&lt; 'EOF' 로 만들고, print 세 줄을 grep 으로 골라 본다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「가장 최근 order_date 의 행을 남긴다」는 규칙을 명시 — 2-2 의 ROW_NUMBER 를 PySpark 로 쓰는 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실습 1.5H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핵심 줄 — 정제와 적재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23851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23851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형 변환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81512" y="2781300"/>
            <a:ext cx="1476348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3912" y="2781300"/>
            <a:ext cx="1445868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cast("bigint") · cast("double") · F.to_date("order_date")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23851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23851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불량 제거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81512" y="3429000"/>
            <a:ext cx="1476348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33912" y="3429000"/>
            <a:ext cx="1445868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filter("order_id IS NOT NULL AND amount &gt;= 0")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23851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23851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1512" y="4076700"/>
            <a:ext cx="1476348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33912" y="4076700"/>
            <a:ext cx="1445868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Window.partitionBy("order_id").orderBy(F.col("order_date").desc())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23851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23851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최신 한 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81512" y="4724400"/>
            <a:ext cx="1476348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33912" y="4724400"/>
            <a:ext cx="1445868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withColumn("rn", F.row_number().over(w)).filter("rn = 1").drop("rn")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23851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23851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81512" y="5372100"/>
            <a:ext cx="1476348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33912" y="5372100"/>
            <a:ext cx="1445868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MERGE INTO demo.lakehouse.orders AS t USING updates AS s ON t.order_id = s.order_id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filter 의 두 조건 — 키가 비었거나 금액이 음수인 행은 적재 전에 버린다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실행하고 출력 세 줄을 읽는다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spark-submit … etl_orders.py | grep 세 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exec -T · --packages · --conf ×4 → 원천 행 5 · 정제 후 행 4 · total rows 4(29초)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왜 5 → 4 → 4 인가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order_id 2 의 중복 하나가 빠져 4행, 대상도 전부 갱신이라 4행 그대로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spark-sql -e "SELECT * … ORDER BY order_id;"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order_id 2 의 amount 가 35000(8-02) · 1 은 8-01 에만 있어 15000 그대로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UPDATE SET * 는 행 전체를 덮는다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 의 channel 이 NULL → web, 3·4 는 고객까지 8-02 파일 값으로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출력 세 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 · 4 ·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실습 1.5H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— 오늘의 핵심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명령을 한 번 더 — 결과는 같고 기록은 남는다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번 더 spark-submit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total rows 가 여전히 4 — 중복 삽입이 없다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grep -E "total rows" 로 한 줄만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2-5 의 UNIQUE 제약이 한 일을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여기선 MERGE 의 키 조건이 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snapshots 메타테이블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셸에서 spark-sql -e 로 이력 조회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끝에 overwrite 두 줄 — 첫 실행 · 재실행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MERGE 는 파일을 통째로 다시 써 overwrite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실패한 etl_bad 는 줄을 남기지 않는다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5·6단계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파일만 추가하고 같은 스크립트 — 실무의 하루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올린 파일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20421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20421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원천 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63740" y="2781300"/>
            <a:ext cx="20421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63740" y="2781300"/>
            <a:ext cx="20421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정제 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2781300"/>
            <a:ext cx="25222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total rows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무슨 일이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첫 실행(08-01·02)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3448050"/>
            <a:ext cx="2042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8730" y="3448050"/>
            <a:ext cx="1851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63740" y="3448050"/>
            <a:ext cx="2042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8990" y="3448050"/>
            <a:ext cx="1851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925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 갱신 35000 · 신규 없음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명령 재실행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83480" y="4171950"/>
            <a:ext cx="2042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8730" y="4171950"/>
            <a:ext cx="1851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63740" y="4171950"/>
            <a:ext cx="2042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58990" y="4171950"/>
            <a:ext cx="1851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925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변화 없음 · overwrite 한 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orders_2026-08-03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4895850"/>
            <a:ext cx="2042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4895850"/>
            <a:ext cx="1851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63740" y="4895850"/>
            <a:ext cx="2042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58990" y="4895850"/>
            <a:ext cx="1851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925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 갱신 61000 · 5 신규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orders_bad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983480" y="5619750"/>
            <a:ext cx="2042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8730" y="5619750"/>
            <a:ext cx="1851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63740" y="5619750"/>
            <a:ext cx="2042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58990" y="5619750"/>
            <a:ext cx="1851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4400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3925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704320" y="56197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799570" y="56197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6(음수)·빈 키 걸러짐 · 7 신규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3000" y="63627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매번 랜딩 존 전체를 읽는 방식 — 파일이 수천 개면 느려진다. 날짜 경로(dt=…)는 8주차 Airflow 에서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스크립트는 한 글자도 안 고쳤다 · 정리: mc rm 으로 orders_bad.csv 를 빼면 랜딩 존 파일 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실습 1.5H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etl_bad.py 에서 MERGE_CARDINALITY_VIOLATION 을 봤다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etl_orders.py 첫 실행 출력이 원천 5 · 정제 4 · total 4 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 는 35000, 1 의 channel 은 web 으로 채워졌다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재실행해도 total rows 4, snapshots 끝에 overwrite 두 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08-03 · bad 뒤 orders 6행(1~5, 7), 랜딩 존 파일 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4-3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만든 파이프라인 다섯 단계를 한 장으로 정리하고, 4-4 Trino 가 읽을 테이블 상태를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랜딩 → 읽기 → 형 변환 → 정제 → 적재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체크리스트 · 자주 겪는 오류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 행 수 적어 두기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4-4 Trino 준비물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 6행(1~5, 7) · 불량 파일 삭제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