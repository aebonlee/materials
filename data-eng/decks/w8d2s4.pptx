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8-2 · DAG 이해 및 유즈케이스 연구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작성 규칙을 한 장으로, 8-3 설계안을 확정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선언·순서·재시도·CLI 명령을 한 장으로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pipeline_skeleton.py 와 minio·qdrant Up 으로 8-3 준비를 마친다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체크리스트를 스스로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논리적 날짜·paused·catchup — 오늘 헷갈렸던 것은 여기서 털고 갑니다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파일 안 — 선언·태스크·순서·재시도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115214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11521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선언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4480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8810" y="34480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DAG(dag_id=, start_date=,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schedule=, catchup=False) as dag: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파이썬 태스크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41719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8810" y="41719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PythonOperator(task_id=, python_callable=)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순서 · 병렬 · 합류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8958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8958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t1 &gt;&gt; t2 · t1 &gt;&gt; [t2, t3] · [t2, t3] &gt;&gt; t4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재시도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56197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8810" y="56197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default_args={"retries": 2,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"retry_delay": timedelta(minutes=1)}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 DAG 는 catchup=False 를 반드시 명시 — start_date 가 과거면 소급 실행이 쏟아진다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정리·회고 0.5H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 다섯 — 단위 실행부터 의존성 보기까지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115214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11521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단위 실행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4480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8810" y="34480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tasks test &lt;dag&gt; &lt;task&gt; &lt;날짜&gt;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활성화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41719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8810" y="41719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dags unpause &lt;dag&gt;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수동 실행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8958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8958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dags trigger &lt;dag&gt;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파싱 오류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56197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8810" y="56197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dags list-import-errors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의존성 보기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23560" y="6343650"/>
            <a:ext cx="11521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8810" y="6343650"/>
            <a:ext cx="11330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dags show &lt;dag&gt;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모두 docker compose exec airflow-scheduler airflow 뒤에 붙인다 — CLI 변수로 줄여 두면 편하다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DAG·Task·Operator 관계를 그림으로, 나누는 기준을 한 문장으로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hello_dag 가 웹 UI 목록에 나타나는 것을 확인했다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구문 오류를 일부러 내 list-import-errors 로 잡아 봤다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tasks test 로 태스크 단위 실행을 검증했다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unpause → trigger 로 전체를 돌리고 Graph 화살표와 대조했다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중간 태스크를 실패시켜 upstream_failed 를 보고 Clear 로 재실행했다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병렬·합류 DAG 와 순환 거부를 직접 봤다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 여부를 적은 분해안과 pipeline_skeleton 골격을 만들었다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저장했는데 목록에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 나타난다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dags/ 밖에 두었거나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구문 오류·스캔 주기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위치 확인 →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list-import-errors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켜자마자 과거 실행이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잔뜩 쏟아진다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start_date 과거 +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catchup=True(미지정)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catchup=False 명시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쌓인 실행은 Grid 에서 삭제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trigger 는 됐는데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태스크가 계속 회색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가 paused 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DAG 의 기본값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UI 토글 또는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dags unpause &lt;dag_id&gt;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파일 하나로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전체가 느려진다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최상위에 무거운 코드 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파싱마다 실행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무거운 일은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 함수 안에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DAG 파일은 스케줄러가 주기적으로 통째로 파싱한다 — 최상위에 DB 접속·API 호출을 두지 않는다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태스크끼리 값을 주고받으려면?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XCom — 다만 큰 데이터는 넘기지 말고 저장소 경로만 넘기는 것이 원칙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태스크가 몇 개까지 괜찮나요?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수십 개까지는 흔하다 — 수백이 되면 DAG 를 나누거나 동적 생성을 검토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schedule=None 이면 자동 실행이 안 되는데 왜 쓰나요?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DAG 가 트리거하거나 사람이 돌리는 작업에 — 학습에도 편하다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TaskFlow API(@task)는 안 배우나요?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더 간결한 최신 문법 — 오늘은 Operator 로 구조를 먼저, 여유가 되면 심화 과제로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8-3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차시를 위한 준비 — 세 줄로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~/airflow-lab · ls dags/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pipeline_skeleton.py 가 있어야 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start minio qdrant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8-3 에서는 이전 주차 컨테이너를 다시 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로 Status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메모리가 빠듯하면 Spark 는 8-3 에서 필요할 때 켠다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 완료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골격 파일 있고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둘 다 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심화 과제(선택): 크론 표기로 다음 실행 시각 보기 · TaskFlow API 로 다시 쓰기 · XCom 으로 건수 넘기기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8-3 · 수집→Lake→Spark→VectorDB 흐름 자동화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파이프라인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자동화 설계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수집→Lake→변환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태스크 구현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임베딩→VectorDB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DAG 완성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결과 점검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컬렉션 상태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Airflow 기동(docker compose ps) · OpenAI API 키 · 오늘 확정한 태스크 분해안을 옆에 두고 시작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8-2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8-2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8-3 흐름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손으로 돌리던 수집→Lake 적재→변환→임베딩→VectorDB 적재를 DAG 하나로 잇고, 트리거 한 번으로 끝까지 도는 것을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를 Airflow compose 에 붙이기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 간 데이터는 XCom 아닌 스토리지 경로로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SparkSubmitOperator 의 구조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재시도 가능한 태스크 단위로 분해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분해안 문서 · 골격 DAG · OpenAI API 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