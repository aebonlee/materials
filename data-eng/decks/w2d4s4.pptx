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2-4 · ERD 설계 및 정규화/반정규화 전략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301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0" b="1" spc="-302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 — ERD 설계서 초안 점검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41629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그림만 있는 설계서는 반쪽 — 왜 나눴는지까지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ERD 설계서 다섯 절이 갖춰졌는지 점검한다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옆 사람의 ERD 를 세 질문으로 읽어 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가지의 원인과 해결을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2-5 크롤러 사전 준비(가상환경·패키지)를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설계서는 2-5 에서 크롤러 소스와 함께 2주차 산출물로 제출합니다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ERD 설계서 다섯 절 — 무엇이 들어가나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절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66827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들어갈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빠지기 쉬운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 엔터티 정의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877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 4개 · 무엇을 담나 · PK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복합 PK 표기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2. 관계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1:N 셋 · N:M 은 교차 표로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1719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1719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N:M 선이 남아 있음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3. 정규화 근거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877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분리(갱신 이상) · 1NF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8958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8958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이유 없이 그림만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4. 반정규화 결정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56197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8770" y="56197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unit_price 이유 + 어긋남 방지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4360" y="56197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19610" y="56197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「어긋남 방지」 누락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5. 확인한 것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0" y="63436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8770" y="63436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1452·1451 로 차단됨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024360" y="63436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119610" y="63436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 번호 미기록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4번의 「어긋남 방지」— 결정만 적고 유지 방법을 빠뜨리는 것이 가장 흔한 누락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정리·회고 0.5H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서로의 ERD 바꿔 읽기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옆 사람의 ERD 에 던질 세 질문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새 행이 생기는 순간은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표마다 말해 보기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막히면 목적이 불분명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개명하면 어디를 고치나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곳 이상이면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정규화가 덜 된 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단종되면 과거 주문은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FK 삭제 정책과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연결되는 질문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말이 막히는 표가 있으면 그 표의 목적을 설계서 1절에 한 줄로 다시 적어 보세요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정리·회고 0.5H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개를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860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860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갱신·삽입·삭제 이상을 각각 예를 들어 설명할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242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194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433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242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비정규 표에서 갱신 이상과 1NF 위반을 직접 일으켜 봤다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624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576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2814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624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「이 항목은 무엇에 딸린 사실인가」로 엔터티를 나눌 수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006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7958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196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006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N:M 관계를 교차 표로 분해해 ERD 를 그렸다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4387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4340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5578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4387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FK 제약이 있는 DDL 을 부모→자식 순서로 생성했다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0769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0721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1960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0769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1452·1451 오류로 FK 가 실제로 막는 것을 확인했다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7151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67103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68341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67151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조인 후 집계에서 COUNT(DISTINCT …)가 필요한 이유를 안다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3533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90650" y="734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0650" y="747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0750" y="73533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설계서 초안(엔터티·관계·근거·반정규화 결정)을 작성했다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정리·회고 0.5H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증상으로 찾는 원인과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ERROR 1824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referenced 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881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부모 표가 아직 없거나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 오타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부모→자식 순서로 생성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customers → orders → items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ERROR 3780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incompatible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881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FK 컬럼과 부모 PK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타입이 다르다(INT·BIGINT)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719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719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참조하는 쪽 타입을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부모 PK 와 똑같이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ERROR 1451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parent row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881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자식이 참조 중인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부모 행을 지우려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958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958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자식 행부터 지우고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부모를 지운다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조인 후 건수가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실제보다 많다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2356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881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1:N 조인 뒤 COUNT 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 쪽만큼 부풀림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6197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6197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COUNT(DISTINCT 주문id)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또는 CTE 로 먼저 집계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DROP 은 생성의 반대 순서 — ON DELETE CASCADE 는 주문 이력까지 연쇄 삭제되니 기록성 표에는 신중히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정리·회고 0.5H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정규화하면 조인이 많아져 느려지지 않나요?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인덱스가 있으면 대개 문제없다 — 중복 오류를 고치는 비용이 더 크다 · 먼저 정규화, 느린 곳만 측정해 되돌린다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3NF 위에 BCNF·4NF 도 있던데요?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실무 설계 대부분은 3NF 에서 끝난다 — 지금은 3NF 까지 확실히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FK 를 안 걸고 앱에서 검사하면 안 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앱이 여러 개거나 배치가 직접 INSERT 하면 뚫린다 — 학습·중소 규모에서는 FK 를 거는 편이 안전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ON DELETE CASCADE 를 쓰면 편하지 않나요?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하나 지웠는데 주문 이력이 전부 사라질 수 있다 — 기록성 데이터는 상태 컬럼(삭제됨)으로 표시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2-5 · Python 기반의 크롤러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크롤링 원리와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크롤링 예절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requests·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BeautifulSoup 기초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수집 파이프라인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크롤링 데이터 DB 적재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주차 산출물 정리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ERD 설계서+크롤러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준비: docker start de-mysql · 가상환경에 pip install requests beautifulsoup4 pymysql · 대상은 quotes.toscrape.com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2-4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2-5 Python 크롤러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requests 와 BeautifulSoup 으로 수집 → 정제 → MySQL 적재 파이프라인을 만들어 2주차 산출물로 제출합니다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HTTP 요청-응답과 HTML 구조를 개발자 도구로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robots.txt 로 수집 가능 여부 판단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CSS 선택자 추출 · 요청 간격·User-Agent 예절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만든 표에 크롤링 데이터 적재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de-mysql 기동 · 가상환경에 패키지 3개 설치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