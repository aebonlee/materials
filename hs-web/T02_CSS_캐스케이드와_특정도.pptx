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2장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— 캐스케이드와 특정도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이기는가, 상속은 어디까지, 왜 CSS가 예상대로 안 먹는가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캐스케이드의 세 판정 기준(중요도·특정도·순서)을 순서대로 적용할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특정도를 계산해 어떤 규칙이 이길지 예측할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상속되는 속성과 안 되는 속성을 구분할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!important가 왜 문제인지, 대신 무엇을 해야 하는지 설명할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"CSS가 안 먹는" 상황을 체계적으로 진단할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캐스케이드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0435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0435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특정도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5676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5676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상속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9820" y="2781300"/>
            <a:ext cx="130449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9820" y="2781300"/>
            <a:ext cx="130449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!important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9567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9567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원본 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20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20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초기값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441" y="2781300"/>
            <a:ext cx="90481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441" y="2781300"/>
            <a:ext cx="90481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inherit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79503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9503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진단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CSS의 C — Cascading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CSS는 Cascading Style Sheets 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CSS의 C — Cascading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Cascade는 "계단식 폭포"라는 뜻으로, 여러 곳에서 온 스타일 규칙이 위에서 아래로 흘러내리며 하나의 최종 값으로 정리되는 과정을 가리킵니다.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과정을 모르면 CSS는 "가끔 되고 가끔 안 되는 것"처럼 느껴집니다.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반대로 이 장을 이해하면 "왜 안 먹지?"를 추측이 아니라 판정으로 해결할 수 있게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누가 이기는가 — 세 단계 판정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요소의 같은 속성에 여러 규칙이 걸릴 때, 브라우저는 아래 순서로 판정합니다.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누가 이기는가 — 세 단계 판정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5588" y="2781300"/>
            <a:ext cx="325642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5588" y="2781300"/>
            <a:ext cx="32564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0118" y="2781300"/>
            <a:ext cx="1082488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0118" y="2781300"/>
            <a:ext cx="1082488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25588" y="34480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0838" y="34480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출처와 중요도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0118" y="3448050"/>
            <a:ext cx="108248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368" y="3448050"/>
            <a:ext cx="106343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!important 가 붙은 것이 이깁니다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25588" y="41719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0838" y="41719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0118" y="4171950"/>
            <a:ext cx="108248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368" y="4171950"/>
            <a:ext cx="106343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구체적으로 지목한 선택자가 이깁니다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25588" y="48958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0838" y="48958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순서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0118" y="4895850"/>
            <a:ext cx="108248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368" y="4895850"/>
            <a:ext cx="106343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특정도가 같으면 나중에 쓴 것이 이깁니다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앞 단계에서 결판이 나면 뒤 단계는 보지 않습니다.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 계산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특정도는 흔히 (a, b, c) 세 자리 숫자로 표기합니다.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82451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82451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5612" y="2781300"/>
            <a:ext cx="130736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5612" y="2781300"/>
            <a:ext cx="130736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51082" y="2781300"/>
            <a:ext cx="879391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082" y="2781300"/>
            <a:ext cx="879391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8245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6340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인라인 style 속성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5612" y="3448050"/>
            <a:ext cx="130736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0862" y="3448050"/>
            <a:ext cx="11168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1082" y="3448050"/>
            <a:ext cx="8793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6332" y="3448050"/>
            <a:ext cx="8603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&lt;p style="color:red"&gt;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8245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6340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아이디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05612" y="4171950"/>
            <a:ext cx="130736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0862" y="4171950"/>
            <a:ext cx="11168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1082" y="4171950"/>
            <a:ext cx="8793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6332" y="4171950"/>
            <a:ext cx="8603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#lead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8245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6340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클래스 · 가상클래스 · 속성 선택자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05612" y="4895850"/>
            <a:ext cx="130736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00862" y="4895850"/>
            <a:ext cx="11168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51082" y="4895850"/>
            <a:ext cx="8793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6332" y="4895850"/>
            <a:ext cx="8603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.note · :hover · [type="text"]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8245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6340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 · 가상요소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05612" y="5619750"/>
            <a:ext cx="130736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00862" y="5619750"/>
            <a:ext cx="11168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51082" y="5619750"/>
            <a:ext cx="8793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6332" y="5619750"/>
            <a:ext cx="8603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 · ::before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8245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6340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전체 선택자 * · 결합자 &gt; + ~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05612" y="6343650"/>
            <a:ext cx="130736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00862" y="6343650"/>
            <a:ext cx="11168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51082" y="6343650"/>
            <a:ext cx="8793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6332" y="6343650"/>
            <a:ext cx="8603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점수에 영향 없음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편의상 100·10·1점으로 계산해도 대부분의 경우 결과가 같습니다.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계산해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10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 + 10 = 11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 + 1 + 1 = 3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card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title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10 + 10 = 20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lead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100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lead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title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100 + 10 = 110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hover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 + 10 = 11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10 + 10 = 20  ← :not 자체는 0점, 안의 것만 센다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:not() 안의 선택자는 점수에 포함됩니다.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:not 자체는 0점이지만 괄호 안의 .active가 10점으로 더해집니다.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:is()·:where()도 알아 두면 좋습니다 — :where()는 안의 것까지 0점으로 만들어 주므로 덮어쓰기 쉬운 기본 스타일을 만들 때 유용합니다.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클래스 100개도 아이디 하나를 못 이깁니다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(0,10,0) — 클래스 10개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(1,0,0)  — 아이디 하나  ← 이깁니다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100점 단위가 다르면 아래 자릿수는 아무리 커도 소용없습니다.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그래서 아이디로 스타일을 주면 나중에 이기기가 매우 어려워집니다.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속성은 자식에게 자동으로 물려집니다.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072688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72688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상속됨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07982" y="2781300"/>
            <a:ext cx="523701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07982" y="2781300"/>
            <a:ext cx="523701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상속 안 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1072688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053638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07982" y="3448050"/>
            <a:ext cx="5237018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03232" y="3448050"/>
            <a:ext cx="504651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background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1072688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1053638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font-family · font-size · font-weight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07982" y="4143375"/>
            <a:ext cx="5237018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03232" y="4143375"/>
            <a:ext cx="504651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margin · padding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1072688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1053638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line-height · letter-spacing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907982" y="4838700"/>
            <a:ext cx="5237018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03232" y="4838700"/>
            <a:ext cx="504651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border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1072688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1053638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text-align · text-indent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907982" y="5534025"/>
            <a:ext cx="5237018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03232" y="5534025"/>
            <a:ext cx="504651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width · height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1072688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1053638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visibility · cursor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07982" y="6229350"/>
            <a:ext cx="5237018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03232" y="6229350"/>
            <a:ext cx="504651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display · position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1072688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1053638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list-style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907982" y="6924675"/>
            <a:ext cx="5237018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003232" y="6924675"/>
            <a:ext cx="504651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모든 요소에 글꼴을 일일이 지정하지 않아도 되는 것은 상속 덕분입니다.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기준은 대체로 "글자에 관한 것은 상속, 상자에 관한 것은 비상속" 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상자 속성이 상속되면 중첩된 div마다 테두리가 그려지는 이상한 일이 벌어질 테니까요.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상속을 강제하거나 끊기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.child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inherit;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부모 값을 강제로 물려받는다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initial;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브라우저 초기값으로 되돌린다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unset;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상속 속성이면 inherit, 아니면 initial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revert;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브라우저 기본 스타일로 되돌린다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자주 쓰는 곳: 버튼·입력칸의 글꼴은 상속되지 않으므로 명시해야 합니다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button, input, select, textarea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font-family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inherit;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font-size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inherit;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상속이 만드는 함정.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h1, h2, h3 { color: #111 } 같은 전역 규칙이 있으면, 어두운 배경 위에 올린 제목이 검은 글씨로 묻혀 안 보입니다.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베이스 스타일을 재사용할 때 반복해서 밟는 지점이라, 어두운 배경 컴포넌트에서는 색을 명시하는 것이 원칙입니다.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!important 를 쓰지 않는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!important 는 특정도를 통째로 건너뛰고 이깁니다.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악순환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!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important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나중에 특정 화면에서만 빨갛게 하고 싶다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안 먹는다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!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important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또 important를 써야 한다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그다음에는? 무엇이 이기는지 아무도 모르는 CSS가 됩니다.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당장은 편하지만 되돌릴 수 없는 선택입니다.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important 대신 해야 할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특정도를 한 단계 올린다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.btn 대신 .card .btn.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순서를 조정한다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이겨야 하는 규칙을 파일 뒤로 옮깁니다.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클래스를 하나 더 붙인다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.btn.btn--danger (11점 → 20점).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예외: 남의 라이브러리 스타일을 덮어써야 할 때, 그리고 [hidden] { display: none !important } 처럼 반드시 이겨야 하는 유틸리티에는 정당하게 씁니다.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"CSS가 안 먹는다" 진단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순서대로 확인하면 거의 모든 경우가 해결됩니다.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"CSS가 안 먹는다" 진단 절차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추측하지 말고 순서대로 확인하세요.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Elements → Styles를 연다.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쓴 규칙이 목록에 보이는가? 안 보이면 CSS 파일이 연결되지 않았거나 선택자가 그 요소에 안 맞은 것입니다.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규칙에 취소선이 그어져 있는가?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그렇다면 진 것입니다. 바로 위에 이긴 규칙이 있으니 그것과 특정도·순서를 비교합니다.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Computed 탭에서 실제 적용된 값을 본다.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어디서 온 값인지 함께 표시됩니다.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"CSS가 안 먹는다" 진단 절차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오타를 확인한다.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colour, back-ground, 세미콜론 누락, 중괄호 짝. CSS는 틀린 줄을 조용히 무시합니다.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 속성이 그 요소에 먹는 속성인가?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인라인 요소에 width, static 요소에 z-index는 안 먹습니다.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캐시를 의심한다.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강력 새로고침(Ctrl+Shift+R / Cmd+Shift+R).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6.1 특히 자주 나오는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903694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90369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4794" y="2781300"/>
            <a:ext cx="39624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4794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85294" y="2781300"/>
            <a:ext cx="7059706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85294" y="2781300"/>
            <a:ext cx="705970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90369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71319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미디어쿼리가 무시된다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4794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0044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뒤에 같은 특정도의 규칙이 있음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85294" y="3448050"/>
            <a:ext cx="705970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0544" y="3448050"/>
            <a:ext cx="686920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반응형 규칙을 파일 뒤로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90369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71319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z-index 가 안 먹는다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4794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0044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position 이 static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85294" y="4171950"/>
            <a:ext cx="705970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80544" y="4171950"/>
            <a:ext cx="686920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relative 등을 지정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90369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71319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인라인 요소에 width 가 안 먹는다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4794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0044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인라인은 크기를 못 가짐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85294" y="4895850"/>
            <a:ext cx="705970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0544" y="4895850"/>
            <a:ext cx="686920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display: inline-block 또는 block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규칙을 관리하는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CSS는 파일이 커질수록 "무엇이 무엇을 덮는지" 알기 어려워집니다.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규칙을 관리하는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쓰는 관리 원칙 몇 가지입니다.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유지보수되는 CSS의 습관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특정도를 낮게 유지한다.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클래스 한두 개로 끝내고, 아이디로 스타일을 주지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베이스 → 레이아웃 → 컴포넌트 → 유틸리티 → 반응형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순서로 파일을 배치합니다. 순서가 곧 우선순위입니다.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원본을 고치지 말고 덮어쓰기 층을 만든다.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재사용한 베이스의 CSS를 직접 고치면 어떤 규칙이 어디서 왔는지 추적할 수 없게 됩니다. 새 파일을 만들어 맨 마지막에 불러오세요.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클래스 이름에 의미를 담는다.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.red-text 가 아니라 .text-danger — 나중에 색을 바꿔도 이름이 거짓말을 하지 않습니다.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색·여백은 CSS 변수로 모은다.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흩어진 값을 나중에 전수로 고치는 일은 반드시 실수를 부릅니다.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규칙을 관리하는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베이스 CSS를 재사용할 때 반복해 밟는 함정 세 가지: ① h1~h6 { color } 가 어두운 배경 컴포넌트를 덮는다 ② ul { list-style: none } 이 본문 목록의 점까지 없앤다 ③ 색 토큰을…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2장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2장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 — 캐스케이드와 특정도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4주차 · 6주차 · 7주차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