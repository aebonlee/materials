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M2 · 기초 미니 · 코랩 · 3~4시간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 동네 대기질 리포트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구는 1년에 며칠이나 나빴나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7일 이동평균으로 본, 오래 나빴던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초미세먼지 「나쁨」 날이 가장 많은 구와 적은 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순위를 매길 때 rank() 와 row_number() 의 차이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키가 같은 자료를 두 번 넣는 실수를 막는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SQL(윈도 함수 · CTE)을 DuckDB 파일 DB 에서 그대로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서울시가 확정해 공개한 일평균 농도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OA-2218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2025-01-01 ~ 12-31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측정소 50곳 × 365일 = 18,250행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CP949(gz 압축)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1유형(출처표시)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직접 수집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에어코리아 대기오염통계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에어코리아 API 는 최근 3~6개월 실시간 자료라 키가 있을 때만 직접 받는다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공개 파일에서 자치구 리포트까지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· 공개 파일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· 25곳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 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윈도 함수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이동평균 · 순위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그래프 ·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Colab 에는 MySQL 이 없어 같은 SQL 이 도는 DuckDB 파일 DB(air.duckdb)에 적재한다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인증키는 보안 비밀에, 날짜 열은 글자로 읽은 뒤 형식을 주어 바꾸기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3~4. 정제 · 적재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「구」로 끝나는 측정소 25곳, 기본 키 (날짜, 측정소) 표에 넣기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5~6. 윈도 함수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7일 이동평균, 「나쁨」 일수와 rank · dense_rank 순위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7~8.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강동구 그래프, 리포트 CSV(utf-8-sig), PM10 · 연속 나쁨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번 막혀 보고 고칩니다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날짜가 1970년이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20250101 을 정수로 읽음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글자로 읽고 format 지정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번째 INSERT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날 · 측정소 중복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키가 막아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에 이동평균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윈도는 WHERE 뒤에 계산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로 감싸 바깥에서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빈칸 많은 창이 1위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한두 개로 평균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n7 &gt;= 5 인 창만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자치구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9,125행(25곳 × 365일), pm25 빈칸 53개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이동평균 1위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강동구 2025-01-23, 7일 평균 61.7㎍/㎥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「나쁨」 일수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강동구 · 구로구 54일 공동 1위, 서초구 rank 3 · dense_rank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달별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3월 286(구 · 일)이 가장 많고 10월은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M2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M2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M2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 함수는 창 안의 개수와 동점까지 함께 봐야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미세먼지(PM10)로 다시 세어 순위 비교하기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「나쁨」이 연속으로 며칠 이어졌나 구하기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로 최근 한 달을 받아 이어 붙이기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M3 지하철 혼잡 시간표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