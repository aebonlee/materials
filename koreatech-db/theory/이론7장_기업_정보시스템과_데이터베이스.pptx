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7장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기업 정보시스템과 데이터베이스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다온유통이 성장하면 왜 ERP·CRM·DW가 필요한가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기업이 성장할 때 정보시스템이 왜 필요해지는지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ERP·CRM·SCM에서 데이터베이스가 어떤 위치에 있는지 설명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OLTP와 OLAP의 차이를 목적·질의 형태·사용자 관점에서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웨어하우스와 데이터 마트의 개념과 필요성 설명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한 건이 경영 의사결정에 닿는 흐름을 그리기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DB 이론 편람 7장 · 다온유통의 성장 서사로 따라갑니다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아홉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7433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195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37909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다온유통이 성장하면 무슨 일이 생기는가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정보시스템의 계층 — 누가 어떤 정보를 쓰는가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ERP — 회사의 하나뿐인 장부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CRM — 고객을 기억하는 시스템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5151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65151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1600" y="66389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67151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9300" y="66865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SCM — 물건이 흐르는 길을 관리한다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36195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36195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37433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38195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37909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OLTP와 OLAP — 계산대의 DB, 회의실의 DB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웨어하우스 — 분석을 위한 별도의 창고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BI와 대시보드 — 숫자를 판단으로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345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345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631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631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108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전사 데이터 흐름 — 주문 한 건의 여행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성장하면 생기는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「이번 달 순이익이 얼마죠?」 — 숫자가 서로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중복과 불일치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고객 정보가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부서마다 다른 값으로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부서 간 단절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영업은 재고를, 물류는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추세를 모른다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보고서가 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하나에 엑셀 취합으로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며칠이 걸린다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분석이 운영 방해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무거운 집계를 돌리면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접수 화면까지 느려진다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직원 80명, 매장 세 곳 — 부서마다 각자 따로 쓰는 프로그램과 엑셀. 2장에서 본 파일 시스템의 한계가 회사 규모로 재현된다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정보시스템의 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계산대 직원과 사장님에게 필요한 화면은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대표 시스템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81300"/>
            <a:ext cx="41224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다온유통의 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운영(현장)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857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거래처리시스템(TPS)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917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일상 거래를 빠짐없이 기록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접수, 재고 차감, 결제 처리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관리(중간관리자)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857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경영정보시스템(MIS)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917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거래 데이터를 요약해 정기 보고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월별 매출 보고서, 팀별 실적 집계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전략(경영진)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의사결정지원시스템(DSS)·중역정보시스템(EIS)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917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비교·분석·시뮬레이션으로 판단 지원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 축소 여부, 신규 매장 입지 검토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DB가 흔들리면 그 위의 모든 보고서와 판단이 함께 흔들린다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위층은 아래층의 데이터를 먹고 산다 — 맨 밑바닥, 모든 거래가 기록되는 곳이 데이터베이스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회사 전체가 공유하는 하나의 장부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통합 데이터베이스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모듈이 하나의 DB 공유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숫자가 다른 문제가 사라짐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모듈 구조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영업·구매·재고·생산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회계·인사 모듈을 조합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실시간 반영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부서의 입력이 즉시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부서 화면에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프로세스 표준화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업무 절차가 시스템에 내장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전체가 같은 방식으로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주문 1003번(임수빈, 공기청정기 189,000원) — 세 번 적으면 세 번 틀릴 기회, ERP에서는 입력 한 번으로 재고·매출·배송이 함께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테이블 5개는 미니 ERP의 축소판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ERP 모듈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테이블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영업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접수·상태 관리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4480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9210" y="34480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· order_items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재고 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상품·재고 수량 관리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41719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9210" y="41719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 (stock 열)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 관리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거래처·고객 기본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48958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9210" y="48958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인사 관리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직원·조직·급여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56197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9210" y="56197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employees (salary·manager_id)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회계 관리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매출·비용 집계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63436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9210" y="63436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order_items의 qty × unit_price 집계가 매출의 원천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ERP의 심장은 화려한 화면이 아니라 통합 데이터베이스 — 3장의 데이터 모델링이 통합 작업의 언어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단골을 기억하는 가게 주인의 능력을 수만 명에게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 세분화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등급·구매액·빈도로 나눠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다르게 대응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이탈 방지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한동안 주문 없는 고객에게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쿠폰·재구매 캠페인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캠페인 관리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누구에게 무엇을 보냈고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반응이 어땠는지 기록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접점 통합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온라인·오프라인 주문을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고객의 이력으로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customers 테이블이 CRM의 출발점 — 등급(VIP·GOLD·SILVER)으로 구분, 포인트로 보상, 가입일로 관계의 길이를 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CRM의 기본 질문을 SQL로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우리 고객은 등급별로 몇 명인가?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grade, COUNT(*) AS 고객수, SUM(points) AS 포인트합계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GROUP  BY grade;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가입만 하고 한 번도 주문하지 않은 고객은? (첫 구매 유도 대상)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c.cust_id, c.name, c.joined_date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 c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NOT EXISTS (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SELECT 1 FROM orders o WHERE o.cust_id = c.cust_id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다온유통에서는 C010 서지안 고객이 잡힌다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등급별 고객 분포와 이탈 후보 — 운영 CRM은 일상 업무(OLTP 성격), 분석 CRM은 패턴 찾기(OLAP 성격)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SCM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재고는 많아도 문제, 없어도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제주 감귤 (P004)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재고가 0인데 주문 이력은 있다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팔리는 상품이 품절 — 기회손실이 나는 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A5 노트 (P010)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180개, 한 번도 팔리지 않았다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자금이 창고에 잠들어 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유통회사 다온유통의 SCM 문제 — 「상품을 언제, 얼마나 들여와서, 어느 창고에 두고, 어떻게 배송하는가」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SCM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SCM의 핵심은 균형 맞추기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재고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71788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71788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품절(기회손실)과 과잉재고(보관비·자금 잠김) 사이 적정 수준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발주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662362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662362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판매 추세로 언제 얼마나 주문할지 — order_items 집계가 근거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물류·배송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452938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452938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주문접수→배송중→배송완료 추적 — orders.status가 그 기록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공급자 협력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243512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243512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판매 데이터를 공유하면 공급자도 생산 계획을 세우기 좋다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채찍 효과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034088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034088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수요의 작은 변동이 소매→도매→제조로 증폭 — 처방은 데이터 공유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SCM = 원재료·상품이 공급자에서 고객까지 흘러가는 전체 경로를 관리하는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OLTP와 OLAP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기술, 정반대의 요구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OLTP (거래 처리)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OLAP (분석 처리)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목적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일상 거래의 기록·갱신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의사결정을 위한 집계·분석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전형적 질의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044043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044043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건 INSERT/UPDATE, 소량 조회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044043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044043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수많은 행을 훑는 GROUP BY 집계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건드리는 데이터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640036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640036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현재 데이터 몇 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640036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640036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과거 포함 대량의 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 사용자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236029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236029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일선 직원·고객(주문 화면)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236029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236029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분석가·관리자·경영진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성능 기준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5832021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5832021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초당 처리 건수, 즉각 응답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5832021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5832021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복잡한 질의의 완료 시간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중요한 성질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6428014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8650" y="6428014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무결성·동시성(5장 ACID)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6428014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6428014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질의 유연성·큰 스캔 성능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다온유통의 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7024007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8650" y="7024007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1015번 접수, 재고 1개 차감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44200" y="7024007"/>
            <a:ext cx="64008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39450" y="7024007"/>
            <a:ext cx="6210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「2026년 분기별 매출과 등급별 기여도는?」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OLTP는 계산대의 일 — 한 건을 빠르고 정확하게, OLAP은 회의실의 일 — 수만 건을 훑어 추세를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OLTP와 OLAP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테이블, 정반대의 질의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OLTP: 계산대의 질의 — 한 건을 정확히, 지금 당장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INSERT INTO orders (cust_id, emp_id, order_date, status)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VALUES ('C003', NULL, '2026-06-15', '주문접수');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UPDATE products SET stock = stock - 1 WHERE prod_id = 'P006';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OLAP: 회의실의 질의 — 전체를 훑어 패턴을 본다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c.grade, SUM(i.qty * i.unit_price) AS 매출액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 c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orders      o ON c.cust_id  = o.cust_id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order_items i ON o.order_id = i.order_id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o.status &lt;&gt; '취소'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GROUP  BY c.grade;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둘을 한 DB에서 동시에 돌리면 분석 한 번이 주문 접수를 느리게 한다 — 그래서 분석용 DB를 따로 만든다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데이터 웨어하우스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분석을 위한 별도의 창고 — 네 가지 성격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주제 지향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업무 절차가 아니라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고객·상품·매출 중심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통합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형식·단위·코드를 맞춰 합침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「VIP」와 「V등급」을 하나로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시계열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과거 이력을 시점별로 쌓아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 분석을 가능하게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비휘발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적재한 데이터는 갱신·삭제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없이 읽기 전용으로 보존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매장(운영 DB)은 계속 장사를 하고, 분석가는 창고(DW)에서 마음껏 뒤져도 매장에 지장이 없다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데이터 웨어하우스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ETL — 운영 DB에서 창고로 옮기기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추출 (Extract)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운영 시스템에서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꺼낸다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변환 (Transform)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형식을 맞추고 오류를 정제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단위를 만든다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 (Load)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창고(DW)에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쌓는다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스타 스키마 — 사실 테이블 order_items(수량·금액)를 차원 테이블 customers(누가)·products(무엇을)·날짜(언제)가 둘러싼다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보통 업무 부하가 적은 시간대에 주기적으로 · 품이 가장 많이 드는 곳은 변환(T) 단계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데이터 웨어하우스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웨어하우스와 데이터 마트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65227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6522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웨어하우스(DW)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84180" y="2781300"/>
            <a:ext cx="65608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84180" y="2781300"/>
            <a:ext cx="6560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마트(DM)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범위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전사 — 회사 전체의 분석 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84180" y="34480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79430" y="34480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부서·주제 하나 — 마케팅용, 재무용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중앙 물류창고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84180" y="41719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79430" y="41719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동네 편의점 (창고에서 골라 온 것만)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크기·구축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크고 오래 걸린다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84180" y="48958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9430" y="48958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작고 빠르다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6522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6332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마트들의 원천이 되기도 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84180" y="56197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79430" y="56197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DW의 부분집합으로 만드는 경우가 많다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마케팅팀은 「고객·캠페인 마트」만, 물류팀은 「재고·배송 마트」만 — 필요한 만큼만 보여준다(8장 접근 제어·뷰)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8. BI와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창고의 재료로 요리해 식탁에 올리는 주방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정기 보고서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월별 매출 보고처럼 정해진 형식으로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반복 생산되는 리포트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대시보드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핵심 지표(KPI)를 한 화면에 모아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실시간·수시로 보는 계기판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셀프서비스 분석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현업 직원도 클릭으로 분석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내부에서는 결국 SQL이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경영진이 실제로 만나는 것은 테이블도 SQL도 아니고, BI가 차려낸 화면이다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8. BI와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좋은 대시보드는 좋은 질문의 목록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지표 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월매출(취소 제외)·온라인 비중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등급별 기여도·TOP 3·품절 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90일 미주문 고객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밑에서 도는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 도구가 화려해 보여도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결국 JOIN과 GROUP BY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경영학도의 기여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기술이 아니라 지표 선정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「무엇을 매일 봐야 하는가」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매출만 보면 취소율 급증을 놓치고, 평균만 보면 VIP 한 명의 이탈을 놓친다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9. 전사 데이터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한 건의 여행 — 한가람 고객의 전기포트 주문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71800"/>
            <a:ext cx="23495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거래 발생(OLTP)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INSERT와 재고 차감 — 5장 트랜잭션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5917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735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73500" y="2971800"/>
            <a:ext cx="23495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35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68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전사 반영(ERP)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59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물류 모듈에 배송 지시, 회계 모듈에 매출 인식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28967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040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4000" y="2971800"/>
            <a:ext cx="23495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40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73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적재(ETL→DW)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64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심야 ETL이 오늘의 주문을 DW에 시계열로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02017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345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34500" y="2971800"/>
            <a:ext cx="23495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45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78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분석(OLAP·BI)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69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아침 대시보드 갱신, 분석가는 DW에서 추세 질의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175067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20650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65000" y="2971800"/>
            <a:ext cx="23495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650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983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판단(경영진)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174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의사결정이 된다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48117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47955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795500" y="2971800"/>
            <a:ext cx="23495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7955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288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되먹임(CRM·SCM)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479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캠페인 대상 선정·발주량 결정에 반영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" y="7143750"/>
            <a:ext cx="16002000" cy="6858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28750" y="7143750"/>
            <a:ext cx="15430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「이 숫자는 어느 시스템의 어느 테이블에서, 어떤 조건(취소는 뺐나?)으로 나왔지?」를 묻는 감각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웨어하우스(DW)의 특징에 대한 설명으로 옳지 않은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분석 주제(고객·상품·매출) 중심으로 정리한다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여러 시스템 데이터의 형식·단위·코드를 맞춰 합친다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과거 이력을 시점별로 쌓아 추세 분석을 가능하게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적재한 데이터를 수시로 갱신·삭제해 현재 상태만 유지한다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적재한 데이터를 수시로 갱신·삭제해 현재 상태만 유지한다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DW의 네 가지 성격은 주제 지향·통합·시계열·비휘발입니다. 비휘발이란 한번 적재한 데이터를 갱신·삭제하지 않고 읽기 전용으로 보존한다는 뜻이므로 넷째 보기가 틀렸습니다. 현재 상태만 갖는 쪽은 오히려 운영 DB이고, DW는 그 이력을 시점별로 쌓기 때문에 추세 분석이 가능해집니다.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성장하면 부서별 단절·불일치 — ERP·CRM·SCM은 모두 DB 위에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ERP는 하나의 장부 — 한 번의 입력이 영업·재고·회계에 함께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CRM은 고객을 데이터로 기억, SCM은 재고·발주·물류의 균형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OLTP는 계산대(한 건씩 빠르게), OLAP은 회의실(대량 집계)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DW는 분석 전용 창고 — ETL로 운영 DB에서 옮겨 쌓는다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BI·대시보드는 숫자를 판단으로 — 밑에서는 JOIN과 GROUP BY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한 건이 OLTP → ERP → DW → BI → 판단 → CRM·SCM으로 순환한다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장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이론 8장 · 데이터 관리·보안과 동향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접근 제어와 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최소 권한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보여줄 것만 보여주기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백업과 복구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잃을 수 있다는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전제로 운영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개인정보 보호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필요한 만큼만 모으고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목적대로만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동향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클라우드 DB·빅데이터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NoSQL·AI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7장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7장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장의 BI 원료가 되는 매출·고객·운영 리포트를 SQL로 직접 만듭니다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정보시스템의 계층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ERP·CRM·SCM과 데이터베이스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OLTP와 OLAP, DW와 ETL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BI와 주문 한 건의 여행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관련 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14주차 경영 데이터 SQL 종합 실습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