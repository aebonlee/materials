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4교시 · 개선안 도출과 우선순위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대안별 우선순위화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 평가와 효과 추정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먼저, 하면 얼마나 좋아지는가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가중합계·RANK 수식으로 대안의 순위를 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회복 시 늘어나는 양품을 Excel 로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2×2 매트릭스와 민감도로 순위를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우선순위가 매겨진 대안 목록 — 오후 실행계획의 입력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3_대안평가매트릭스 시트의 수식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80948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809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가중합계 G2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3948" y="2781300"/>
            <a:ext cx="1442105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6348" y="2781300"/>
            <a:ext cx="141162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=B2*0.3+C2*0.2+D2*0.2+E2*0.15+F2*0.15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580948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5809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순위 H2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3948" y="3429000"/>
            <a:ext cx="1442105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6348" y="3429000"/>
            <a:ext cx="141162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=RANK(G2,$G$2:$G$6)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580948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5809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대안 6개면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23948" y="4076700"/>
            <a:ext cx="1442105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6348" y="4076700"/>
            <a:ext cx="141162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=RANK(G2,$G$2:$G$7) 로 범위 끝을 늘린다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580948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58094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가중치를 셀로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3948" y="4724400"/>
            <a:ext cx="1442105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76348" y="4724400"/>
            <a:ext cx="1411625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=SUMPRODUCT(B2:F2,$J$2:$N$2)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 효과 · C 비용 · D 실행기간 · E 위험도 · F 현장수용성 — 가중합계는 1~5 사이 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1·2단계 · 예시 채점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예시 점수로 낸 가중합계와 순위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0426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효과·비용·기간·위험·수용성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23622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가중합계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44700" y="2781300"/>
            <a:ext cx="2400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44700" y="2781300"/>
            <a:ext cx="2400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A1 TC-3 재교정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 · 5 · 5 · 4 ·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0" y="3448050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9650" y="3448050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4.85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744700" y="3448050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39950" y="3448050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A2 PM 체크리스트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· 5 · 5 · 5 ·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0" y="4143375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9650" y="4143375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4.55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744700" y="4143375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39950" y="4143375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A3 SPC 알람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· 3 · 3 · 4 ·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4838700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4838700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3.45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744700" y="4838700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839950" y="4838700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A5 수입검사·시험 소결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889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· 4 · 4 · 4 ·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344400" y="5534025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439650" y="5534025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3.40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744700" y="5534025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839950" y="5534025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A6 성형실 제습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889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 · 2 · 3 · 4 · 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344400" y="6229350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439650" y="6229350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3.10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744700" y="6229350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839950" y="6229350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A4 교정 이력 시스템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889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 · 3 · 2 · 4 · 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44400" y="6924675"/>
            <a:ext cx="2362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439650" y="6924675"/>
            <a:ext cx="2171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4744700" y="6924675"/>
            <a:ext cx="2400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839950" y="6924675"/>
            <a:ext cx="2209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데이터가 정한 정답이 아니라 판단의 한 예 — 수식 대조용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추정 — CLEAN 시트에서 직접 계산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구간 열 M 만들기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=IF(A2&gt;="2026-08-10","PM후","PM전") — 일자가 글자로 저장돼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후 일평균 양품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SUMIFS(양품, 설비 SF-02, 구간 PM후) ÷ 22일 → 약 5,749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전 일평균 양품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SUMIFS(양품, 설비 SF-02, 구간 PM전) ÷ 40일 → 약 7,334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회복 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하루 약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+1,585개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가 PM 전 수준으로 돌아가면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38023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전 일평균 양품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7,334개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293,357 ÷ 40일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후 일평균 양품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5,749개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4337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4337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126,477 ÷ 22일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하루 늘어나는 양품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1,585개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3870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3870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7,334 − 5,749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22일 동안 놓친 양품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34,870개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53402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53402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1,585 × 22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후 22일 불량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8,791개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22935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22935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135,268 − 126,477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4025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52120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줄일 수 있었던 불량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5,900개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60" y="692467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9410" y="692467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8,791 − 135,268×2.11%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가정: SF-02 완전 회복 · A1·A2·A3 효과를 서로 더하지 않는다(묶음 전체의 상한)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효과-노력 2×2 — 실행 방식을 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노력 적음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노력 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Quick Win · A1, A2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중점 과제 · A3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작음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틈새 과제 · A5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재검토 · A4, A6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노력 적음 = 비용·실행기간 점수 평균 4 이상 · 효과 큼 = 효과 4점 이상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흔들어도 1위가 그대로인가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398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398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24660" y="2781300"/>
            <a:ext cx="27203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24660" y="2781300"/>
            <a:ext cx="2720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기본 30·20·20·15·15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889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A1 4.85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398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23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A2 4.55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A3 3.45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424660" y="3448050"/>
            <a:ext cx="2720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519910" y="3448050"/>
            <a:ext cx="2529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A5 3.40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중시 40·15·15·15·15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889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A1 4.85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398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23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A2 4.45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70432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9957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A3 3.55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424660" y="4171950"/>
            <a:ext cx="2720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519910" y="4171950"/>
            <a:ext cx="2529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A5 3.20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균등 20씩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A1 4.80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398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923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A2 4.60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70432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9957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A5 3.60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424660" y="4895850"/>
            <a:ext cx="2720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519910" y="4895850"/>
            <a:ext cx="2529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A3 3.40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1·2위는 유지 · 3·4위는 근소 — 점수 대신 「어느 원인을 겨냥하나」로 정한다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시트를 저장하기 전에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RANK 범위를 안 늘렸다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대안을 추가했는데 $G$6 그대로 — 새 대안이 비교에서 빠진다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비용을 비쌀수록 5점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비싼 대안이 위로 올라간다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효과를 서로 더했다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A1·A2·A3 는 같은 원인 — 1,585개의 세 배가 아니다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 합이 1 이 아니다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O2 =SUM(J2:N2) 로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50분이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모든 대안이 RANK 범위 안에 있고 순위에 빈 번호가 없다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 합이 1, 바꿔도 1위가 유지되는지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하루 약 1,585개 증가를 SUMIFS 로 직접 맞췄다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근소한 순위 차이는 판단 근거를 한 줄로 적었다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4교시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4교시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5교시 · 개선안 실행계획 수립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우선순위 위쪽 대안부터 과제·일정·담당·KPI 를 갖춘 실행계획으로 옮깁니다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Quick Win 은 이번 주 착수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중점 과제는 일정·담당·예산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보류 원인은 데이터 수집 과제로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효과 KPI 와 목표값 정하기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우선순위가 매겨진 대안 목록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