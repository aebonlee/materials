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만의 도커 — 켜짐 · 포트 · 이미지 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맞춰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9000·9001 을 다른 프로그램이나 예전 컨테이너가 쓰고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이미지 두 개를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~/lakehouse 를 미리 안다 — 아직 치지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3주차 폴더는 그대로 — 3주차 산출물 마감은 오늘 10-16 23:59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점검(1~4단계)은 확인만, 재설정(5단계)은 실습이 꼬였을 때만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버전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9000·9001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OS별 한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pgsty/minio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9000·9001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줄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두 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· 4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2단계는 공통 docker ps -a 먼저, 그다음 운영체제별 한 줄 — Windows 만 그 한 줄을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 · 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를 켜고 9000·9001 을 비운다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'{{.Server.Version}}'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29.6.1 처럼 한 줄 — Cannot connect 면 Docker 를 켜고 다시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— minio · mc 이름이 없는가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있으면 up 이 already in use 로 멈춘다 → docker rm -f minio mc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운영체제별 한 줄에 아무 줄도 없는가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com.docker · docker-proxy 가 보이면 도커 컨테이너 — ps 로 찾아 멈춘다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9000 · 9001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이미지 두 개를 미리 받아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pgsty/minio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216MB — 이론 시간이 시작될 때 걸어 두면 실습 전에 끝난다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pgsty/mc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76.5MB — 이미 받았다면 Image is up to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--format … | grep pgsty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pgsty/minio:latest 216MB · pgsty/mc:latest 76.5MB 두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 macOS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18초 · 8초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동시엔 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처음 만드는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뒤에서 누가 받나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1단계 히어독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가 확장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· mc · 볼륨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1단계 up -d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~ 4-5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 raw · warehouse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실습 1단계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warehouse 4-2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4-3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raw/orders/ 첫 CSV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실습 5단계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첫 배치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 + boto3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s3_demo.py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실습 4단계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· 4주차 심화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docker compose exec mc … 를 치면 no configuration file provided — 아직 만들기 전이라는 뜻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때만 — 볼륨까지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→ docker compose down -v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mc · 네트워크 · lakehouse_minio-data 볼륨이 Removed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-a · volume ls --filter name=minio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끝 — 구축 1단계 up -d 부터 다시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· data/ · .venv · s3_demo.py · 받아 둔 이미지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되돌릴 수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버킷·파일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모두 사라짐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… 이 29.6.1 처럼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에 minio·mc 가 없고, 포트 명령에 아무 줄도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pgsty 가 216MB · 76.5MB 두 줄을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파일은 구축 1단계에서 처음 만든다는 것을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이후의 down -v 는 Iceberg 테이블까지 지운다 — 재설정은 정말 처음부터 할 때만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오브젝트 스토리지의 이해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저장 방식의 차이부터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 · 파일 · 오브젝트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 · 키 · 접두사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dt=날짜로 짓기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와 MinIO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