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CDC(Debezium) 실시간 캡처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멈춤 · 3306 · 8083 · 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de-mysql 이 떠 있으면 오늘 mysql 과 3306 이 겹친다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8083(Connect REST)을 다른 것이 잡고 있으면 Connect 가 못 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이미지가 2.2GB — 수업 중에 받으면 그만큼 기다린다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1~3단계는 확인 · 내려받기만 · compose 파일은 실습 1단계에서 다시 쓴다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compose 에 MySQL 과 Debezium Connect 를 더한다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compose 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만 Up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멈춤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3306 · 8083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2.7.3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down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를 켜고 2주차 MySQL 을 멈추세요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~/data-eng/week6 → docker compose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6-2 · 6-3 의 kafka 를 다시 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de-mysql 2&gt;/dev/null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떠 있었으면 de-mysql 을 찍고 멈춘다 — 지우지는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--format 'table …'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한 줄만 Up 이면 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de-mysql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3306 · 8083 을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… findstr ":3306 :8083"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-iTCP:3306 -iTCP:8083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com.docker 면 컨테이너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 -E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3306 은 직접 설치한 MySQL 이 잡는 일이 많다 — 오늘은 컨테이너 안에서만 붙어 지장 없고, 겹치면 "3307:3306" 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이미지를 미리 받아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mysql:8.0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1.1GB — 2주차 de-mysql 과는 별개 컨테이너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debezium/connect:2.7.3.Final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2.2GB — 이미 받았으면 Image is up to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| grep -E "mysql|debezium"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이미지가 목록에 있으면 된다 — 판은 Debezium 2.7 이 지원하는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가장 큰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2.2GB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· mysql · 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1단계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6-5 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가 붙는다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shop.orders 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debezium 계정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2단계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register-mysql.json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mysql-cdc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3단계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6주차 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토픽 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3단계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(커넥터가 만듦)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cdc_reader.py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6단계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컨테이너는 실습 1단계, 커넥터는 3단계에서 처음 만든다 — 커넥터가 만드는 토픽은 shop · shop.shop.orders · schema-changes.shop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재설정 — docker compose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down 하면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셋이 지워진다 · rm -f 로 json · py 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· 「어디까지 읽었나」도 사라진다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6-3 의 orders 토픽도 — 6-4 부터 안 씀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등록하면 스냅숏부터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커넥터만 지웠다 다시 등록하면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스냅숏을 다시 하지 않는다(실측)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가 읽은 위치를 기억한다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8단계 미니 과제에서 직접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시작은 실습 1단계부터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CDC 개념과 Debezium 아키텍처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폴링 대신 binlog 를 읽는 이유와, 스냅숏 뒤 스트리밍으로 이어지는 순서를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폴링 vs 로그 기반 CDC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binlog(ROW) · Kafka Connect · Debezium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 · before · after 와 토픽 이름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