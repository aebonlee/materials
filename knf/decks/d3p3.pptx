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업로드 대신 SF_ALARM 151행 붙여넣기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597행을 올려 요약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코드별 건수 집계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 건수 재확인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08_paste_pack 의 SF_ALARM 복사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두 대만 151행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CSV」→「붙여 넣은 표」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건수는 피벗으로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