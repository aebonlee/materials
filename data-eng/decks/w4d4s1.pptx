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Trino 기반 S3 SQL 엔진 구축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분산 SQL 엔진의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저장과 계산이 갈라지면 데이터를 옮기지 않는다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의 코디네이터·워커 구조와 커넥터 개념을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저장과 계산이 분리된 구조의 장점을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커넥터와 카탈로그를 구별하고, 파일 이름이 카탈로그 이름임을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의 demo 와 Trino 의 iceberg 가 같은 실체임을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Spark 가 쓴 테이블을 Trino 가 그대로 읽는지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저장과 계산의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몸과 분리 — 다섯 가지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몸 (MySQL 등)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분리 (레이크하우스)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위치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서버의 디스크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 스토리지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엔진을 늘리려면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서버를 키운다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엔진만 더 띄운다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도구가 쓰려면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복사해 간다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것을 그대로 읽는다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엔진을 바꾸려면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이전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설정만 바꾼다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저장·계산이 묶여 있다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따로 조절한다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0866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MySQL 은 자기 파일을 자기가 읽는다 — 커지면 서버를 통째로 키우고, 다른 도구는 복사해 갔다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쓸 때만 계산 자원을 켠다 — 새벽엔 Spark 를 크게, 낮엔 Trino 만 작게. 데이터는 그대로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Trino 는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데이터를 갖지 않고 매번 원본에서 읽는 엔진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Presto 의 계보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Presto 창시자들이 독립해 이어가는 프로젝트(구 PrestoSQL) — 강의계획서의 Trino(Presto) 표기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데이터를 저장하지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이 올 때마다 원본에서 읽어 계산하고 결과만 돌려준다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대화형 질의에 맞춰져 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앉아서 결과를 기다리는 몇 초~몇 분짜리 쿼리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소스를 한 SQL 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테이블과 MySQL 테이블을 함께 조인할 수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Trino 는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와 Trino — 만들 때와 분석할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 용도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무거운 배치 변환·쓰기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대화형 조회·집계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 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단계별로 재시도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쿼리 전체 재실행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쓰기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강함 (MERGE·UPDATE)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가능하지만 제한적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 분~수 시간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 초~수 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프로그래밍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Python·Scala API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중심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파이프라인이 데이터를 만들 때는 Spark, 사람이 분석할 때는 Trino — 4-3 과 4-4 가 그 두 자리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코디네이터와 워커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 하나가 처리되는 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코디네이터가 SQL 을 받는다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계획을 세우고, 워커에게 일을 나눠 주고, 결과를 모은다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워커가 읽고 계산한다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스토리지에서 읽고 계산 — 여러 대를 두면 그만큼 나눠 처리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실습은 단일 컨테이너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코디네이터가 워커를 겸임 — 5주차 Spark 의 드라이버·익스큐터와 같은 구조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분산 처리의 공통 모양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코디네이터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+ 워커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커넥터와 카탈로그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파일에서 헷갈리는 두 낱말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종류의 데이터 소스와 대화하는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· postgresql · mysql · kafka 등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소스 종류마다 커넥터 하나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 파일의 connector.name 이 이것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커넥터로 연결한 데이터 소스 하나의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etc/trino/catalog/ 의 properties 파일 하나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이름 = 카탈로그 이름 → iceberg.스키마.테이블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커넥터로 카탈로그 여러 개도 가능(운영용·개발용)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커넥터와 카탈로그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iceberg.properties — 「어디 있나」와 「직접 읽기」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connector.name=iceberg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커넥터를 쓸지 — 이 값이 없으면 카탈로그가 로드되지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iceberg.catalog.type=rest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카탈로그 종류 — Spark 쪽과 같아야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iceberg.rest-catalog.uri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(1) 「어디 있나」를 묻는 곳 — 카탈로그 서비스 주소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s3.endpoint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(2) 파일을 직접 읽는 곳 — S3 주소. 실습 1단계에서 이 파일을 씁니다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주석은 따로 한 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 끝 # 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값으로 읽힌다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이름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iceberg.lakehouse.orders — 세 칸의 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실습에서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연결한 데이터 소스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안의 데이터베이스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lakehouse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전체 이름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카탈로그.스키마.테이블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iceberg.lakehouse.orders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Spark 의 demo.lakehouse.orders 와 앞 이름만 다르다 — 각 엔진이 카탈로그에 붙인 별명, 실체는 하나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저장과 계산이 분리되면 엔진을 늘리거나 바꿔도 데이터를 안 옮긴다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는 데이터를 저장하지 않고 매번 원본에서 읽어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무거운 쓰기는 Spark, 대화형 조회는 Trino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커넥터는 대화 방법 · 카탈로그는 연결한 소스 하나 · 파일 이름 = 카탈로그 이름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의 demo 와 Trino 의 iceberg 는 같은 카탈로그의 다른 별명이다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Trino 컨테이너 연결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설정 파일을 만들고 Trino 를 띄워, Spark 가 쓴 테이블이 그대로 보이는지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catalog/iceberg.properties 열 줄 작성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교체 · up -d 뒤 「준비 완료」 대기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TABLES 로 orders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엔진의 count·sum 이 같은지 대조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4-3 의 컨테이너 4개 · 8080 포트 비우기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