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1-2 · 쉘 스크립트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스크립트 작성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인자·조건·반복·함수·case — 열 단계 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greet.sh — 인자를 받고, 없으면 사용법을 알리고 exit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check_file.sh — 파일 유무로 종료 코드 0 / 1 을 돌려준다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scan_logs.sh — for 로 폴더 안 로그를 한 번에 집계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report_tool.sh — 함수·case·while read 에 set -euo pipefail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일부러 깨뜨리는 단계가 셋 — 따옴표 빼기 · set 옵션 없이 돌리기 · || true 지우기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단계 — 스크립트 하나를 키워 가며 문법을 손에 익힌다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 끝의 「확인 포인트」가 맞으면 다음으로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1~2. greet.sh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인자 $1 · 사용법 · exit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따옴표 실험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bash 에서 ls $f 와 ls "$f"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4~5. 검사·집계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check_file.sh · scan_logs.sh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6~9. 함수·case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report_tool.sh · while · set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10. ShellCheck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검사기로 마무리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처음 보는 모양 셋 — 치기 전에 알고 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없으면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 &gt; 파일 &lt;&lt; 'EOF'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줄부터 EOF 줄까지 파일에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줄씩 echo 로 넣어야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chmod +x 파일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실행해도 된다고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Permission denied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./greet.sh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이 폴더의 greet.sh 실행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command not found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'EOF' 에 따옴표를 씌워야 안쪽 $1 이 지금 값으로 바뀌지 않고 글자 그대로 파일에 적힌다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1~2단계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greet.sh — 인자를 받고, 없을 때는 막는다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1단계 — 인자를 받는다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./greet.sh 데이터엔지니어 → 안녕하세요, 데이터엔지니어 님!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name="$1" — 첫 번째 값을 name 에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echo "안녕하세요, $name 님!"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인자 없이 실행하면 자리가 빈 채 나온다</a:t>
            </a:r>
          </a:p>
        </p:txBody>
      </p:sp>
      <p:sp>
        <p:nvSpPr>
          <p:cNvPr id="17" name="Oval 16"/>
          <p:cNvSpPr/>
          <p:nvPr/>
        </p:nvSpPr>
        <p:spPr>
          <a:xfrm>
            <a:off x="1447800" y="654843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3538" y="637032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낱말을 주면 첫 번째만 ($1 이 첫 번째)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2단계 — 없으면 막는다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새벽에 도는 프로그램은 「이름을 안 줬구나」를 판단하지 못한다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if [ $# -lt 1 ]; then — 받은 값이 1 보다 적으면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echo "사용법: $0 이름"</a:t>
            </a:r>
          </a:p>
        </p:txBody>
      </p:sp>
      <p:sp>
        <p:nvSpPr>
          <p:cNvPr id="26" name="Oval 25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exit 1 — 실패 표시를 남기고 멈춘다</a:t>
            </a:r>
          </a:p>
        </p:txBody>
      </p:sp>
      <p:sp>
        <p:nvSpPr>
          <p:cNvPr id="28" name="Oval 27"/>
          <p:cNvSpPr/>
          <p:nvPr/>
        </p:nvSpPr>
        <p:spPr>
          <a:xfrm>
            <a:off x="10077450" y="654843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3188" y="637032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echo $? → 1 · 홍길동을 주면 0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· 일부러 깨뜨린다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따옴표를 빼면 이름 하나가 둘로 쪼개진다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bash 로 들어간다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zsh 는 쪼개기를 안 해 재현이 안 된다 — 실제로 도는 곳은 bash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f="my report.txt"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touch 로 공백이 든 이름의 파일을 만들고 변수에 담는다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$f → 오류가 두 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 · report.txt 로 나뉘어 각각 찾아본 것 — 파일이 없다는 뜻이 아니다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"$f" → my report.txt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따옴표를 씌우면 통째로 하나 — rm "my report.txt" · exit 로 정리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규칙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예외 없이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"$변수"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4~8단계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새로 나오는 조각 — 표로 먼저 짚고 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82829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82829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24760" y="2781300"/>
            <a:ext cx="19202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24760" y="2781300"/>
            <a:ext cx="1920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if [ -f "$target" 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82829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80924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 파일이 있으면 then 쪽으로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224760" y="3448050"/>
            <a:ext cx="19202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20010" y="3448050"/>
            <a:ext cx="17297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${1:-logs}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969544"/>
            <a:ext cx="82829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3969544"/>
            <a:ext cx="80924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주면 logs 를 쓴다 (기본값)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224760" y="3969544"/>
            <a:ext cx="19202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320010" y="3969544"/>
            <a:ext cx="17297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for f in "$dir"/*.log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491038"/>
            <a:ext cx="82829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491038"/>
            <a:ext cx="80924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찾은 파일을 하나씩 f 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224760" y="4491038"/>
            <a:ext cx="19202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320010" y="4491038"/>
            <a:ext cx="17297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$(wc -l &lt; "$f")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012531"/>
            <a:ext cx="82829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012531"/>
            <a:ext cx="80924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 수만 값으로 (이름 없이)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224760" y="5012531"/>
            <a:ext cx="19202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320010" y="5012531"/>
            <a:ext cx="17297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usage() { … } · usage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5534025"/>
            <a:ext cx="82829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8970" y="5534025"/>
            <a:ext cx="80924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덩어리에 이름 · 부를 땐 이름만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224760" y="5534025"/>
            <a:ext cx="19202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320010" y="5534025"/>
            <a:ext cx="17297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local file="$1"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6055519"/>
            <a:ext cx="82829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8970" y="6055519"/>
            <a:ext cx="80924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 안에서만 쓰는 변수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224760" y="6055519"/>
            <a:ext cx="19202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320010" y="6055519"/>
            <a:ext cx="17297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case "$mode" in … esac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03720" y="6577012"/>
            <a:ext cx="82829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8970" y="6577012"/>
            <a:ext cx="80924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갈래는 ;; 로 끝 · *) 는 그 밖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5224760" y="6577012"/>
            <a:ext cx="19202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320010" y="6577012"/>
            <a:ext cx="17297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while read -r line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03720" y="7098506"/>
            <a:ext cx="82829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98970" y="7098506"/>
            <a:ext cx="80924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done &lt; "$f" — 한 줄씩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224760" y="7098506"/>
            <a:ext cx="19202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5320010" y="7098506"/>
            <a:ext cx="17297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grep 은 한 건도 못 찾으면 실패(1)로 끝난다 — count_errors 에 || true 가 붙은 이유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1.5H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9단계 · 일부러 깨뜨린다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set -euo pipefail — 셋이 각각 무엇을 막는지 겪어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set -e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중간이 실패해도 끝까지 진행 → 있으면 실패한 줄에서 즉시 멈춘다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set -u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오타 변수(user_nmae)가 빈 값으로 조용히 돈다 → 있으면 unbound variable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set -o pipefail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cat 이 실패해도 wc 가 성공이면 종료코드 0 → 있으면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|| true 를 지우면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 없는 로그에서 grep 이 실패(1) → set -e 가 스크립트를 통째로 멈춘다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셔뱅 바로 아래에 넣는다 — 외우기: -e 넘어가지 마라 · -u 없는 걸 쓰지 마라 · pipefail 중간도 봐라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10단계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ShellCheck — 조용히 통과하면 검사기가 일하는지 알 수 없다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shellcheck *.sh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개 모두 아무 말 없이 끝나면 성공 — echo $? 가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bad.sh 로 일부러 잡히게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따옴표 없는 변수 · 백틱 · 따옴표 없는 for 글롭을 모아 둔 파일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SC2086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Double quote to prevent word splitting — 따옴표 없는 변수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SC2006 · SC2231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백틱 대신 $( ) · for 글롭에 따옴표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등급 넷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 · warning 부터 고친다 — info · style 은 「더 나은 방법」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단계마다 이것이 나오면 다음으로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./greet.sh → 사용법: ./greet.sh 이름 · echo $? 가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$f 는 두 번 실패, ls "$f" 는 my report.txt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check_file.sh access.log 뒤 $? 는 0, 없는 파일은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scan_logs.sh → app1 1줄·1건, app2 2줄·1건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report_tool.sh summary · detail · help 가 모두 동작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shellcheck *.sh 가 조용히 끝나고 echo $? 가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1-2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데이터 처리 자동화 스크립트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만든 조각을 모아 매일 돌릴 수 있는 집계·백업 스크립트로 완성합니다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count_errors.sh — 로그 하나의 전체·ERROR 줄 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backup.sh — 날짜가 붙는 백업 폴더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daily_report.sh — set -e·set -u 로 조립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cron 맛보기와 미니 과제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만든 스크립트와 logs/ 폴더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