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7-2 · 텍스트 데이터 Chunking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Document Loader와 텍스트 분할 실습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340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문서를 읽고 자르고, 잘린 경계를 눈으로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TextLoader 로 한글 문서를 utf-8 로 깨짐 없이 로드한다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틀린 인코딩(cp949)으로 읽어 오류 메시지를 미리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chunk_size 200 · overlap 30 으로 잘라 경계와 겹침을 확인한다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메타데이터가 조각마다 따라오는 것을 확인하고 직접 추가한다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7단계에서 Character 분할기와 비교해 Recursive 가 기본인 이유를 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일곱 단계 — ~/data-eng/week7 한 폴더에서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7-1 의 가상환경을 그대로 켜고 시작합니다 — Windows(WSL2)·macOS·리눅스 모두 같습니다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notes.txt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로드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TextLoader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utf-8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실패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cp949 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일부러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4·5. 분할·겹침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200 / 30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이웃 대조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6·7. 메타·비교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metadata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Character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패키지 설치와 실습 문서 만들기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가상환경을 켠다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~/data-eng/week7 → source .venv/bin/activate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패키지 세 개 설치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 langchain-community langchain-text-splitters pypdf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notes.txt 를 만든다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 &gt; notes.txt &lt;&lt;'EOF' — 1장·2장 두 문단짜리 한글 문서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 notes.txt 로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한글이 깨지지 않고 출력되면 준비 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문서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notes.txt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1장·2장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실습 1.5H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2·4단계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핵심 명령 — 로드 · 분할 ·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197650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976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로드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40650" y="2781300"/>
            <a:ext cx="1480435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3050" y="2781300"/>
            <a:ext cx="144995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TextLoader("notes.txt", encoding="utf-8")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197650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1976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실행·확인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40650" y="3429000"/>
            <a:ext cx="1480435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3050" y="3429000"/>
            <a:ext cx="144995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.load() → len(docs) · docs[0].metadata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197650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1976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분할기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40650" y="4076700"/>
            <a:ext cx="1480435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93050" y="4076700"/>
            <a:ext cx="144995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chunk_size=200, chunk_overlap=30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197650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1976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40650" y="4724400"/>
            <a:ext cx="1480435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93050" y="4724400"/>
            <a:ext cx="144995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chunks = splitter.split_documents(docs)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197650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1976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조각 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40650" y="5372100"/>
            <a:ext cx="1480435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93050" y="5372100"/>
            <a:ext cx="144995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len(chunks) · len(c.page_content)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PDF 는 PyPDFLoader("sample.pdf").load() — 페이지당 Document 1개로 로드된다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encoding="cp949" 로 읽으면 — 오류를 미리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3-1 의 CSV 인코딩 문제가 여기서도 나옵니다 — Windows 에서 만든 한글 파일은 cp949 인 경우가 많습니다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try 로 감싸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TextLoader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encoding="cp949"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except 에서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type(e).__name__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str(e)[:200]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보이는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UnicodeDecodeError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글자 깨짐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교훈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encoding 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늘 명시하는 습관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실습 1.5H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4·5단계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잘린 경계와 겹침 — 눈으로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4단계 — 분할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조각 200자 이하, 경계가 문단·문장 끝인지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print("조각 수:", len(chunks))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chunk i (N자) 머리글과 본문을 차례로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잘린 곳이 문단·문장 끝이면 성공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5단계 — overlap 대조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이웃 조각의 끝 40자와 시작 40자를 나란히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chunks[i].page_content[-40:]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chunks[i + 1].page_content[:40]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문장이 겹치면 동작 · 안 겹치면 자연 경계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메타데이터가 따라오는지, 직접 더하기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print(i, c.metadata) 로 전부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조각에 source 가 붙어 있다 — PDF 라면 page 도 함께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c.metadata["chunk_id"] = 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조각 번호를 직접 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c.metadata["chars"] = len(c.page_content)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글자 수도 함께 — 7-3 벡터DB 에 저장할 때 같이 들어간다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출처의 쓸모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어느 문서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몇 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분할기 비교 — Recursive 가 기본인 이유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RecursiveCharacterTextSplitter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구분자 여러 개를 차례로 시도 — 기본 선택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1561386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1561386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1561386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294686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\n\n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971086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62538" y="4838700"/>
            <a:ext cx="1561386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62538" y="4838700"/>
            <a:ext cx="1561386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62538" y="5583555"/>
            <a:ext cx="1561386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5888" y="5583555"/>
            <a:ext cx="1294686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\n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742974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4426" y="4838700"/>
            <a:ext cx="1561386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4426" y="4838700"/>
            <a:ext cx="1561386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4426" y="5583555"/>
            <a:ext cx="1561386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7776" y="5583555"/>
            <a:ext cx="1294686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 "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51486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06314" y="4838700"/>
            <a:ext cx="1561386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6314" y="4838700"/>
            <a:ext cx="1561386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글자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06314" y="5583555"/>
            <a:ext cx="1561386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664" y="5583555"/>
            <a:ext cx="1294686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CharacterTextSplitter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separator 하나만 — 긴 문단은 못 잘라 큰 조각이 남는다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separator="\n\n" 하나</a:t>
            </a:r>
          </a:p>
        </p:txBody>
      </p:sp>
      <p:sp>
        <p:nvSpPr>
          <p:cNvPr id="35" name="Oval 34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chunk_size=200, chunk_overlap=30 은 같게</a:t>
            </a:r>
          </a:p>
        </p:txBody>
      </p:sp>
      <p:sp>
        <p:nvSpPr>
          <p:cNvPr id="37" name="Oval 36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문단이 200자를 넘어도 그대로 남는다</a:t>
            </a:r>
          </a:p>
        </p:txBody>
      </p:sp>
      <p:sp>
        <p:nvSpPr>
          <p:cNvPr id="39" name="Oval 38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실습 1.5H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 notes.txt 에 한글이 깨지지 않고 나온다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docs[0].metadata 에 {'source': 'notes.txt'} 가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cp949 로 읽으면 UnicodeDecodeError 가 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각 조각이 200자 이하이고 경계가 대체로 문단·문장 끝이다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이웃 조각의 끝과 시작에 같은 문장이 겹쳐 보인다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Character 분할기는 200자보다 큰 조각이 남을 수 있다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실습 1.5H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7-2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Chunk 파라미터 튜닝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긴 문서로 size·overlap 조합을 비교해 재고, 우리 문서에 맞는 기준값을 근거와 함께 정합니다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long_notes.txt 수천 자 문서 만들기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조합의 조각 수·평균·최대 길이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문장 중간 절단 세기 · 키워드 검색 비교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기준값 표에 선택과 근거 기록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notes.txt 와 chunks 를 만든 코드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