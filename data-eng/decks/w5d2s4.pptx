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Spark 마스터-워커 구축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여덟 줄과 5-1·5-2 차이를 한 장으로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클러스터 명령 여덟 줄을 「하려는 일」로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5-1(한 대)과 5-2(클러스터)의 차이 다섯 가지를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셋 Up · UI 200 · 4주차 iceberg-rest·minio Exited 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5-3 에서는 이 클러스터에서 MinIO 의 Iceberg 테이블을 읽습니다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요약 — 하려는 일로 찾는 여덟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클러스터 기동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 수 조절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3969544"/>
            <a:ext cx="11841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3969544"/>
            <a:ext cx="11650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 --scale spark-worker=N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491038"/>
            <a:ext cx="11841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491038"/>
            <a:ext cx="11650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 · 마스터 UI 8080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잡 제출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012531"/>
            <a:ext cx="11841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012531"/>
            <a:ext cx="11650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spark-submit --master spark://spark-master:7077 파일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자원 제한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5534025"/>
            <a:ext cx="11841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5534025"/>
            <a:ext cx="11650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--total-executor-cores N --executor-memory 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넣기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6055519"/>
            <a:ext cx="11841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6055519"/>
            <a:ext cx="11650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cp 파일 spark-master:/tmp/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 보기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6577012"/>
            <a:ext cx="11841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8770" y="6577012"/>
            <a:ext cx="11650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logs spark-master · spark-worker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0" y="7098506"/>
            <a:ext cx="11841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8770" y="7098506"/>
            <a:ext cx="11650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stop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잡 제출은 docker compose exec spark-master /opt/spark/bin/spark-submit 으로 — 마스터 컨테이너 안에서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5-1 과 5-2 의 차이 — master 값 하나에서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5-1 (한 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5-2 (클러스터)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master 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local[*]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spark://spark-master:7077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익스큐터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드라이버가 겸함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1719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1719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위에 따로 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4040만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8958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8958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8080(마스터) + 4040(잡)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자원 조절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6197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56197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--executor-* 옵션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 추가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63436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9330" y="63436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--scale 로 즉시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코드는 그대로 — master 값 하나가 바뀌고, 그 뒤로 익스큐터·UI·자원 조절·워커 추가가 달라진다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열두 개를 스스로 확인해 보세요 —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워커와 익스큐터의 차이를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잡을 제출했을 때 벌어지는 여섯 단계를 순서대로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up 한 번으로 마스터-워커 클러스터가 기동된다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마스터·워커 로그에서 등록 기록을 찾아봤다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 UI(8080)에서 워커의 ALIVE 상태와 코어/메모리를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--scale 로 워커를 늘렸다 줄이며 UI 변화를 봤다(지운 워커는 DEAD)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열두 개를 스스로 확인해 보세요 — 제출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마스터를 껐다 켜도 워커가 스스로 다시 등록되는 것을 로그로 확인했다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spark-submit --master 옵션의 의미를 설명할 수 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작성한 PySpark 스크립트를 클러스터에서 실행했다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master 값이 local[*] 에서 spark://… 로 바뀐 것을 확인했다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자원을 과하게 요구해 WAITING 상태를 직접 만들어 봤다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--total-executor-cores 로 두 잡을 동시에 돌려 봤다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심화: --deploy-mode cluster 로 내면 파이썬 앱은 Standalone 에서 바로 끝난다(실측)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Workers 표가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 주소 오타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마스터가 아직 뜨는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spark-worker 확인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맞춘 뒤 up -d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 is already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allocated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8080·7077 을 다른 것이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 중(4주차 Trino)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점유 컨테이너 내리기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8081:8080 으로 매핑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not accepted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any resources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요청한 코어·메모리를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채울 워커가 없다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UI 에서 워커·남은 자원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--executor-memory 2G 이하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--scale 뒤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컨테이너가 바로 죽음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에 할당된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메모리를 넘었다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확인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수·--memory 줄이기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16GB 환경에서는 워커 1~2개가 적당 — 워커는 마스터를 못 찾으면 Retrying connection to master 를 반복하며 기다린다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워커를 늘리면 항상 빨라지나요?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아니다 — 데이터가 작으면 나누고 모으는 비용이 더 크다. 「한 대로 되면 한 대로」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마스터가 죽으면 어떻게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돌던 잡은 계속, 새 잡은 못 낸다 — 마스터가 돌아오면 워커가 스스로 재등록, 운영은 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실무에서도 Standalone 을 쓰나요?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소규모 전용 클러스터에서는 쓴다 — 요즘 신규 구축은 Kubernetes 가 많고, 개념은 같다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워커마다 다른 사양이어도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된다 — --cores 와 --memory 를 워커마다 다르게 주면 마스터가 알아서 배치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5-3 준비 확인과 수업 뒤 정지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~/data-eng/week5 의 spark-master · 워커 둘, 셋 다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… localhost:8080 →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「마스터 UI: 200」 이 찍히면 살아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| grep -E "minio|rest"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iceberg-rest · minio 가 Exited 로라도 남아 있으면 준비 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뒤 docker compose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셋 Exited — 볼륨이 없어 down 해도 다시 up 하면 그대로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에서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-d 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띄움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 · 10-27(화)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5-3 · Iceberg · MinIO 연결과 대용량 분석 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레이크하우스와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연동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Spark ↔ MinIO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(s3a) 연결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카탈로그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구성·테이블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(이론·실습)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4주차 MinIO 컨테이너 필요 · 5-2 compose 에 MinIO 서비스를 합쳐 같은 네트워크에서 · Iceberg 스냅샷·메타데이터 복습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5-3 Iceberg · MinIO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5-2 클러스터를 s3a 커넥터로 MinIO 에 연결하고 Iceberg 카탈로그를 등록해 SQL 로 레이크하우스 테이블을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커넥터로 MinIO 를 S3 처럼 읽고 쓰기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hadoop-aws · iceberg-spark-runtime 구분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SparkCatalog 등록 · SQL 로 테이블 생성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콘솔에서 metadata/data 파일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MinIO 컨테이너 · Iceberg 복습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