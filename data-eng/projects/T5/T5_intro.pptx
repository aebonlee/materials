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T5 · 팀 · 내 컴퓨터 Docker · 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서울 생활 데이터 레이크하우스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기관도 키도 다른 자료 넷을 한자리에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생활인구와 상가의 행정동 코드가 어긋나는 곳과 대응표의 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행정동이 없는 대여소를 좌표로 동에 붙이는 법과 그 오차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쪽에서 쓴 Iceberg 표를 Trino 가 읽는 이유 — REST 카탈로그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레이크하우스 위에 5주차 Spark 와 8주차 Airflow 를 얹습니다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2026년 6월 서울 자료 다섯 파일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34823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아파트 실거래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OA-21275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6~9월 계약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35,610건(6월 5,374)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음식점 상가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공공데이터포털 15083033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2026-06-30 기준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141,126곳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생활인구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OA-14991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6월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305,280행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따릉이 대여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OA-15182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6월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81,909행(날짜×대여소)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대여소 정보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OA-13252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9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26.6월 기준 xlsx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64440" y="63436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59690" y="63436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2,789곳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열린데이터광장 넷은 공공누리 1유형(출처표시), 상가정보는 이용허락 제한 없음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어려운가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만든 곳이 다르니 지역 키도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지역 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부딪히는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아파트 실거래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자치구 + 법정동코드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 단위에서만 잇는다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음식점 상가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행정동 8자리(2026-06)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생활인구와 21곳 어긋남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생활인구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행정동 8자리(2016 기준)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분동 · 통합이 반영 안 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따릉이 대여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대여소 번호 00102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정보엔 102 · 동 없이 좌표만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어긋남을 하나씩 맞춰 하나의 레이크하우스로 만든다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 다섯 개에서 교차 질의까지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CSV · xlsx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다섯 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 raw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그대로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맞추기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6개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 카탈로그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1만 명당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카페 · 대여 · 거래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매월 Airflow DAG 가 올리기 → 정제 · 적재 → 대조 검사를 차례로 부른다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11단계로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인프라 · 원본 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· Iceberg REST · Trino 띄우기, 다섯 파일을 그대로 raw 버킷에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읽기 · 키 맞추기 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로 CP949 읽기, 대여소 번호 앞자리 0 · 자치구 이름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6~8. 대응표 · 좌표 · 적재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행정동 대응표 11줄, 좌표로 가까운 동 붙이기, Iceberg 표 6개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9~11. 질의 · DAG ·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교차 질의, 매월 도는 Airflow DAG, 컨테이너 정리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실패를 먼저 보고 고칩니다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일부러 해 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그래서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버킷에 올리기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NoSuchBucket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만든 버킷(raw)에만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실거래를 기본 UTF-8 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 열 이름 깨짐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433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433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encoding cp949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7자리가 같으면 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짝 · 짝 없는 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3870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3870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있는 대응표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append 를 한 번 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10,748행(두 배)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53402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53402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overwrite 로 적재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에 파일 경로로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SYNTAX_ERROR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2293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2293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표 이름으로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대응표 없이 적재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대조 태스크 실패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9246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9246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가 멈춰 알린다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대응표 없이 적재하면 대조 태스크가 실패해야 정상 — 확인 뒤 되돌린다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대응표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11줄 — 생활인구 424곳이 하나도 빠지지 않는다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대여소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2,789곳 중 2,628곳(94%)만 자치구가 같다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6개 · 생활인구 305,280 · 상가 141,126행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카페 1위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생활인구 1만 명당 마포구 연남동 123.0곳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 단위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25개 구 모두 · 1만 명당 거래 1위 노원구 15.2건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팀에서 나누는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역할 네 갈래 — 단계를 나눠 맡습니다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· 스트리밍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3~5단계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층 · 번호 맞추기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 · Spark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· 6~8단계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대응표 · 좌표 · 적재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조회 · 서비스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교차 질의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10~11단계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 · 정리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RAG 가 없어 세 번째 역할은 조회 · 서비스(Trino 질의와 그래프)가 맡습니다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T5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T5 · 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T5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기관마다 다른 키를 맞춰 동네 단위 교차 질의를 만들었습니다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생활인구 7월분을 받아 달만 바꿔 돌리기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행정동 경계(shp)로 중심점 방식과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질의를 Trino 뷰로 저장해 Streamlit 화면에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T6 공공데이터 품질 관제판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