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1-4 · Dockerfile 작성 및 이미지 최적화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전후 수치를 나누고, 지시어 여덟 개를 한 장으로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베이스 크기 차이와 재빌드 시간 차이를 옆 사람과 비교한다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 지시어 여덟 개를 「언제 실행되나」로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세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1-5 Compose 에 쓸 app 폴더가 준비됐는지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환경마다 값이 다르게 나와도 괜찮습니다 — 그 차이 자체가 이야깃거리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전후 비교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잰 수치 두 가지 — 옆 사람과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① 베이스 이미지 크기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python:3.12 와 python:3.12-slim 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빌드한 것의 SIZE 차이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재빌드 시간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좋은 순서와 나쁜 순서로 재빌드한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time 의 real 값 차이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 images data-app --format "{{.Tag}}\t{{.Size}}" 로 한 번에 뽑아 주차 산출물 갤러리(패들릿)에 올려 두세요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정리·회고 0.5H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 지시어 여덟 개 — 언제 실행되나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지시어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44424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실행되나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기억할 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44424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42519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맨 처음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태그를 반드시 명시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34823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32918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WORKDIR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969544"/>
            <a:ext cx="44424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3969544"/>
            <a:ext cx="42519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 시점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969544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3969544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경로면 만들어 준다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34823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32918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491038"/>
            <a:ext cx="44424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491038"/>
            <a:ext cx="42519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 시점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491038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491038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 컨텍스트 안의 파일만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34823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32918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012531"/>
            <a:ext cx="44424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012531"/>
            <a:ext cx="42519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 시점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012531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012531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굳는다 · 설치와 정리는 한 층에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34823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32918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5534025"/>
            <a:ext cx="44424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5534025"/>
            <a:ext cx="42519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빌드·실행 양쪽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5534025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5534025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이미지에 남는다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34823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32918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EXPOSE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055519"/>
            <a:ext cx="44424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055519"/>
            <a:ext cx="42519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문서화만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6055519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9250" y="6055519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포트는 docker run -p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34823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32918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CMD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63440" y="6577012"/>
            <a:ext cx="44424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8690" y="6577012"/>
            <a:ext cx="42519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시작 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6577012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9250" y="6577012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 뒤에 명령을 주면 교체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34823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32918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ENTRYPOINT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63440" y="7098506"/>
            <a:ext cx="44424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8690" y="7098506"/>
            <a:ext cx="42519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시작 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0" y="7098506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9250" y="7098506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교체되지 않는 고정 명령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ENV 는 이미지에 남는다 — 비밀값은 넣지 않고 실행할 때 -e 나 시크릿으로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정리·회고 0.5H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FROM·WORKDIR·COPY·RUN·CMD 의 역할을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data-app:0.1 을 빌드하고 실행해 출력을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재빌드 로그에서 CACHED 층을 찾았다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나쁜 순서로 빌드해 재빌드 시간이 길어지는 것을 수치로 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.dockerignore 를 만들어 빌드 컨텍스트를 줄였다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slim 과 전체 베이스의 크기를 docker images 로 비교했다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history 로 층별 크기를 들여다봤다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1-5 에서 쓸 app 폴더(Dockerfile 포함)가 완성돼 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"/requirements.txt"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not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 위치에 COPY 대상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파일이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 폴더로 cd 한 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build … . 재실행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코드만 고쳤는데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매번 pip install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COPY . . 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 pip install 보다 앞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requirements 먼저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→ COPY . 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can't open file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'/app/app.py'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WORKDIR 또는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COPY . . 이 빠짐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넣고 재빌드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/app 으로 파일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마지막 점(.)이 빌드 컨텍스트 — docker build 는 Dockerfile 과 파일들이 있는 폴더에서 실행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와 ADD 는 뭐가 다른가요?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ADD 는 압축 해제·URL 다운로드까지 해 동작 예측이 어렵다 — 공식 문서도 COPY 를 기본으로 권한다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캐시를 무시하고 처음부터 빌드하려면?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build --no-cache — 의존성이 이상하게 꼬였을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이미지에 비밀번호를 넣으면 안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 든 파일이든 층에 남아 docker history 로 보인다 — 실행할 때 -e 나 시크릿으로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태그를 안 붙이면?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latest 가 붙는다 — 1-3 의 latest 와 오늘의 latest 가 다른 이미지라 헷갈리니 버전 태그 습관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1-5 · Docker Compose 이해하고 사용하기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개념과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YAML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다중 컨테이너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구성 실습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주차 산출물: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통합 환경 구축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1주차 총정리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산출물 제출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오늘 만든 app 폴더 그대로 · 1-3 의 pg 컨테이너가 떠 있으면 docker stop pg 로 5432 포트 비우기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1-4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1-5 Docker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db·admin·app 세 서비스를 docker-compose.yml 하나로 묶어 1주차 산출물로 제출합니다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services·volumes·depends_on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up·ps·logs·down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서비스 이름으로 컨테이너끼리 통신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통합 환경 + README 제출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 폴더(Dockerfile 포함) · docker stop 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