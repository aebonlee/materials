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1-4 · Dockerfile 작성 및 이미지 최적화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Dockerfile 문법과 레이어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지시어 여섯 개와 레이어 캐시 — 순서 하나로 빌드가 몇 분에서 몇 초로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Dockerfile 지시어 FROM·WORKDIR·COPY·RUN·ENV·CMD 의 역할을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RUN(빌드 시점)과 CMD(실행 시점)를 구별한다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레이어 캐시 원리로 「의존성 먼저, 소스 나중」 순서를 설명한다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slim·alpine 중 데이터 작업의 기본 베이스를 고른다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실습에서 이 순서를 일부러 틀려 보며 캐시가 깨지는 것을 확인합니다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레시피 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Dockerfile 은 위에서부터 한 줄씩 실행되는 레시피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FROM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재료(이미지)에서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출발할지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WORKDIR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작업대를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/app 으로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파일을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 안으로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굽는 동안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실행할 명령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CMD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컨테이너가 뜰 때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실행할 기본 명령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ENV(환경변수) · EXPOSE(포트 문서화) · ENTRYPOINT(고정 명령)는 필요할 때 더한다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docker build 는 이 카드를 위에서부터 한 줄씩 실행해 이미지를 굽는다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이론 1H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레시피 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지시어 여덟 개 — 하는 일과 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지시어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6362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FROM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이미지에서 출발할지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3448050"/>
            <a:ext cx="67208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9410" y="3448050"/>
            <a:ext cx="65303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python:3.12-slim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969544"/>
            <a:ext cx="28422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969544"/>
            <a:ext cx="26517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WORKDIR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3969544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3969544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이후 명령의 기준 디렉터리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3969544"/>
            <a:ext cx="67208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3969544"/>
            <a:ext cx="65303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WORKDIR /app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491038"/>
            <a:ext cx="28422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491038"/>
            <a:ext cx="26517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491038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491038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컴퓨터 파일을 이미지 안으로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491038"/>
            <a:ext cx="67208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491038"/>
            <a:ext cx="65303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COPY requirements.txt 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012531"/>
            <a:ext cx="28422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012531"/>
            <a:ext cx="26517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RUN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012531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012531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이미지를 만드는 중에 실행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5012531"/>
            <a:ext cx="67208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9410" y="5012531"/>
            <a:ext cx="65303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RUN pip install -r requirements.txt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534025"/>
            <a:ext cx="28422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534025"/>
            <a:ext cx="26517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ENV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5534025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8610" y="5534025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환경변수 설정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24160" y="5534025"/>
            <a:ext cx="67208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9410" y="5534025"/>
            <a:ext cx="65303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ENV PYTHONUNBUFFERED=1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055519"/>
            <a:ext cx="28422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055519"/>
            <a:ext cx="26517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EXPOSE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23360" y="6055519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8610" y="6055519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쓰는 포트를 문서화(열지는 않음)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24160" y="6055519"/>
            <a:ext cx="67208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9410" y="6055519"/>
            <a:ext cx="65303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EXPOSE 8000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6577012"/>
            <a:ext cx="28422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6577012"/>
            <a:ext cx="26517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CMD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023360" y="6577012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8610" y="6577012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시작 때 실행할 기본 명령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424160" y="6577012"/>
            <a:ext cx="67208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9410" y="6577012"/>
            <a:ext cx="65303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CMD ["python", "app.py"]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7098506"/>
            <a:ext cx="28422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7098506"/>
            <a:ext cx="26517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ENTRYPOINT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23360" y="7098506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8610" y="7098506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항상 실행되는 고정 명령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424160" y="7098506"/>
            <a:ext cx="67208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19410" y="7098506"/>
            <a:ext cx="65303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ENTRYPOINT ["python"]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EXPOSE 는 포트를 「문서화」할 뿐 열지 않는다 — 실제로 여는 것은 docker run -p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이론 1H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레시피 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RUN 과 CMD — 가장 많이 헷갈리는 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RUN — 빌드 시점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이미지를 만드는 동안 실행되고 결과가 이미지에 굳는다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build 중에 실행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 · apt-get 같은 「준비」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실행할 때마다 층이 하나 늘어난다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CMD — 실행 시점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이미지를 만들 때는 실행되지 않고 컨테이너를 띄울 때 실행된다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run 할 때 실행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 app.py 같은 「시작」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Dockerfile 에 하나만 유효(마지막 것)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레이어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줄이 한 층 — 바뀐 층부터 아래가 전부 다시 만들어진다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이미지는 층으로 쌓인 샌드위치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이 맨 아래 빵, 그 위에 COPY·RUN 이 한 층씩 — 각 층은 「이전 층에서 달라진 것」만 담는다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어떤 층이 바뀌면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위의 층은 전부 다시 만든다 — 아래층이 달라졌으니 그 위에 쌓은 것도 유효하지 않다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그래서 순서가 곧 속도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잘 안 바뀌는 것을 먼저, 자주 바뀌는 것을 나중에 — 의존성 설치 → 소스 복사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빌드 로그에서 찾을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CACHED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= 캐시 재사용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레이어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캐시 전략 한 문장 — 의존성 먼저, 소스 나중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잘못된 순서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 한 글자만 고쳐도 pip install 이 처음부터 다시 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3333274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COPY . 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소스 전체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42974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4426" y="4838700"/>
            <a:ext cx="3333274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4426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RUN pip install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4426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67776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매번 다시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정답 순서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requirements.txt 가 그대로면 pip install 층은 CACHED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COPY requirements.txt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2030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5365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몇 주에 한 번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219136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RUN pip install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82818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16168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CACHED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455388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COPY . 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74533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87868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하루 몇 번</a:t>
            </a:r>
          </a:p>
        </p:txBody>
      </p:sp>
      <p:sp>
        <p:nvSpPr>
          <p:cNvPr id="37" name="Oval 36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이론 1H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베이스 이미지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python:3.12 · slim · alpine — 무엇을 고를까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python:3.12 · 약 1GB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컴파일러·개발 도구가 다 들어 있다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빌드는 편하지만 무겁다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python:3.12-slim · 약 130MB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실행에 필요한 최소한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과정의 기본값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python:3.12-alpine · 약 50MB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가장 작지만 C 라이브러리가 다르다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pandas·numpy 설치가 느리거나 실패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작다고 무조건 좋은 것이 아니다 — 데이터 작업은 slim 을 기본으로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이론 1H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빌드 컨텍스트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build -t data-app:0.1 .  — 마지막 점(.)의 정체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빌드 컨텍스트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도커가 이미지를 만들 때 참고할 수 있는 폴더 — COPY 는 이 안의 파일만 가져온다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통째로 전송된다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컨텍스트 폴더 내용이 도커 데몬으로 보내지므로 큰 파일이 섞이면 빌드가 느려진다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.dockerignore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.git · __pycache__ · 데이터 파일을 적어 두면 전송에서 빠진다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컨텍스트 밖은 불가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../다른폴더/파일 같은 경로를 COPY 할 수 없는 이유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Dockerfile 은 위에서부터 한 줄씩 실행되고, 한 줄이 한 층이 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바뀐 층부터 아래(뒤)가 전부 다시 만들어진다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그래서 의존성 설치를 소스 복사보다 먼저 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 작업의 기본 베이스는 slim 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COPY 는 빌드 컨텍스트(마지막 점) 안의 파일만 가져올 수 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1-4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이미지 빌드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파이썬 앱을 이미지로 굽고, 일부러 순서를 잘못 써 보며 캐시가 깨지는 것을 눈으로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Dockerfile 을 직접 쓰고 docker 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빌드 로그에서 CACHED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순서를 바꿔 캐시를 일부러 깨 보기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.dockerignore 로 컨텍스트 줄이기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1-3 에서 만든 실습 폴더와 도커 데몬 실행 상태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