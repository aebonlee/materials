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Apache Iceberg 레이크하우스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+ Iceberg 환경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둘을 더해 레이크하우스 기반 완성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을 교체해 컨테이너 넷을 모두 Up 으로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로 minio · REST 카탈로그가 살아 있는지 하나씩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spark-defaults.conf 에서 demo 카탈로그 설정 줄을 읽는다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에서 SHOW CATALOGS 로 demo 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이미지가 커서 첫 실행은 몇 분 걸립니다 — 그 사이 설정 파일을 읽어 둡니다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4-1 실습 폴더에서 이어서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 에서 docker compose up -d 로 minio 가 떠 있는 상태에서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compose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· spark-iceberg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살아 있나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· 버전 · 로그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설정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spark-defaults.conf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spark-sql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CATALOGS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일부러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멈추고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조회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서비스 — 4-1 의 둘에 둘을 더한다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이미지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5222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minio/minio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· 9001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minio/mc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버킷·파일 다루는 CLI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tabulario/iceberg-rest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8181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카탈로그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spark-iceberg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tabulario/spark-iceberg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8888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엔진 · scripts/ 마운트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계정은 전부 minioadmin · rest 의 CATALOG_WAREHOUSE=s3://warehouse/ · minio 에 warehouse.minio 별칭(aliases) — Iceberg 공식 Quickstart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띄우고, 별칭 잡고, 버킷 만들기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scripts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띄우기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mc mc alias set local http://minio:9000 minioadmin minioadmin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mc mc mb -p local/warehouse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네 컨테이너(minio·mc·iceberg-rest·spark-iceberg)가 모두 Up 이고 warehouse 버킷이 만들어진다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넷 — 문제를 좁히려면 하나씩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— curl …/minio/health/live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http_code 가 200 이면 산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 — curl localhost:8181/v1/config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defaults · overrides 키가 든 설정 JSON 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— spark-sql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버전이 출력되면 기반 준비 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오류 없는지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logs 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demo 카탈로그는 이미 연결돼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spark.sql.catalog.demo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 라는 이름의 카탈로그 등록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…demo.type=rest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카탈로그는 REST 방식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…demo.uri=http://rest:8181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서비스 주소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…demo.warehouse=s3://warehouse/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파일이 놓일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…demo.s3.endpoint=http://minio:9000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API 주소 (MinIO)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grep -i -E "catalog|s3|iceberg" 로 읽는다 — 컨테이너끼리 서비스 이름(rest · minio)으로 통신하는 1-5 의 규칙 그대로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에 들어가 카탈로그를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exec spark-iceberg spark-sql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프롬프트가 뜨기까지 30초 안팎 — 여러 번 실행하지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 가 보이면 연결 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DATABASES IN demo;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비어 있다 — 다음 실습에서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quit; 또는 Ctrl+D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8GB 이상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카탈로그를 멈추면 Spark 는 무엇을 못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「rest:8181 connection refused」를 직접 겪어 두면 나중에 원인을 바로 좁힐 수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rest 멈추기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stop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다시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DATABASES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 demo;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rest:8181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찾기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ps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rest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되살리기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up -d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다시 조회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네 컨테이너가 모두 Up 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mb 로 만든 warehouse 버킷이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200 · REST 카탈로그 JSON · Spark 버전이 각각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spark-defaults.conf 에서 demo.uri · s3.endpoint 줄을 찾았다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에 demo 가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테이블 생성과 타임 트래블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 카탈로그에 orders 테이블을 만들고, 스냅샷을 쌓아 과거로 갔다 오고, 컬럼을 더해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… USING iceberg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 생긴 metadata/ · data/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→ VERSION AS OF → 롤백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ADD COLUMN 뒤 parquet 개수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프롬프트가 떠 있는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