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3교시 · AI 기반 원인분석 프레임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 로그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알람 기록에서 사건 타임라인 만들기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45분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알람 로그를 AI 로 요약하고 건수를 Excel 피벗으로 검증한다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알람을 시간순으로 늘어놓아 사건 타임라인을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타임라인의 단서를 사실과 가설로 나눠 가설 문장으로 적는다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원칙 — AI 가 요약하고, Excel 이 센다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로그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05_equipment_alarm_log.csv — 597행 × 5열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68427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6842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값의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timestamp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날짜와 시각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2026-08-10 09:12:05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equipment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SF-02, GR-01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level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INFO 160 · WARN 420 · ALARM 17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알람 종류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S-301, G-310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message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읽는 설명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544300" y="63436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39550" y="63436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온도 편차 경고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이벤트 로그는 일이 많을수록 줄이 많아진다 — 건수 자체가 신호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요약, 검증, 타임라인, 가설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한글이 깨지면 데이터 → 텍스트/CSV에서 → 65001: 유니코드(UTF-8)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구조 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필터로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level·code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AI 요약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첨부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기준일 8/10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피벗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× 코드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× PM구분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타임라인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S-3xx · S-9xx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가설 문장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 · 추정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확인할 기록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— 피벗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온도 알람이 PM 뒤에 몰렸다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설비 · 코드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81300"/>
            <a:ext cx="39624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PM전 40일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PM후 22일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S-301 TC-3 편차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92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500" y="34480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39750" y="34480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S-302 히터 보정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92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44500" y="41719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39750" y="41719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S-305 프로파일 이탈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44500" y="48958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39750" y="48958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S-120 대차 위치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56197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250" y="56197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144500" y="56197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39750" y="56197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S-301 TC-3 편차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63436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9250" y="63436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144500" y="63436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239750" y="63436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F2: =IF(INT(--A2)&gt;=DATE(2026,8,10),"PM후","PM전") — 일자 단위로 나눈다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 — 읽는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기간을 맞추면 차이가 선명하다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전 SF-02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 알람 6건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하루 0.15건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PM 후 SF-02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온도 알람 61건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하루 약 2.8건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기간 SF-01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S-301 3건 → 4건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그대로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로그 전체 ALARM 등급 17건 = 전부 SF-02 S-305, 8/10 이후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 — 타임라인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사건 타임라인 핵심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25222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781300"/>
            <a:ext cx="99212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781300"/>
            <a:ext cx="9921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메시지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7/13 ~ 7/28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S-301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448050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9010" y="3448050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 편차 경고 6건 ±9~10°C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8/10 09:12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43375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43375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S-900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143375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9010" y="4143375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시작 — 열전대 TC-3 교체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8/10 15:40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38700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38700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S-901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4838700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9010" y="4838700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완료 (교정 기록 미입력)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8/10 16:10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534025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534025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S-301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23760" y="5534025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9010" y="5534025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재가동 30분 뒤 ±10°C 경고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8/10 20:34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229350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229350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S-305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0" y="6229350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9010" y="6229350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프로파일 이탈 편차 15°C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8/10 ~ 8/31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6924675"/>
            <a:ext cx="25222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8690" y="6924675"/>
            <a:ext cx="23317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S-3xx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23760" y="6924675"/>
            <a:ext cx="9921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9010" y="6924675"/>
            <a:ext cx="9730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22일 중 21일 · 10~19°C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8/10 SF-02 온도 알람은 모두 재가동(15:40) 뒤 — 일자 피벗과 시각 타임라인이 같은 이야기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조건을 빼고 물으면 다른 숫자가 나온다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「S-301 몇 건?」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 전체를 세어 SF-01 까지 섞인다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88070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71355" y="4838700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755" y="4838700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41건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88070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섞인 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71355" y="5400675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755" y="5400675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7건 · PM 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설비·기간까지 지정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「SF-02, 8/10 이후 S-301 몇 건?」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20300" y="4838700"/>
            <a:ext cx="88070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20300" y="4838700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피벗 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01005" y="4838700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53405" y="4838700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28건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20300" y="5400675"/>
            <a:ext cx="880705" cy="4857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5400675"/>
            <a:ext cx="88070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01005" y="5400675"/>
            <a:ext cx="5996345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53405" y="5400675"/>
            <a:ext cx="5691545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조건을 빠짐없이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 — 가설 문장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「교정 누락 의심」은 아직 가설이다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로그로 확인된 사실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교체 · 「교정 기록 미입력」 · 이후 온도 알람 61건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아직 추정인 부분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교정을 실제로 안 했는지(기록만 빠졌을 수도) · 균열로 이어졌는지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확인할 기록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보전 작업 지시서 · 교정 성적서 · 열전대 사양 · 담당자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검증은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오후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3일차 7·8교시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597행 · INFO 160 · WARN 420 · ALARM 17 을 Excel 로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PM후 S-301 28 · S-302 16 · S-305 17 — AI 와 대조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타임라인에 8/10 09:12 · 15:40 · 16:10 세 줄이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교정 누락을 사실이 아닌 가설로 적었다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설명 안 되는 행은 지우지 않고 확인 질문으로 남겼다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무료 계정이면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CSV 업로드 대신 SF_ALARM 151행 붙여넣기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파일 분석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597행을 올려 요약 요청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코드별 건수 집계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피벗으로 건수 재확인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무료 계정 · 한도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08_paste_pack 의 SF_ALARM 복사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소결로 두 대만 151행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「첨부한 CSV」→「붙여 넣은 표」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건수는 피벗으로 확인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3교시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3교시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조건별 영향도 추론 (4교시)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온도·로트·교대·습도 — 같은 조건끼리 비교해 영향 크기 순으로 늘어놓습니다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온도편차와 PM — 대조군 SF-01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 로트 — 부원인인가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교대·습도 — 작거나 가짜인 영향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영향도 표를 AI 로 정리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알람 피벗 · 타임라인 · 가설 문장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