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1장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경영과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데이터·정보·지식, 의사결정 계층, 데이터 자산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데이터·정보·지식의 차이를 경영 사례를 들어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정보가 갖추어야 할 품질 요건을 나열하고 설명한다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의사결정 계층(운영·관리·전략)별로 필요한 데이터를 구분한다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정형·반정형·비정형 데이터를 구분하고 각각의 예를 든다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기업의 자산으로 취급되는 이유를 설명한다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1장 · 다온유통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장에서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경영은 데이터 위에서 이루어진다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데이터·정보·지식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정보관리와 좋은 정보의 조건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의사결정 계층과 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기업 데이터의 종류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데이터는 왜 자산인가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경영은 데이터 위에서 이루어진다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부서마다 묻는 질문, 답은 테이블에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영업팀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내가 담당한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주문은 몇 건인가?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orders 담당 직원별 집계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마케팅팀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포인트가 많은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 고객은 누구인가?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customers 등급·포인트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물류팀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품절인데 계속 주문이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들어오는 상품은?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products·order_items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카테고리별 매출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추이는 어떠한가?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여러 테이블의 월별 집계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감으로 내린 결정과 데이터로 확인한 결정은 틀렸을 때 원인을 추적할 수 있는가에서 갈린다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경영은 데이터 위에서 이루어진다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편람의 예시 회사 — 다온유통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가전·식품·생활용품·문구 4개 카테고리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등급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6236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6236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 · GOLD · SILVER 세 등급으로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오프라인 주문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45293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45293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영업팀 직원이 담당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온라인 주문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243512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243512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 직원 없이 접수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285750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23241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 5개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034088"/>
            <a:ext cx="1314450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034088"/>
            <a:ext cx="1257300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· products · employees · orders · order_items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가상의 중소 유통회사 — 5개 테이블이 이 회사의 데이터 전부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데이터·정보·지식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데이터에서 행동까지 — DIKW 피라미드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Data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가공되지 않은 사실·값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Information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목적에 맞게 가공한 결과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Knowledge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정보에서 찾아낸 패턴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Wisdom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상황에 맞게 적용하는 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가공 단계가 올라갈수록 결정에 가까워진다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데이터라도 누가, 어떤 질문으로 가공하느냐에 따라 전혀 다른 정보가 나온다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데이터·정보·지식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다온유통의 주문 기록으로 보는 네 계층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가공되지 않은 사실·값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1005, 2026-02-27, 상태 '취소', 제주 감귤 2박스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목적에 맞게 가공한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상반기 주문 15건 중 취소가 2건이다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정보에서 찾아낸 패턴·원리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주문을 매출에 넣으면 실적이 부풀려지므로, 집계 때 반드시 제외한다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지식을 상황에 맞게 적용하는 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취소율 관리 지표를 만들어 매달 경영 회의에서 점검하기로 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데이터베이스는 피라미드의 가장 아래층을 튼튼하게 만든다 — 데이터가 어긋나면 그 위가 전부 흔들린다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데이터·정보·지식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데이터가 정보가 되는 순간 — SQL 한 줄의 의미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데이터: order_items에 흩어진 25건의 주문 상세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정보: 고객 등급별 매출액 (취소 주문 제외)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c.grade,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SUM(i.qty * i.unit_price) AS 매출액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orders      o ON c.cust_id  = o.cust_id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order_items i ON o.order_id = i.order_id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o.status &lt;&gt; '취소'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 BY c.grade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 BY 매출액 DESC;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"어느 등급 고객이 매출을 이끄는가"라는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경영 질문에 대한 답이 곧 정보다.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지금은 「데이터를 정보로 바꾸는 도구가 SQL」이라는 감만 잡으면 된다 — 문법은 3주차부터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정보관리와 좋은 정보의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정보관리 — 수집에서 폐기까지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정보관리란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정보를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 → 저장 → 가공 → 전달 → 폐기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과정을 체계적으로 다루는 활동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DB의 몫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중 저장과 가공을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책임지는 핵심 기반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 될 때의 모습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숫자를 물었는데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부서마다 답이 다르다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정보관리 = Information Management — 정보라고 다 쓸모 있는 것은 아니다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정보관리와 좋은 정보의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정보의 품질 요건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어긋난 예 (다온유통)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정확성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사실과 일치해야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 1005·1013을 포함해 매출을 부풀려 보고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적시성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시점에 제공되어야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5월 판촉을 기획하는데 작년 매출만 조회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관련성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의사결정 목적에 맞아야 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발주 회의에 직원 연봉 통계를 제출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판단에 필요한 내용을 빠짐없이 담아야 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주문(담당 직원 없음)을 빼고 주문 건수를 집계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검증 가능성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332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857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데이터로 되짚어 확인할 수 있어야 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63436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9330" y="63436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「매출이 는 것 같다」는 감각적 보고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정확성은 무결성 제약조건이, 적시성은 실시간 질의 처리가, 검증 가능성은 한곳에 남는 저장 구조가 뒷받침한다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의사결정 계층과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누가, 얼마나 먼 미래를, 얼마나 반복적으로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622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3300" y="2781300"/>
            <a:ext cx="26822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3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781300"/>
            <a:ext cx="22021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781300"/>
            <a:ext cx="2362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결정의 성격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04220" y="2781300"/>
            <a:ext cx="6240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33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85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실무자·현장 관리자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 ~ 주 단위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917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반복적·정형화됨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04220" y="34480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99470" y="34480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접수된 주문 1015를 어느 직원이 처리하는가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관리적(전술적)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33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85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관리자(팀장)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889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 ~ 분기 단위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917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반쯤 정형화됨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04220" y="41719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99470" y="41719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영업팀 인원을 다음 분기에 늘려야 하는가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전략적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433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85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최고 경영층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889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 단위 이상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917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비정형·비반복적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04220" y="4895850"/>
            <a:ext cx="6240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99470" y="4895850"/>
            <a:ext cx="6050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오프라인 영업을 줄이고 온라인 중심으로 전환할 것인가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계층마다 필요한 데이터의 모양이 다르다 — 이 절의 핵심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의사결정 계층과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계층마다 필요한 데이터의 모양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— 상세·즉시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1건, 재고 1개 수준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DB에 저장된 원본을 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관리 — 요약·집계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 매출, 직원별 담당 건수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같은 집계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전략 — 추세·결합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주문 비중의 연간 변화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해의 추세 + 외부 데이터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emp_id가 빈 온라인 주문 비중 — 운영자에겐 주문 목록의 일부, 경영진에겐 조직 개편의 신호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기업 데이터의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형태에 따른 분류 — 정형·반정형·비정형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주된 저장·처리 도구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84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행과 열이 미리 정해진 표 형태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90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고객·상품·주문 테이블, 회계 전표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데이터베이스(SQL)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84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고정된 표는 아니지만 구조 표식(태그·키)이 있음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쇼핑몰 API가 주고받는 JSON, 로그 파일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JSON 지원 DB, 로그 분석 도구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비정형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구조가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90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상담 녹취, 상품평 텍스트, 상품 사진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문서·미디어 저장소, 텍스트 분석 도구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비정형 데이터도 결국 정형화된 요약과 연결되어야 의사결정에 쓰인다 — 상품평 분석 결과를 상품번호와 연결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기업 데이터의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원천에 따른 분류 — 내부·외부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내부 데이터 — 차별화 자원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기업 활동 과정에서 자체 생성·축적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0143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0143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2085" y="4838700"/>
            <a:ext cx="587561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4485" y="4838700"/>
            <a:ext cx="557081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주문·재고·인사·회계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0143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0143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2085" y="5400675"/>
            <a:ext cx="587561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4485" y="5400675"/>
            <a:ext cx="557081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5개 테이블 전부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0143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0143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2085" y="5962650"/>
            <a:ext cx="587561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4485" y="5962650"/>
            <a:ext cx="557081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감귤 매출이 줄었다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외부 데이터 — 맥락을 더하는 재료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기업 바깥에서 수집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0100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5340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 통계·시장 조사 자료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밖에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0100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5340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날씨·환율·소셜 미디어 여론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880705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01005" y="596265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53405" y="596265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올해 감귤 작황이 나빠 가격 상승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데이터는 왜 자산인가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전통 자산과 데이터 자산은 성질이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42824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전통 자산(설비 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자산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사용에 따른 소모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쓸수록 마모된다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34480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34480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아무리 써도 닳지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복제 비용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복제에 큰 비용이 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43900" y="41719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150" y="41719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0에 가깝다 — 그래서 유출도 쉽다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결합 효과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단독으로도 가치가 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48958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48958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데이터와 결합할수록 가치가 커진다 (고객×주문×상품)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가치의 원천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실물 자체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3900" y="56197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150" y="56197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품질(정확성·최신성)과 활용 능력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방치했을 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4282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4091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천천히 낡는다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43900" y="6343650"/>
            <a:ext cx="8801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150" y="6343650"/>
            <a:ext cx="8610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 낡는다 — 주소·연락처는 갱신하지 않으면 곧 틀린 데이터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다름이 관리 방식의 차이를 만든다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데이터는 왜 자산인가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그래서 데이터는 관리 대상이다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결합의 가치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customers만으로는 명단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orders·order_items와 결합하면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등급별 매출 기여도가 보인다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품질이 곧 가치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데이터로 만든 정보는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없느니만 못하다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잘못된 주소, 부풀려진 매출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보호가 필수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복제가 쉬워 유출도 쉽다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권한과 보안(8장)이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자산 관리의 일부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거버넌스 — 누가 만들고, 누가 고치며, 품질은 누가 책임지는가를 정하는 활동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데이터는 왜 자산인가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데이터에 숨은 품질 관리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이메일의 중복을 막는다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CHECK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음수 가격을 막는다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고객의 주문을 막는다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장치들의 정체는 3장(관계형 데이터 모델)에서 배운다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다온유통에서 담당 직원이 없는 온라인 주문을 빼고 이번 달 주문 건수를 집계해 보고했다면, 좋은 정보의 품질 요건 중 무엇을 어긴 것인가?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적시성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관련성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검증 가능성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완전성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판단에 필요한 내용을 빠짐없이 담아야 한다는 완전성을 어긴 사례입니다. 값 자체는 사실이므로 정확성 위반이 아니고, 제때 제출되었으니 적시성, 주문 집계라는 목적에 맞으니 관련성, 원본으로 되짚을 수 있으니 검증 가능성도 문제가 아닙니다.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데이터는 사실, 정보는 가공한 결과, 지식은 정보에서 찾은 패턴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정보: 정확성·적시성·관련성·완전성·검증 가능성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운영(상세·즉시) → 관리(요약·집계) → 전략(추세·결합)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형태로는 정형·반정형·비정형, 원천으로는 내부·외부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써도 닳지 않고 결합할수록 커지는 자산 — 품질 관리와 보호 필수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한곳에 통합해 공유하게 만드는 기반이 데이터베이스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DB는 정형 데이터의 표준 도구다 — 2장에서 데이터베이스를 배운다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2장 · 데이터베이스와 DBMS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DB의 정의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통합·저장·운영·공용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가지 성질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엑셀만으로는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안 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 3대 기능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정의·조작·제어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DDL·DML·DCL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3단계 스키마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외부·개념·내부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독립성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1장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1장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정보로 바꾸는 기반, 데이터베이스를 배울 준비가 되었습니다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데이터·정보·지식(DIKW)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좋은 정보의 품질 요건 다섯 가지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의사결정 계층과 데이터의 모양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데이터의 종류와 자산으로서의 성질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1주차 강의 · 실습 환경 준비와 함께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