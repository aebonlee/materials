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DuckDB를 이용한 로컬 대용량 데이터 처리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파일 직접 질의 (CSV·Parquet)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100만 행 CSV 를 적재 절차 없이 SQL 로 바로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3-2 정리 때 설치한 duckdb 판(1.5.6)을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시드 고정 100만 행 events.csv 를 만들고 크기(41M)를 적는다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query.py 에 이어 붙이며 CSV 를 FROM 에 적어 바로 질의한다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로 결과를 받고, DataFrame 을 SQL 에서 참조한다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events.csv 크기(41M)는 다음 1.5H 에서 Parquet 와 비교하니 꼭 적어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여섯 단계 — ~/data-eng/week3 한 폴더에서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make_events.py 는 단독으로 한 번, 3~6단계는 query.py 에 이어 붙여 매번 python3 query.py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duckdb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1.5.6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3-2 때 설치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100만 행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make_events.py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단독 · 41M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CSV 바로 질의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query.py 시작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 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구조·집계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DESCRIBE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CTE·Window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6. Pandas 왕복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.df()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변수이름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판 확인과 데이터 생성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19129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1912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폴더·venv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2129" y="2781300"/>
            <a:ext cx="14682871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4529" y="2781300"/>
            <a:ext cx="1437807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 &amp;&amp; source .venv/bin/activate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19129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1912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2129" y="3429000"/>
            <a:ext cx="14682871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4529" y="3429000"/>
            <a:ext cx="1437807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"import duckdb; print(duckdb.__version__)"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19129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1912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2129" y="4076700"/>
            <a:ext cx="14682871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4529" y="4076700"/>
            <a:ext cx="1437807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 module named 'duckdb' 일 때만 pip install duckdb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19129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1912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생성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2129" y="4724400"/>
            <a:ext cx="14682871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14529" y="4724400"/>
            <a:ext cx="1437807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make_events.py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19129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1912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크기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2129" y="5372100"/>
            <a:ext cx="14682871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4529" y="5372100"/>
            <a:ext cx="1437807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-lh events.csv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시드 42 고정 — 누가 실행해도 같은 데이터 · 이 맥에서 4초 · 메모리가 빠듯하면 n 을 30만으로(노트 수치와 달라진다)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확인 포인트 — 서버를 띄운 적이 없는데 곧바로 쓸 수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1.5.6 이 찍히면 준비 완료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서버를 띄운 적이 없다 — 2주차 MySQL 은 컨테이너부터 띄웠다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「생성 완료: 1000000 행」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event_id·user_id·event_type·value·ts 다섯 열, 60일치 이벤트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events.csv 41M (42,525,663 bytes)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크기를 기록 — 1.5H 에서 Parquet 와 비교한다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적어 둘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events.csv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크기(MB)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3·4단계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없이 CSV 를 바로 질의 — query.py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'events.csv' … GROUP BY event_type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 TABLE 도 INSERT 도 없다 — 파일 이름을 duckdb.py 로 짓지 않는다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view 799932 · cart 150025 · buy 50043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생성 확률 0.8·0.15·0.05 그대로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— ts 가 TIMESTAMP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의 pd.read_csv 는 문자열 — DuckDB 는 날짜를 알아서 잡는다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LIMIT 5 · count(*)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첫 줄 0 · 4463 · view · 5700 … · 행 수 1000000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MySQL 과 다른 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적재 두 단계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통째로 없음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3단계 뒤 — 다른 폴더에서 돌려 IO Error 를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경로는 「실행하는 폴더」 기준 — 오늘 가장 많이 만날 오류를 직접 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cd ~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week3 밖으로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나간다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다른 폴더에서 실행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~/data-eng/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week3/query.py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IO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 files found that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match the pattern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왜?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'events.csv' 를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 에서 찾았다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week3 로 복귀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로 돌아오면 다시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오류엔 pwd 부터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조건과 집계 — 2-2 에서 배운 SQL 이 그대로 통한다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8763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44100" y="2781300"/>
            <a:ext cx="7200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WHERE event_type = 'buy'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44100" y="34480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39350" y="34480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50043 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WITH daily AS (… date_trunc('day', ts) …)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1719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9350" y="41719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CTE 가 그대로 동작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sum(total) OVER (PARTITION BY … ORDER BY 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44100" y="48958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39350" y="48958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buy 6행 — 4064300 → 8372100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87630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8572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GROUP BY 1,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44100" y="5619750"/>
            <a:ext cx="72009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39350" y="5619750"/>
            <a:ext cx="7010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식이 길 때 반복을 줄인다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 BY 1, 2 는 「SELECT 의 첫째·둘째 식으로 묶어라」 — DuckDB·PostgreSQL·MySQL 모두 되는 문법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Pandas 왕복 — .df() 와 FROM 변수이름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— 결과를 DataFrame 으로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 BY 를 넣는다 — 빼면 행 순서가 흔들린다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duckdb.sql("… ORDER BY cnt DESC").df()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&lt;class 'pandas.DataFrame'&gt; · 3행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avg_value 5001.49 · 4996.51 · 4993.89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FROM orders — 변수를 SQL 에서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변수 이름을 FROM 에 그대로 적는다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= pd.read_parquet('orders_enriched.parquet')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orders GROUP BY region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부산 276 · 경기 254 · 서울 235 · 광주 250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duckdb 1.5.6 이 찍히고, 서버는 띄운 적이 없다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「생성 완료: 1000000 행」 · events.csv 41M 을 적어 두었다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view 799932 · cart 150025 · buy 50043 — 세 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 의 ts 가 TIMESTAMP · count(*) 1000000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다른 폴더에서 No files found 를 봤고 pwd 로 원인을 찾았다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.df() 가 DataFrame · FROM orders 로 지역 4행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3-3 · 실습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3-3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대용량 변환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speed.py 한 파일에 이어 붙이며 CSV 를 zstd Parquet 로 바꾸고, 크기와 질의 속도를 직접 잽니다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COPY … TO 'events.parquet' (zstd)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 배율 · 질의 속도 배율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열 vs 다섯 열 — 일부러 틀린 비교부터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압축 3종 비교 · PARTITION_BY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events.csv 41M 기록 · query.py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