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5-1 · 분산 처리와 Spark 아키텍처 · 실습 1.5H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918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단일 노드 Spark 기동과</a:t>
            </a:r>
          </a:p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PySpark 첫 실행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03351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PySpark 를 띄우고 지연 평가를 눈으로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1.5시간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apache/spark:3.5.3 컨테이너로 PySpark 셸을 띄운다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transformation 만 걸면 Completed Jobs 가 없음을 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count() 는 Job 2개, show(5) 는 Job 3개 — 직접 센다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explain() 을 아래에서 위로 읽고 파티션 수를 확인한다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여기서 본 파티션 수가 다음 1H 실습에서 Task 수로 다시 나타납니다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5-1 · 실습 1.5H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일곱 단계 — 셸 하나에서 계획·실행·계획서까지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python 상자는 &gt;&gt;&gt; 에 붙여 넣고, bash 상자는 새 터미널 창에서 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셸 기동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run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-p 4040:4040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환경 확인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version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master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3·4. 계획→실행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transformation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실행 계획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explain()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일부러 실패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6·7. 파티션·과제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getNumPartitions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미니 과제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5-1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1·2단계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기동과 환경 확인 — 명령 다섯 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935581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935581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기동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78581" y="2781300"/>
            <a:ext cx="15066419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30981" y="2781300"/>
            <a:ext cx="14761619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run -it --rm -p 4040:4040 apache/spark:3.5.3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935581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935581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78581" y="3429000"/>
            <a:ext cx="15066419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30981" y="3429000"/>
            <a:ext cx="14761619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/opt/spark/bin/pyspark  (run 명령 끝에 이어서)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935581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935581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버전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78581" y="4076700"/>
            <a:ext cx="15066419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30981" y="4076700"/>
            <a:ext cx="14761619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spark.version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935581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935581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병렬도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78581" y="4724400"/>
            <a:ext cx="15066419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30981" y="4724400"/>
            <a:ext cx="14761619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spark.sparkContext.defaultParallelism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935581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935581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마스터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78581" y="5372100"/>
            <a:ext cx="15066419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30981" y="5372100"/>
            <a:ext cx="14761619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spark.sparkContext.master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확인: 결과 '3.5.3' · 16 · 'local[*]' — 가운데 숫자는 Docker 에 준 CPU 수라 사람마다 다름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5-1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3·4단계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transformation 은 즉시 반환, action 은 실행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3단계 — transformation 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즉시 반환 · 4040 은 열리지만 Completed Jobs 없음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90650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0650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spark.range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90650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24000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 ~ 100만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561715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53167" y="4838700"/>
            <a:ext cx="2152015" cy="599122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53167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withColumn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53167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86517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double = id × 2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24232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15685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15685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filter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15685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9035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double &gt; 100만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4단계 —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action 하나가 Job 여럿을 만들기도 한다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020300" y="4838700"/>
            <a:ext cx="3333274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20300" y="4838700"/>
            <a:ext cx="3333274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count()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20300" y="5583555"/>
            <a:ext cx="3333274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53650" y="5583555"/>
            <a:ext cx="3066574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500000</a:t>
            </a:r>
          </a:p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Job 0 · 1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3372624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3564076" y="4838700"/>
            <a:ext cx="3333274" cy="599122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564076" y="4838700"/>
            <a:ext cx="3333274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show(5)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564076" y="5583555"/>
            <a:ext cx="3333274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697426" y="5583555"/>
            <a:ext cx="3066574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Job 2 · 3 · 4</a:t>
            </a:r>
          </a:p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Task 1·4·11</a:t>
            </a:r>
          </a:p>
        </p:txBody>
      </p:sp>
      <p:sp>
        <p:nvSpPr>
          <p:cNvPr id="37" name="Oval 36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5-1 · 실습 1.5H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explain() 은 아래에서 위로 읽는다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Physical Plan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781300"/>
            <a:ext cx="47625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읽는 순서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*(1) Project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889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③ 마지막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64240" y="34480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9490" y="34480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double 계산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+- *(1) Filter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889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② 두 번째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64240" y="41719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9490" y="41719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id * 2 &gt; 1000000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+- *(1) Range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889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① 처음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064240" y="48958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59490" y="48958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splits=16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explain(True)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889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Parsed → Optimized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064240" y="56197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159490" y="56197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Filter 가 Project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아래로 내려감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코드는 withColumn 을 먼저 썼지만 계획은 조건(id * 2 &gt; 1000000)을 계산 앞으로 당겼다 — 걸러진 행은 double 을 계산할 필요가 없다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5-1 · 실습 1.5H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 — 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다른 DataFrame 의 컬럼을 끌어다 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쓰지 않을 컬럼 x 를 만들려다 흔히 하는 실수 — action 전에 바로 막힙니다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잘못 쓴 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spark.range(1).id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* 0 + 1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withColumn 에서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Traceback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explain 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분석 단계 오류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AnalysisException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id 를 못 찾음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F.lit(1) 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상수 컬럼은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lit 으로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q.explain()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Filter · Range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줄뿐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5-1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파티션 수를 본다 — 이 수가 곧 Task 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633633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63363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기본 파티션 수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76633" y="2781300"/>
            <a:ext cx="14368367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9033" y="2781300"/>
            <a:ext cx="1406356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df.rdd.getNumPartitions()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1633633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163363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필터 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76633" y="3429000"/>
            <a:ext cx="14368367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9033" y="3429000"/>
            <a:ext cx="1406356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filtered.rdd.getNumPartitions()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1633633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163363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import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76633" y="4076700"/>
            <a:ext cx="14368367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9033" y="4076700"/>
            <a:ext cx="1406356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from pyspark.sql.functions import spark_partition_id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1633633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163363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파티션별 행 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76633" y="4724400"/>
            <a:ext cx="14368367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29033" y="4724400"/>
            <a:ext cx="1406356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df.groupBy(spark_partition_id()).count().show()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확인: 두 숫자가 defaultParallelism 과 같고(실측 16 · 16) 파티션 0~15 가 62500 씩 고르게(100만 ÷ 16) — 다음 1H 에서 UI 로 확인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5-1 · 실습 1.5H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미니 과제 세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861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861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7338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8004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5814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1,000만 행에서 짝수 세기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spark.range(1, 10_000_001) 로 만들고 짝수만 count — 시간이 얼마나 걸리는지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5339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5339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7815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8482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6291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filter 두 번 이어 걸기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explain() 으로 두 조건이 하나로 합쳐졌는지 본다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5816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5816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8293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8959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6769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transformation 5개, action 없이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UI 를 새로고침해 새 Job 이 생기지 않는지 본다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count() 와 show(5) 가 따로 Job 을 만든다 = action 마다 처음부터 다시 계산 — cache() 는 다음 블록 6단계에서 재 봅니다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5-1 · 실습 1.5H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1.5시간이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67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71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95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67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&gt;&gt;&gt; 프롬프트와 「SparkSession available as spark」가 떴다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24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829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952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724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'3.5.3' · 숫자 하나(실측 16) · 'local[*]'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5815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6863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8101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5815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transformation 뒤 Completed Jobs 가 없다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4387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5435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6673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4387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count() 500000 · Job 2개, show(5) 로 Job 3개 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296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400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524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296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explain() 을 아래에서 위로 — Range → Filter → Project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153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7258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7381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7153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파티션 16 · 0~15 가 62500 씩(코어 수에 따라 다름)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5-1 · 실습 1.5H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5-1 · 실습 1.5H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Spark UI로 잡 구조 읽기 (1H)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지금 띄운 셸을 그대로 두고 localhost:4040 에서 Job → Stage → Task 와 DAG 를 읽습니다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Jobs 탭 — count · showString 다섯 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groupBy 셔플로 Stage 가 갈린다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Stages 탭의 Task · DAG · Executors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cache 뒤 Storage 탭 · 셸 하나 더(실패)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셸을 끄지 말 것 · 파티션 수 메모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