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10/1(목)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HTML5 문서 구조화 및 웹 폼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&lt;form&gt;, &lt;input&gt; 등 폼 요소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label과 input을 연결해 접근성 있는 폼을 만들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input의 type을 상황에 맞게 골라 브라우저의 기본 검증을 활용할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radio와 checkbox의 차이를 알고 name으로 묶을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fieldset과 legend로 관련 입력을 묶을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form 안 button의 기본 동작이 submit임을 알고 대응할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7290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290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7335" y="2781300"/>
            <a:ext cx="73966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7335" y="2781300"/>
            <a:ext cx="73966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label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2246" y="2781300"/>
            <a:ext cx="126743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2246" y="2781300"/>
            <a:ext cx="126743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input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4928" y="2781300"/>
            <a:ext cx="109822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4928" y="2781300"/>
            <a:ext cx="109822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8399" y="2781300"/>
            <a:ext cx="86977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99" y="2781300"/>
            <a:ext cx="86977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3427" y="2781300"/>
            <a:ext cx="108685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427" y="2781300"/>
            <a:ext cx="108685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textarea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5536" y="2781300"/>
            <a:ext cx="101060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5536" y="2781300"/>
            <a:ext cx="101060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fieldset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1389" y="2781300"/>
            <a:ext cx="92272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1389" y="2781300"/>
            <a:ext cx="92272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들어가며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주차는 [온라인 : LMS]로 진행합니다.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실시간 수업이 아니며, 학교 LMS에서 영상을 수강하고 이 사이트의 강의와 실습을 함께 진행합니다.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안내 내역을 반복 학습할 수 있도록 온라인으로 운영합니다.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폼(form) — 사용자에게 입력받기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로그인, 회원가입, 검색, 설문 — 사용자가 무언가를 입력하는 모든 곳이 폼입니다.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폼(form) — 사용자에게 입력받기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폼은 HTML만으로도 상당히 많은 일을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JavaScript를 먼저 꺼내 들기 전에, 브라우저가 공짜로 해 주는 것부터 쓰는 것이 좋은 습관입니다.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 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&lt;form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"name"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이름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"text"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"name"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"name"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placeholder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"홍길동"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이메일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"submit"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보내기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&lt;/form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label과 input은 반드시 연결합니다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&lt;label for="name"&gt; 의 for 와 &lt;input id="name"&gt; 의 id 를 같은 값으로 맞추면 둘이 연결됩니다.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연결하면 세 가지가 좋아집니다.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글자를 눌러도 입력칸이 잡힙니다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체크박스처럼 작은 것을 누르기 어려운 사람에게 큰 차이입니다.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화면낭독기가 "이름, 편집창"이라고 읽어 줍니다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연결이 없으면 그냥 "편집창"입니다.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클릭 영역이 넓어져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모바일에서 쓰기 편해집니다.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label을 쓰는 두 가지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방법 1: for와 id로 연결 (권장 — 배치가 자유롭다)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"agree"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약관에 동의합니다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"checkbox"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"agree"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방법 2: label로 감싸기 (for/id 없이도 연결된다)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"checkbox"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약관에 동의합니다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label과 input은 반드시 연결합니다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placeholder 는 label을 대신하지 못합니다.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글자를 입력하는 순간 사라져 버려서, 무엇을 쓰는 칸이었는지 알 수 없게 되기 때문입니다.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placeholder는 예시일 뿐, 이름표는 반드시 label입니다.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71575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1.2 input의 type — 하나만 바꿔도 많은 것이 달라집니다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33074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33074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11842" y="2781300"/>
            <a:ext cx="248853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842" y="2781300"/>
            <a:ext cx="248853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8474" y="2781300"/>
            <a:ext cx="10106526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38474" y="2781300"/>
            <a:ext cx="1010652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자동으로 해 주는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1842" y="3448050"/>
            <a:ext cx="248853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7092" y="3448050"/>
            <a:ext cx="229803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 글자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38474" y="3448050"/>
            <a:ext cx="10106526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3724" y="3448050"/>
            <a:ext cx="991602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email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1842" y="4143375"/>
            <a:ext cx="248853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7092" y="4143375"/>
            <a:ext cx="229803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38474" y="4143375"/>
            <a:ext cx="10106526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3724" y="4143375"/>
            <a:ext cx="991602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@ 없으면 제출 거부, 모바일에서 @ 키보드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password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11842" y="4838700"/>
            <a:ext cx="248853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7092" y="4838700"/>
            <a:ext cx="229803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8474" y="4838700"/>
            <a:ext cx="10106526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3724" y="4838700"/>
            <a:ext cx="991602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●●●로 가림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number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1842" y="5534025"/>
            <a:ext cx="248853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7092" y="5534025"/>
            <a:ext cx="229803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38474" y="5534025"/>
            <a:ext cx="10106526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3724" y="5534025"/>
            <a:ext cx="991602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키보드, 위아래 화살표, min/max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11842" y="6229350"/>
            <a:ext cx="248853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7092" y="6229350"/>
            <a:ext cx="229803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전화번호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38474" y="6229350"/>
            <a:ext cx="10106526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3724" y="6229350"/>
            <a:ext cx="991602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모바일에서 숫자 키패드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11842" y="6924675"/>
            <a:ext cx="248853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07092" y="6924675"/>
            <a:ext cx="229803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38474" y="6924675"/>
            <a:ext cx="10106526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3724" y="6924675"/>
            <a:ext cx="991602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달력 선택기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71575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1.2 input의 type — 하나만 바꿔도 많은 것이 달라집니다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09144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09144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72548" y="2781300"/>
            <a:ext cx="357525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2548" y="2781300"/>
            <a:ext cx="357525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85903" y="2781300"/>
            <a:ext cx="825909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5903" y="2781300"/>
            <a:ext cx="825909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자동으로 해 주는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09144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0094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72548" y="3448050"/>
            <a:ext cx="35752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798" y="3448050"/>
            <a:ext cx="33847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5903" y="3448050"/>
            <a:ext cx="825909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1153" y="3448050"/>
            <a:ext cx="80685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선택 대화상자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09144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0094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checkbox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2548" y="4171950"/>
            <a:ext cx="35752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7798" y="4171950"/>
            <a:ext cx="33847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 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5903" y="4171950"/>
            <a:ext cx="825909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81153" y="4171950"/>
            <a:ext cx="80685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 동시 선택 가능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09144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0094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radio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72548" y="4895850"/>
            <a:ext cx="35752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67798" y="4895850"/>
            <a:ext cx="33847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하나만 선택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5903" y="4895850"/>
            <a:ext cx="825909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81153" y="4895850"/>
            <a:ext cx="80685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name끼리 하나만 선택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09144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90094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range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72548" y="5619750"/>
            <a:ext cx="35752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67798" y="5619750"/>
            <a:ext cx="33847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슬라이더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85903" y="5619750"/>
            <a:ext cx="825909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1153" y="5619750"/>
            <a:ext cx="80685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드래그로 값 조절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09144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90094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color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72548" y="6343650"/>
            <a:ext cx="357525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67798" y="6343650"/>
            <a:ext cx="33847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5903" y="6343650"/>
            <a:ext cx="825909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81153" y="6343650"/>
            <a:ext cx="80685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색 선택기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검증도 브라우저가 해 줍니다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필수 + 이메일 형식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"number"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"4"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&lt;!-- 1~4만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"text"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minlength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"2"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"10"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"text"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pattern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"[0-9]{6}"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title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"숫자 6자리"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이 모든 검증에 JavaScript가 한 줄도 필요 없습니다.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JS 검증은 이것 위에 "더" 얹는 것이지, 이것을 "대신"하는 게 아닙니다.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radio는 name이 같아야 한 묶음이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&lt;fieldset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&lt;legend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학년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&lt;/legend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"radio"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"grade"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1학년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"radio"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"grade"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"2"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2학년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"radio"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"grade"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"3"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3학년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&lt;/fieldset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name이 다르면 각자 따로 놀아서 여러 개가 선택됩니다 — 가장 흔한 실수입니다.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1.3 radio와 checkbox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&lt;fieldset&gt; 과 &lt;legend&gt; 는 관련 있는 입력들을 묶고 그 묶음에 이름을 붙입니다.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화면낭독기가 "학년 그룹, 1학년, 라디오 버튼"처럼 읽어 주어, 이 선택지들이 무엇에 대한 것인지 알 수 있게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textarea와 select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"msg"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문의 내용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&lt;textarea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"msg"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"5"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placeholder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"자유롭게 적어 주세요"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&lt;/textarea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⚠ textarea는 값을 속성이 아니라 태그 사이에 넣습니다. 빈 요소가 아닙니다.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"major"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전공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&lt;select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"major"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&lt;option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선택하세요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&lt;/option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&lt;option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"ai"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AI·SW계열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&lt;/option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&lt;option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"ai"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AI소프트웨어학부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&lt;/option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&lt;/select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form 안의 button은 기본이 submit입니다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&lt;form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보내기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type 생략 = submit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"button"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계산하기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제출 안 함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&lt;/form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"버튼을 눌렀더니 페이지가 새로고침돼요"의 원인 1위가 이것입니다.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제출용이 아닌 버튼에는 반드시 type="button"을 씁니다.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3개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수강 신청 폼을 만드세요. 이름(text)·이메일(email, 필수)·학년(select)·희망 분야(radio 2개 이상)·자기소개(textarea)·제출 버튼이 들어가고, 모든 입력에 label을 연결하세요.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radio는 같은 name을 줘야 하나만 선택됩니다. radio 묶음은 fieldset + legend로 감싸세요.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&lt;form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수강 신청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"name"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이름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"text"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"name"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"name"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이메일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"grade"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학년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&lt;select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"grade"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"grade"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&lt;option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1학년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&lt;/option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&lt;option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"2"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2학년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&lt;/option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31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&lt;/select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&lt;fieldset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&lt;legend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희망 분야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&lt;/legend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"radio"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"field"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"front"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프론트엔드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"radio"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"field"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"back"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백엔드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&lt;/fieldset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"intro"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자기소개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&lt;textarea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"intro"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"intro"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"4"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&lt;/textarea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"submit"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신청하기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&lt;/form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input의 type을 골라 쓰는 연습입니다. 이름(text)·나이(number, 1~120)·생일(date)·전화(tel)·홈페이지(url)·비밀번호(password) 입력칸을 만들고, 모든 칸에 label을 연결하세요.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type만 바꿔도 모바일 키보드와 검증이 달라집니다. number에는 min·max를 함께 주세요.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&lt;form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"name"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이름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"text"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"name"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"age"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나이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"number"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"age"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"120"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"birth"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생일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"date"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"birth"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전화번호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"site"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홈페이지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"url"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"site"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placeholder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"pw"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비밀번호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"password"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"pw"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minlength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"8"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"submit"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보내기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&lt;/form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설문 폼을 만드세요. 만족도를 radio 3개(fieldset+legend로 묶기), 관심 분야를 checkbox 2개 이상, 의견을 textarea로 받고, 제출이 아닌 [초기화] 버튼도 함께 두세요.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radio는 name을 같게, checkbox는 여러 개 선택되므로 name이 달라도 됩니다. 제출용이 아닌 버튼에는…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&lt;form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&lt;fieldset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&lt;legend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수업 만족도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&lt;/legend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"radio"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"sat"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"5"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만족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"radio"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"sat"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"3"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보통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"radio"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"sat"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불만족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&lt;/fieldset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&lt;fieldset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&lt;legend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관심 분야 (복수 선택)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&lt;/legend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"checkbox"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"front"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프론트엔드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"checkbox"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"back"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백엔드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"checkbox"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"design"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디자인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&lt;/fieldset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"op"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의견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&lt;textarea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"op"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"4"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placeholder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"자유롭게 적어 주세요"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&lt;/textarea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"submit"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제출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"reset"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초기화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&lt;/form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5주차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5주차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HTML5 문서 구조화 및 웹 폼 작성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4 「퀴즈 4 — HTML5 문서 구조화와 웹 폼」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6주차 · CSS3 기본 이해 및 스타일링 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