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5-3 · Iceberg · MinIO 연결 · 실습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0" b="1" spc="-280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Iceberg 카탈로그 구성과 테이블 생성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334000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SQL 로 테이블을 만들고, 생긴 파일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CREATE NAMESPACE 뒤 SHOW CATALOGS 에 lake 가 생기는 것을 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lake.db.orders 를 USING iceberg 로 만들고 3행을 넣는다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콘솔에서 warehouse/lake/db/orders 의 metadata/ · data/ 확인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INSERT·UPDATE 로 스냅샷을 쌓고 첫 판으로 되돌려 본다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카탈로그 타입이 달라도 Iceberg 기능은 그대로 — 4주차와 같은 결과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5-3 · 실습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다섯 단계 — 앞 시간에 띄운 PySpark 셸에서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셸을 나갔다면 ~/data-eng/week5 에서 bash lake-pyspark.sh 로 다시 띄웁니다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카탈로그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SHOW CATALOGS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CREATE NAMESPACE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테이블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CREATE · INSERT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SELECT 3행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파일 구조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메타테이블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snapshots · files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스냅샷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INSERT · UPDATE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VERSION AS OF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5. 클러스터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master 7077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UI 8080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5-3 · 실습 1H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카탈로그는 처음 쓸 때 등록된다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SHOW CATALOGS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spark_catalog 한 줄뿐 — 아직 lake 가 없는 것이 정상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일부러: SHOW NAMESPACES IN lake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NoSuchNamespaceException — 빈 warehouse 라 폴더가 없다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CREATE NAMESPACE IF NOT EXISTS lake.db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warehouse/lake 아래에 db 가 생긴다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SHOW CATALOGS · SHOW NAMESPACES IN lake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lake · spark_catalog 두 줄, 네임스페이스는 db 한 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모두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spark.sql("…")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.show()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5-3 · 실습 1H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2·3단계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만들고, 넣고, 뜯어본다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79629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7962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spark.sql("…")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결과(실측)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796290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77724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CREATE TABLE lake.db.orders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3448050"/>
            <a:ext cx="80010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9250" y="3448050"/>
            <a:ext cx="78105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DataFrame[] 한 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044043"/>
            <a:ext cx="796290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044043"/>
            <a:ext cx="77724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INSERT 3행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4044043"/>
            <a:ext cx="80010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9250" y="4044043"/>
            <a:ext cx="78105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DataFrame[] 한 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640036"/>
            <a:ext cx="796290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640036"/>
            <a:ext cx="77724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SELECT … ORDER BY id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4640036"/>
            <a:ext cx="80010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9250" y="4640036"/>
            <a:ext cx="78105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45000.0 · 23000.0 · 310000.0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236029"/>
            <a:ext cx="796290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236029"/>
            <a:ext cx="77724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SHOW TABLES IN lake.db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5236029"/>
            <a:ext cx="80010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9250" y="5236029"/>
            <a:ext cx="78105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5832021"/>
            <a:ext cx="796290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5832021"/>
            <a:ext cx="77724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DESCRIBE TABLE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0" y="5832021"/>
            <a:ext cx="80010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9250" y="5832021"/>
            <a:ext cx="78105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id · item · price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428014"/>
            <a:ext cx="796290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428014"/>
            <a:ext cx="77724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orders.snapshots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6428014"/>
            <a:ext cx="80010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9250" y="6428014"/>
            <a:ext cx="78105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append 하나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7024007"/>
            <a:ext cx="796290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38250" y="7024007"/>
            <a:ext cx="77724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orders.files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0" y="7024007"/>
            <a:ext cx="80010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39250" y="7024007"/>
            <a:ext cx="78105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3개 · record_count 1 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files 가 3개인 것은 세 행이 태스크 셋으로 나뉘어 각자 파일을 썼기 때문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5-3 · 실습 1H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테이블의 실체 — MinIO 의 폴더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lake.db.orders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SQL 에서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부르는 이름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76812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warehouse/lake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05412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8762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설정의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warehouse 값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039225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db/orders/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67825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01175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db · orders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네임스페이스·테이블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3101638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metadata/ · data/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330238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463588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JSON·avro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Parquet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앞의 lake 폴더는 warehouse 값에서 온 것 — 카탈로그 이름이 자동으로 따라온 것이 아님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hadoop 타입은 폴더 구조가 곧 테이블 목록 — rest 와 달리 별도 서비스가 없다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5-3 · 실습 1H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스냅샷이 쌓인다 — 그리고 시간을 되돌린다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INSERT (4, 'webcam', 89000) · UPDATE id 1 → 47000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둘 다 DataFrame[] 한 줄 — UPDATE 는 파일을 다시 써서 overwrite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snapshots ORDER BY committed_at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append · append · overwrite 세 줄, keyboard 47000.0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콘솔 metadata/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v1~v4.metadata.json · version-hint.text · snap-*.avro · *-m0.avro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VERSION AS OF 첫 스냅샷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3행 · keyboard 45000.0 — 타임 트래블도 그대로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최신 판 번호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version-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hint.text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5-3 · 실습 1H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5·6단계 · 클러스터와 미니 과제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클러스터에서 도는지 확인하고, 더 해 보기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0D2B5E"/>
          </a:solidFill>
          <a:ln w="9525">
            <a:solidFill>
              <a:srgbClr val="0D2B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5단계 클러스터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sparkContext.master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spark-master:7077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파티션 테이블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PARTITIONED BY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(item) 폴더 비교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events.parquet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콘솔 Upload 뒤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Iceberg 로 적재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CTAS 집계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lake.db.summary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AS SELECT 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마스터 UI(8080) Running Applications 에 PySparkShell · Cores 4 · RUNNING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5-3 · 실습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메시지로 빠진 것을 찾는다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66827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66827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나는 오류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664440" y="2781300"/>
            <a:ext cx="44805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64440" y="2781300"/>
            <a:ext cx="44805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빈 lake 에 SHOW NAMESPACES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480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8850" y="34480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NoSuchNamespaceException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664440" y="34480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759690" y="34480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아직 폴더가 없다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catalog.lake 세 줄 없음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1719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1719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REQUIRES_SINGLE_PART_NAMESPACE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664440" y="41719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759690" y="41719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lake 를 카탈로그로 모름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iceberg 패키지 없음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8958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8850" y="48958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Cannot find catalog plugin class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664440" y="48958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759690" y="48958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--packages 확인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첫 줄은 1단계에서 쳐 본 것 — 아래 둘은 lake-pyspark.sh 에서 줄이 빠졌을 때(실측)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5-3 · 실습 1H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처음엔 spark_catalog 하나, CREATE NAMESPACE 뒤 lake 가 보인다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SELECT 3행 · files 3개 · file_path 가 warehouse/lake/db/orders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콘솔 metadata/ 에 v1~v4.metadata.json · version-hint.text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snapshots append·append·overwrite · keyboard 47000.0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첫 스냅샷 VERSION AS OF 는 45000.0 · master 가 7077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5-3 · 실습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5-3 · 실습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정리·회고 (0.5H)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설정을 「없으면 무슨 오류」로 한 장에 정리하고, 5-4 를 위해 멈춰 둡니다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설정 요약 — 없으면 나는 오류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오늘의 체크리스트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exit() 뒤 docker compose stop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셸(&gt;&gt;&gt;)은 그대로 두기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