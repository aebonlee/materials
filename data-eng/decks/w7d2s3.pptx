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7-2 · 텍스트 데이터 Chunking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01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 파라미터 튜닝과 품질 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162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 보고 정한다 — 우리 문서의 기준값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수천 자 긴 문서로 size·overlap 다섯 조합을 비교한다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문장 중간에서 잘린 조각 수를 세어 overlap 효과를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키워드가 조각 크기에 따라 어떻게 잡히는지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기준값 chunk_size·overlap 을 근거와 함께 표에 적는다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정한 값이 7-3 에서 임베딩할 때 그대로 쓰입니다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짧은 문서로는 차이가 안 보인다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강의 자료나 사내 문서가 있으면 그것으로 하는 편이 훨씬 유용합니다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긴 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long_notes.txt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8장 ×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조합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조합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 수·평균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절단 검사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broken_endings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overlap 0 / 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검색·MD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키워드 포함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separators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6.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기준값 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선택·근거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조합을 한 반복문으로 — 조각 수 · 평균 · 최대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chunk_size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chunk_overlap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볼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87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34480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34480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 가장 많음 · 겹침 없음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44100" y="41719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9350" y="41719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size 에 겹침만 추가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4100" y="48958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9350" y="48958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무난한 출발점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87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44100" y="56197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39350" y="56197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문맥이 살아남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435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87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44100" y="63436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39350" y="63436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 가장 적음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출력 한 줄: size=… overlap=… → 조각 N개, 평균 M자, 최대 K자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size 가 커질수록 조각 수가 줄고 평균 길이가 느는 단조 관계가 보여야 한다 — 이 표를 기록해 두세요(오늘 산출물의 근거)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문장 중간에서 잘린 조각 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broken_endings(chunks)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마침표·「다」·줄바꿈으로 끝나지 않는 조각을 센다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(200,0) · (200,30) · (500,50) 세 조합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「중간에서 끝난 조각 n/전체」와 샘플 끝 50자를 찍는다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overlap=0 이 더 많이 잘리는지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문서에 따라 차이가 작을 수도 — 중요한 건 재 보고 판단하는 태도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검사기의 한계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자동 검사 +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육안 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overlap ≥ size 로 넣으면 — ValueError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자주 겪는 오류를 미리 겪어 둡니다 — overlap 이 chunk_size 보다 크거나 같으면 조각이 앞으로 나아가지 못합니다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바꿔 넣기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chunk_size=200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chunk_overlap=200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보이는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ValueError 또는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이상한 분할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겹침이 조각을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 잡아먹는다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되돌리기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size 의 10~20%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예: 500 / 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— 검색 대신 문자열 포함(in)으로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「스트리밍」이 어느 조각에 걸리나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chunk_size=200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딱 그 문장만 — 좁고 정확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overlap = size // 10 = 20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keyword in c.page_content 로 센다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hits[0] 앞 300자 — 그 문장 위주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chunk_size=1000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앞뒤 문맥까지 함께 — 넓고 풍부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overlap = size // 10 = 100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키워드, 같은 문서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hits[0] 앞 300자 — 앞뒤 문장까지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Markdown 은 제목 경계를 우선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기본 분할기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chunk_size=100, overlap=10 — 기본 separators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문단 \n\n → 줄 → 공백 순으로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doc.md 의 ## 절 세 개를 자른다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결과를 한 줄씩 60자로 찍어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제목 우선 분할기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separators 맨 앞에 "\n## " 를 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["\n## ", "\n\n", "\n", " ", ""]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절(##) 단위로 더 깔끔하게 나뉜다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형식에 맞춘 separators 가 품질을 올린다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기준값을 정해 기록한다 — 오늘의 산출물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28422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overlap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781300"/>
            <a:ext cx="31623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조각 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2781300"/>
            <a:ext cx="36423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781300"/>
            <a:ext cx="3642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평균 길이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464540" y="2781300"/>
            <a:ext cx="36804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64540" y="2781300"/>
            <a:ext cx="3680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중간 절단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857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34480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9330" y="34480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464540" y="3448050"/>
            <a:ext cx="3680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559790" y="3448050"/>
            <a:ext cx="3489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857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893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41719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9330" y="41719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464540" y="4171950"/>
            <a:ext cx="3680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559790" y="4171950"/>
            <a:ext cx="3489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0332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857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893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48958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9330" y="48958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464540" y="4895850"/>
            <a:ext cx="3680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559790" y="4895850"/>
            <a:ext cx="3489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0332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9857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893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84080" y="56197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9330" y="56197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464540" y="5619750"/>
            <a:ext cx="3680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559790" y="5619750"/>
            <a:ext cx="3489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선택: chunk_size = ___ , chunk_overlap = ___ · 근거 두 줄 · separators 를 조정했다면 함께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표를 채우고 선택과 근거를 적으면 오늘 몫이 끝 — 이 값이 7-3 에서 임베딩할 때 그대로 쓰인다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long_notes.txt 가 수천 자 규모로 만들어졌다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size 가 커질수록 조각 수가 줄고 평균 길이가 늘었다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overlap=0 과 30 의 중간 절단 개수를 비교했다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200 과 1000 에서 「스트리밍」 조각의 앞뒤 문맥 차이를 봤다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기준값 표에 size·overlap 선택과 근거를 적었다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7-2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분할 문법을 한 표로 정리하고, 7-3 임베딩·벡터DB 를 위한 패키지와 Qdrant 이미지를 미리 받아 둡니다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하려는 일 ↔ 코드 요약표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7-3 준비: qdrant-client · docker pull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기준값 표(size·overlap·근거)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