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1-1 · 리눅스 커맨드 기초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쓴 명령 한 장, 자주 겪는 오류 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쓴 명령을 요약표 한 장으로 다시 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체크리스트 6항목을 스스로 점검한다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세 가지의 원인과 해결을 말할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1-2 쉘 스크립트에서 무엇을 만들지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명령을 다 외울 필요는 없습니다 — 요약표만 손에 익히면 나머지는 man 명령어로 찾아 씁니다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오늘의 커맨드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하려는 일 → 명령 → 자주 쓰는 옵션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자주 쓰는 옵션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어디인지 · 목록 · 이동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pwd · ls · cd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-a 숨김 · -l 상세 · -R 하위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폴더 만들기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969544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3969544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mkdir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3969544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3969544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-p 중간 폴더까지 함께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복사 / 이동·이름변경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491038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491038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cp / mv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491038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491038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-r 폴더째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삭제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012531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012531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012531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012531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-i 물어보기 · -r 폴더째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권한 주기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5534025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5534025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chmod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5534025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5534025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+x 실행 권한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내용 보기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6055519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8890" y="6055519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 / head / tail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064240" y="6055519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59490" y="6055519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-n 줄 수 지정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찾기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6577012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58890" y="6577012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grep / find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064240" y="6577012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159490" y="6577012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-i -v -c -n · -name -type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정렬·집계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7098506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8890" y="7098506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sort / uniq / wc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064240" y="7098506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159490" y="7098506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-rn · -c · -l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rm 은 휴지통이 없어 복구가 안 된다 — 중요한 작업 전에는 cp 로 백업을 먼저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정리·회고 0.5H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항목 — 빠진 것이 있으면 지금 채우세요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600075"/>
          </a:xfrm>
          <a:prstGeom prst="roundRect">
            <a:avLst>
              <a:gd name="adj" fmla="val 793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47625" cy="60007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2947988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014662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952750"/>
            <a:ext cx="1476375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터미널·셸·커널의 차이를 한 문장으로 말할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590925"/>
            <a:ext cx="16002000" cy="600075"/>
          </a:xfrm>
          <a:prstGeom prst="roundRect">
            <a:avLst>
              <a:gd name="adj" fmla="val 793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3590925"/>
            <a:ext cx="47625" cy="60007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3681412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3748088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686175"/>
            <a:ext cx="1476375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pwd·cd·ls 로 원하는 디렉터리에 정확히 찾아갈 수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324350"/>
            <a:ext cx="16002000" cy="600075"/>
          </a:xfrm>
          <a:prstGeom prst="roundRect">
            <a:avLst>
              <a:gd name="adj" fmla="val 793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4324350"/>
            <a:ext cx="47625" cy="60007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4414838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4481512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419600"/>
            <a:ext cx="1476375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mkdir -p 로 ~/data-eng/week1/logs 를 만들었다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057775"/>
            <a:ext cx="16002000" cy="600075"/>
          </a:xfrm>
          <a:prstGeom prst="roundRect">
            <a:avLst>
              <a:gd name="adj" fmla="val 793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057775"/>
            <a:ext cx="47625" cy="60007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5148262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5214938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153025"/>
            <a:ext cx="1476375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chmod +x 로 권한을 바꿔 hello.sh 를 직접 실행했다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791200"/>
            <a:ext cx="16002000" cy="600075"/>
          </a:xfrm>
          <a:prstGeom prst="roundRect">
            <a:avLst>
              <a:gd name="adj" fmla="val 793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5791200"/>
            <a:ext cx="47625" cy="60007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28750" y="5881688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5948362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886450"/>
            <a:ext cx="1476375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파이프를 써서 access.log 의 ERROR 줄 수를 집계했다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" y="6524625"/>
            <a:ext cx="16002000" cy="600075"/>
          </a:xfrm>
          <a:prstGeom prst="roundRect">
            <a:avLst>
              <a:gd name="adj" fmla="val 793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000" y="6524625"/>
            <a:ext cx="47625" cy="60007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428750" y="6615112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28750" y="6681788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6619875"/>
            <a:ext cx="1476375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사용자별 접속 횟수 미니 과제를 스스로 조합해 풀었다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cd - 는 직전 위치로 — 요약표에 있지만 오늘 안 써 본 옵션은 지금 한 번 쳐 보세요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command not found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철자가 틀렸거나 미설치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철자 확인 → which 명령어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Permission denied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실행(x) 권한이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chmod +x hello.sh → ls -l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such file or directory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위치·상대 경로가 틀림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pwd → ls → cd 또는 절대 경로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설치가 필요하면 WSL2·리눅스는 sudo apt install, macOS 는 brew install — 오늘 명령은 셋 다 기본이라 대개 철자 문제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맥과 우분투가 다른가요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90% 는 같습니다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sed·date 옵션만 몇 개 다르다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 외워야 하나요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아닙니다 — 요약표 정도만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나머지는 man 으로 찾아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지운 파일 복구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rm 은 복구가 안 됩니다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 전 cp 로 백업하는 습관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이전 명령 다시 쓰기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history 로 목록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Ctrl+R 로 이전 명령 검색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심화 과제(선택): 오늘 만든 집계 명령을 hello.sh 처럼 스크립트로 저장해 두세요 — 1-2 에서 발전시킵니다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1-2 · 쉘 스크립트 — 명령을 파일에 적어 한 번에 실행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 · 기초 문법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셔뱅·변수·위치 인자·종료 코드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if 와 파일 테스트 연산자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1.5H · 작성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인사 스크립트 · 파일 검사기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명령 치환 $( ) 로 결과 담기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 · 자동화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 집계기 · 백업기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묶어서 일일 리포트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스크립트 3종 동작 점검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질의응답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사전 준비: ~/data-eng/week1 과 access.log(8줄)를 그대로 씁니다 — 없다면 파이프라인 챕터 1단계 히어독으로 다시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1-1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1-1 마무리 — 다음은 1-2 쉘 스크립트 (4H)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한 줄씩 친 명령을 파일에 순서대로 적어 두고 한 번에 실행합니다 — 자동화의 출발점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셔뱅·변수·위치 인자·종료 코드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if 조건문과 파일 테스트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명령 치환 $( 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 집계·백업 스크립트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~/data-eng/week1 과 access.log 8줄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