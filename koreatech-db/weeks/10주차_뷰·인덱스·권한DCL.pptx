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10주차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뷰·인덱스·권한(DCL)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리포트 뷰 · 조회 성능 · 권한 최소화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주를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뷰의 개념·장단점을 알고 경영 리포트 뷰를 만들어 쓴다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뷰의 갱신 가능 조건과 제약을 설명한다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인덱스 동작 원리와 인덱스를 못 타는 질의 패턴을 구분한다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EXPLAIN 실행 계획으로 인덱스 사용 여부를 판단한다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GRANT · REVOKE · ROLE 로 계정 권한을 최소한으로 관리한다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DB에 리포트 뷰 · 인덱스 · 계정 권한을 직접 걸어 봅니다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일곱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1529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뷰의 개념 — 경영 리포트 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0" y="4171950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9300" y="48768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뷰의 장단점과 갱신 가능 조건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4250" y="4895850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9300" y="56007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인덱스의 개념과 종류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4250" y="5619750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인덱스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1531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9300" y="63246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인덱스가 사용되지 않는 경우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4250" y="6343650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인덱스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345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345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631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631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0800" y="41529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EXPLAIN 과 인덱스 설계 지침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25750" y="4171950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인덱스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345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345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631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31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0800" y="48768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권한 최소화 — GRANT / REVOKE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25750" y="4895850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DCL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345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345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631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631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10800" y="56007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 + 권한, 롤(ROLE)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25750" y="5619750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DCL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뷰 (View)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 — 이름을 붙여 저장한 SELECT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가상 테이블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 이상의 테이블에서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유도된 Virtual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정의만 저장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데이터가 아니라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문의 정의만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조회할 때 계산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조회하는 시점에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테이블에서 가져온다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매번 긴 SQL을 다시 짜지 않고, 자주 보는 리포트를 이름 하나로 호출하는 도구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뷰 (View)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리포트 뷰 — 월별 매출 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35483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545896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545896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VIEW v_monthly_sales AS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DATE_FORMAT(o.order_date, '%Y-%m') AS 월,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SUM(i.qty * i.unit_price)           AS 매출액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orders o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JOIN   order_items i ON o.order_id = i.order_id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o.status &lt;&gt; '취소'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GROUP  BY DATE_FORMAT(o.order_date, '%Y-%m');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* FROM v_monthly_sales ORDER BY 월;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267957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50812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50812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v_ 접두어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테이블과 구분하는 관례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연-월만 뽑는다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'2026-01' 형태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451980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434835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434835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취소 제외를 뷰에 고정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누구도 매출을 부풀릴 수 없다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562394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545249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545249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테이블처럼 조회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실행할 때마다 원본을 다시 읽는다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복잡한 조인 · 집계를 뷰로 캡슐화 — 반복되는 경영 규칙은 뷰에 고정하는 것이 안전하다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뷰 (View)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 수정 · 삭제 · 목록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11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0200" y="2381250"/>
            <a:ext cx="74676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26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알아 둘 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8384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384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8384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정의 바꾸기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72100" y="29146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deckgen:code"/>
          <p:cNvSpPr txBox="1"/>
          <p:nvPr/>
        </p:nvSpPr>
        <p:spPr>
          <a:xfrm>
            <a:off x="5524500" y="3111627"/>
            <a:ext cx="7239000" cy="4061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OR REPLACE VIEW v_monthly_sales AS SELECT ...;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39750" y="28384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없으면 새로 만든다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8671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38671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38671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 삭제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2100" y="39433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deckgen:code"/>
          <p:cNvSpPr txBox="1"/>
          <p:nvPr/>
        </p:nvSpPr>
        <p:spPr>
          <a:xfrm>
            <a:off x="5524500" y="4140327"/>
            <a:ext cx="7239000" cy="4061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DROP VIEW IF EXISTS v_monthly_sales;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39750" y="38671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원본 데이터는 그대로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8958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8958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48958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 목록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2100" y="49720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deckgen:code"/>
          <p:cNvSpPr txBox="1"/>
          <p:nvPr/>
        </p:nvSpPr>
        <p:spPr>
          <a:xfrm>
            <a:off x="5524500" y="5169027"/>
            <a:ext cx="7239000" cy="4061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 FULL TABLES WHERE table_type = 'VIEW';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39750" y="48958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현재 DB 의 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59245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" y="59245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9700" y="59245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정의 확인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72100" y="60007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deckgen:code"/>
          <p:cNvSpPr txBox="1"/>
          <p:nvPr/>
        </p:nvSpPr>
        <p:spPr>
          <a:xfrm>
            <a:off x="5524500" y="6197727"/>
            <a:ext cx="7239000" cy="4061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 CREATE VIEW v_monthly_sales;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39750" y="59245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저장된 SELECT 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뷰를 지워도 orders · order_items 의 데이터는 하나도 사라지지 않는다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뷰 (View)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VIP 고객 뷰 — 조건을 이름으로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61873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61873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35483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7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VIEW v_vip_customers AS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cust_id, name, city, points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customers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grade = 'VIP';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* FROM v_vip_customers ORDER BY points DESC;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필요한 컬럼만 노출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email 등은 뷰에 없어 보이지 않는다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68000" y="378371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15650" y="361226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5650" y="361226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등급 조건을 뷰에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등급이 바뀌면 결과도 따라간다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68000" y="451980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915650" y="434835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15650" y="434835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포인트 많은 VIP 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우대 혜택 대상 파악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자주 쓰는 WHERE 조건을 뷰에 담아 두면 「VIP 명단」이 한 단어가 된다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뷰 (View)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뷰의 장단점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87630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763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장점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87630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8572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보안 — 민감한 컬럼(이메일·포인트 등)을 숨기고 필요한 부분만 노출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44100" y="34480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39350" y="34480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독립적인 인덱스를 만들 수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87630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8572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편의성 — 복잡한 조인·집계를 단순한 이름으로 사용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4100" y="41719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9350" y="41719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갱신(INSERT/UPDATE/DELETE)에 제약이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87630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8572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논리적 독립성 — 원본 구조가 바뀌어도 뷰 정의만 수정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44100" y="48958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9350" y="48958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ALTER로 컬럼 구조를 직접 바꿀 수 없다 (재생성 필요)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87630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8572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질의 재사용으로 유지보수성 향상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44100" y="56197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9350" y="56197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뷰가 중첩되면 성능 예측이 어려워진다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뷰는 보안 · 편의성이 장점이고, 인덱스 · 갱신 · 구조 변경에 제약이 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뷰 (View)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갱신할 수 없는 뷰 — 행이 1:1 로 대응하지 않을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집계 함수(SUM, COUNT, AVG …) 또는 GROUP BY / HAVING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DISTINCT, UNION, UNION 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서브쿼리가 SELECT 목록에 있는 경우, 일부 조인 형태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원본 테이블의 NOT NULL 컬럼이 뷰에 포함되지 않은 경우 (INSERT 불가)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뷰를 통한 변경은 뷰의 행과 원본의 행이 1:1 로 대응할 때만 — v_monthly_sales 는 집계 뷰라 조회 전용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뷰 (View)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WITH CHECK OPTION — 뷰 조건을 지키게 강제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98678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509092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545896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545896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VIEW v_vip_only AS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cust_id, name, grade, city, email, joined_date, points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customers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WHERE  grade = 'VIP'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WITH CHECK OPTION;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INSERT INTO v_vip_only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VALUES ('C011','오하늘','SILVER','서울',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'haneul@example.com','2026-07-01',0);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ERROR 1369: CHECK OPTION failed  (grade='VIP' 조건 위반)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원본의 모든 컬럼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행이 1:1 대응 → 갱신 가능한 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40830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41973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조건 밖 행은 거부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VIP 아닌 행은 INSERT/UPDATE 불가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543991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526846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526846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5822950"/>
            <a:ext cx="57150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937250"/>
            <a:ext cx="47053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8–9행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grade 가 SILVER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실제로는 customers 에 들어갈 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옵션이 없었다면 SILVER 고객이 조용히 저장되고 뷰에서는 보이지도 않는다 — 데이터 무결성 사고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인덱스 (Index)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인덱스 — 책의 색인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정렬된 위치 정보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데이터의 위치를 별도로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정렬해 저장한 구조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읽기는 빠르게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검색 속도를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크게 높여 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쓰기는 느리게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저장 공간을 더 쓰고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INSERT·UPDATE·DELETE 때 함께 갱신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주문이 수십만 건 쌓인 뒤 「특정 고객의 주문 이력」 조회가 느려졌다면 가장 먼저 살펴볼 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인덱스 (Index)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인덱스의 종류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인덱스 종류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클러스터형 인덱스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자체를 키 순서로 정렬 저장. InnoDB에서 PK가 자동으로 이 역할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보조(비클러스터형) 인덱스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1433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41433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키와 PK 값만 저장. 테이블당 여러 개 생성 가능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복합(결합) 인덱스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83870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83870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컬럼을 묶은 인덱스. 왼쪽 컬럼부터 순서대로 사용됨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UNIQUE 인덱스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53402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53402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중복을 허용하지 않는 인덱스 (UNIQUE 제약을 걸면 자동 생성)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커버링 인덱스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6229350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6229350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질의에 필요한 모든 컬럼이 인덱스에 포함되어 테이블 접근이 불필요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47625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4572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전문(FULLTEXT) 인덱스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6924675"/>
            <a:ext cx="112014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6924675"/>
            <a:ext cx="110109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긴 문자열의 단어 검색용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복합 인덱스는 왼쪽 컬럼부터 순서대로 사용된다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인덱스 (Index)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인덱스 생성과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224403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224403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934206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934206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289108"/>
            <a:ext cx="8953500" cy="35490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289108"/>
            <a:ext cx="47625" cy="35490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794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INDEX idx_orders_date ON orders(order_date);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INDEX idx_orders_cust_date ON orders(cust_id, order_date);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 INDEX FROM orders;</a:t>
            </a:r>
          </a:p>
          <a:p>
            <a:pPr algn="l">
              <a:lnSpc>
                <a:spcPts val="2794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DROP INDEX idx_orders_date ON orders;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267300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50155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50155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단일 컬럼 인덱스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기간별 매출 조회가 잦다면 주문일에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338280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321135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321135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복합 인덱스 — 순서가 중요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= 조건(cust_id) + 범위(order_date)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409260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392115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392115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구성 확인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Key_name · Column_name · Seq_in_index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444750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427605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427605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안 쓰는 인덱스 삭제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쓰기 부담을 줄인다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PK 와 UNIQUE 제약(customers.email)은 이미 인덱스가 있으므로 다시 만들지 않는다 · 이름 관례 idx_테이블_컬럼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인덱스 (Index)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인덱스가 사용되지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인덱스를 못 타는 조건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6100" y="2495550"/>
            <a:ext cx="133350" cy="133350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0" y="2381250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1100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58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바꿔 쓰기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89560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289560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14896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14896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289560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인덱스 컬럼에 함수·연산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72250" y="324421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96100" y="289560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2800" y="289560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행마다 계산해 정렬 순서를 못 쓴다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487150" y="324421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11000" y="289560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11000" y="289560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39600" y="314896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9600" y="314896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92050" y="289560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컬럼은 그대로, 범위 조건으로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391668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91668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417004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1700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4050" y="391668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LIKE 패턴이 % 로 시작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72250" y="426529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96100" y="391668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2800" y="391668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시작 글자를 몰라 처음부터 끝까지 훑음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487150" y="426529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811000" y="391668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1000" y="391668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39600" y="417004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39600" y="41700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92050" y="391668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'무선%' 처럼 앞을 고정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493776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3000" y="493776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0" y="519112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51911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4050" y="493776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③ 부정 조건 (!=, NOT IN, IS NOT NULL)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572250" y="528637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96100" y="493776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62800" y="493776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「아닌 것」은 대부분의 행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487150" y="528637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811000" y="493776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811000" y="493776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39600" y="519112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39600" y="51911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92050" y="493776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대부분 전체 스캔이 낫다고 판단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595884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43000" y="595884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71600" y="621220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0" y="621220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4050" y="595884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④ 복합 인덱스 선행 컬럼 생략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572250" y="630745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896100" y="595884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62800" y="595884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왼쪽 컬럼부터 순서대로만 쓸 수 있다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11487150" y="630745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811000" y="595884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811000" y="595884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039600" y="621220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039600" y="621220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592050" y="595884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선행 컬럼(cust_id)을 조건에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43000" y="697992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3000" y="697992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371600" y="723328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71600" y="723328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24050" y="697992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⑤ 자료형이 다른 값과 비교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6572250" y="732853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896100" y="697992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62800" y="697992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암시적 형 변환으로 인덱스 무효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11487150" y="732853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1811000" y="697992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811000" y="697992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2039600" y="723328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039600" y="723328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592050" y="697992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'C001' 처럼 자료형에 맞게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인덱스 (Index)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함수 적용 · ② 앞쪽 % LIKE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25069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61873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61873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72287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72287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509092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21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① 인덱스 컬럼에 함수·연산을 적용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* FROM orders WHERE YEAR(order_date) = 2026;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* FROM orders WHERE order_date &gt;= '2026-01-01'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    AND order_date &lt;  '2027-01-01';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② LIKE 패턴이 %로 시작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* FROM products WHERE name LIKE '%노트';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* FROM products WHERE name LIKE '무선%';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(X) 행마다 YEAR() 계산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 순서를 이용 못 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8000" y="359968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15650" y="342823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15650" y="34282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3–4행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(O) 범위 조건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컬럼은 그대로 — 결과는 같다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68000" y="488784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915650" y="471639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15650" y="471639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(X) 시작 글자를 모른다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색인을 처음부터 끝까지 훑는다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68000" y="525589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15650" y="508444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15650" y="50844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(O) '무선' 으로 시작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구간만 찍어 읽는다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인덱스는 「값 그대로」 정렬된 색인 — 값을 가공하거나 앞부분이 불확실하면 색인을 못 쓴다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인덱스 (Index)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③ 부정 조건 · ④ 선행 컬럼 · ⑤ 형 변환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98678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35483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545896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545896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③ 부정 조건 (!=, NOT IN, IS NOT NULL)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* FROM orders WHERE status != '취소';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④ 복합 인덱스의 선행 컬럼을 조건에서 생략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* FROM orders WHERE cust_id = 'C001';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* FROM orders WHERE order_date = '2026-01-10';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-- ⑤ 자료형이 다른 값과 비교 (암시적 형 변환)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* FROM customers WHERE cust_id = 1001;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대부분 (X)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「아닌 것」은 대부분의 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(O) 선행 컬럼 사용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인덱스 (cust_id, order_date)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451980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434835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434835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(X) 선행 컬럼 누락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번째 컬럼만 조건에 있음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562394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545249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545249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(X) cust_id 는 CHAR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'C001' 처럼 따옴표로 비교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④ 는 전화번호부에서 이름 없이 생년월일만으로 찾는 것과 같다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인덱스 (Index)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EXPLAIN — 실행 계획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</p:txBody>
      </p:sp>
      <p:sp>
        <p:nvSpPr>
          <p:cNvPr id="15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EXPLAIN SELECT * FROM orders WHERE cust_id = 'C001';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EXPLAIN ANALYZE SELECT * FROM orders WHERE cust_id = 'C001';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68000" y="267957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15650" y="250812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15650" y="250812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430000" y="2343150"/>
            <a:ext cx="5715000" cy="2476500"/>
          </a:xfrm>
          <a:prstGeom prst="roundRect">
            <a:avLst>
              <a:gd name="adj" fmla="val 230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430000" y="2343150"/>
            <a:ext cx="57150" cy="2476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658600" y="3390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58600" y="3390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30100" y="2457450"/>
            <a:ext cx="4705350" cy="224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실행하지 않고 계획만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type · key · rows 를 본다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0" y="4953000"/>
            <a:ext cx="5715000" cy="2476500"/>
          </a:xfrm>
          <a:prstGeom prst="roundRect">
            <a:avLst>
              <a:gd name="adj" fmla="val 230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0" y="4953000"/>
            <a:ext cx="57150" cy="2476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58600" y="600075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58600" y="60007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230100" y="5067300"/>
            <a:ext cx="4705350" cy="224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실제 실행 시간까지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진짜로 실행 — UPDATE·DELETE 는 신중히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실습 포인트: 인덱스를 만들기 전 · 후에 EXPLAIN 을 찍어 type · key · rows 가 어떻게 바뀌는지 비교한다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인덱스 (Index)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EXPLAIN 결과 읽기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EXPLAIN 컬럼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4762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2781300"/>
            <a:ext cx="83210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781300"/>
            <a:ext cx="83210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주목할 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 방식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34480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9210" y="34480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const &gt; eq_ref &gt; ref &gt; range &gt; index &gt; ALL(전체 스캔, 나쁨)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사용된 인덱스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41719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9210" y="41719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NULL이면 인덱스 미사용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rows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읽을 것으로 예상되는 행 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48958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9210" y="48958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작을수록 좋음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filtered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조건 통과 비율(%)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56197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9210" y="56197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낮으면 불필요한 행을 많이 읽음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Extra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부가 정보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23960" y="63436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19210" y="63436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Using index(커버링, 좋음), Using filesort·temporary(주의)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type=ALL 과 key=NULL 은 전체 테이블 스캔 — 인덱스를 쓰지 않았다는 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인덱스 (Index)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인덱스 설계 지침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84035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· JOIN · ORDER BY 에 자주 쓰이는 컬럼에 만든다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66141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93001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75666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카디널리티(값의 다양성)가 높은 컬럼이 효과적이다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customers.grade 처럼 VIP/GOLD/SILVER 3종류뿐이면 효과가 거의 없다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5107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50196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84632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복합 인덱스는 선택도가 높은 컬럼(= 조건)을 앞에, 범위 조건 컬럼을 뒤에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84073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610933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93598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인덱스가 많을수록 쓰기가 느려지므로 사용되지 않는 인덱스는 제거한다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3039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719899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702564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테이블이 매우 작으면 전체 스캔이 오히려 빠를 수 있다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DB의 주문 15건 규모에서는 차이를 체감하기 어렵다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사용자 권한 관리 (DCL)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권한 최소화 원칙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GRANT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계정에 권한을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REVOKE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계정에서 권한을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회수한다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필요한 최소한만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업무에 필요한 만큼만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준다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재고 확인만 하는 아르바이트 계정에 DELETE 권한이 있으면, 실수 한 번에 주문 데이터가 통째로 사라질 수 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사용자 권한 관리 (DCL)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접근 통제의 세 가지 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28422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결정 주체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2781300"/>
            <a:ext cx="83210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781300"/>
            <a:ext cx="83210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특징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DAC (임의적 접근통제)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소유자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34480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9210" y="34480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GRANT/REVOKE로 권한을 자유롭게 부여. 대부분의 DBMS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MAC (강제적 접근통제)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시스템 관리자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41719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9210" y="41719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데이터와 사용자에 보안 등급을 부여. 군사·정부 시스템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RBAC (역할 기반 접근통제)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역할(Role)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48958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9210" y="48958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역할에 권한을 모으고 사용자에게 역할을 부여. 관리가 쉬움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MySQL 의 GRANT/REVOKE 는 DAC, ROLE 은 RBAC 에 해당한다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사용자 권한 관리 (DCL)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GRANT — 누구에게 · 어디에 · 무엇을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171825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171825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500438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500438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829050"/>
            <a:ext cx="8953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829050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USER 'parttime'@'localhost' IDENTIFIED BY 'pt_2026!';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GRANT SELECT ON daon.products TO 'parttime'@'localhost';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GRANT SELECT, INSERT, UPDATE ON daon.* TO 'manager'@'localhost';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GRANT ALL PRIVILEGES ON daon.* TO 'admin'@'localhost' WITH GRANT OPTION;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265985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48840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4884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'사용자'@'호스트'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쌍이 계정 하나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331708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314563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314563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테이블 하나 · SELECT 만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아르바이트 계정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364569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347424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347424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daon 전체 · DELETE 없음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매니저 계정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397430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380285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380285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WITH GRANT OPTION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받은 권한을 남에게 다시 부여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권한 최소화: 업무에 필요한 만큼만 — 실수 · 유출의 피해 범위를 계정 단위로 묶는다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사용자 권한 관리 (DCL)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컬럼 단위 권한 · 확인 · 회수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98678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35483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509092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21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GRANT SELECT (cust_id, name, grade) ON daon.customers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TO 'parttime'@'localhost';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 GRANTS FOR 'parttime'@'localhost';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REVOKE INSERT, UPDATE ON daon.* FROM 'manager'@'localhost';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REVOKE ALL PRIVILEGES, GRANT OPTION FROM 'admin'@'localhost';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FLUSH PRIVILEGES;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68000" y="286359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15650" y="269214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15650" y="269214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1–2행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컬럼 단위 권한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email · points 를 SELECT 하면 거부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80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156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156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준 것과 같은 범위로 회수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daon.* — SELECT 는 남는다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68000" y="451980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915650" y="434835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15650" y="434835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 번에 회수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권한과 재부여 권한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68000" y="525589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15650" y="508444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15650" y="50844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보통 필요 없다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GRANT/REVOKE 문은 즉시 반영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SHOW GRANTS 로 계정의 권한 목록 확인 · FLUSH PRIVILEGES 는 권한 테이블을 직접 고쳤을 때 다시 읽게 하는 명령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사용자 권한 관리 (DCL)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뷰 + 권한 — 민감한 고객 정보 보호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8264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986784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72287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72287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5090922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VIEW v_customer_basic AS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cust_id, name, grade, city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FROM   customers;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GRANT SELECT ON daon.v_customer_basic TO 'parttime'@'localhost';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* FROM v_customer_basic;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* FROM customers;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68000" y="30476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15650" y="28761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15650" y="28761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업무에 필요한 4개 컬럼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email · points 는 뷰 정의에 없다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156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156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원본 대신 뷰에만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뷰도 권한 대상이 된다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68000" y="488784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15650" y="471639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15650" y="471639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(O) 뷰 조회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권한 검사는 뷰 기준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68000" y="525589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15650" y="508444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15650" y="50844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(X) 원본 조회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ERROR 1142: SELECT command denied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계정 입장에서는 처음부터 그 컬럼이 존재하지 않는 것과 같다 — 뷰의 보안 장점과 GRANT 가 만나는 지점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사용자 권한 관리 (DCL)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롤(ROLE) — 권한을 역할로 묶기 (MySQL 8.0)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9525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354830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72287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72287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5458968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545896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6563106"/>
            <a:ext cx="89535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656310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21" name="deckgen:code"/>
          <p:cNvSpPr txBox="1"/>
          <p:nvPr/>
        </p:nvSpPr>
        <p:spPr>
          <a:xfrm>
            <a:off x="1885950" y="2514600"/>
            <a:ext cx="8610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ROLE 'role_read', 'role_write';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GRANT SELECT ON daon.* TO 'role_read';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GRANT INSERT, UPDATE, DELETE ON daon.* TO 'role_write';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GRANT 'role_read' TO 'parttime'@'localhost';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GRANT 'role_read', 'role_write' TO 'manager'@'localhost';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SET DEFAULT ROLE ALL TO 'manager'@'localhost';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REVOKE 'role_write' FROM 'manager'@'localhost';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DROP ROLE 'role_write';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68000" y="267957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915650" y="250812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15650" y="250812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430000" y="234315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430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658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58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30100" y="245745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역할 두 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로그인은 못 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68000" y="470382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915650" y="453237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15650" y="453237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430000" y="364807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658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58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230100" y="376237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6–7행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사람에게는 역할만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아르바이트 = 읽기 · 매니저 = 읽기+쓰기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68000" y="562394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915650" y="545249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15650" y="545249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0" y="4953000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30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658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58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230100" y="5067300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로그인 때 자동 활성화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없으면 SET ROLE 을 직접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68000" y="672807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15650" y="655662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15650" y="655662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1430000" y="6257925"/>
            <a:ext cx="5715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430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658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658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230100" y="6372225"/>
            <a:ext cx="4705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역할 자체 삭제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가진 모든 계정에서 권한이 사라진다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직원이 바뀌어도 역할만 붙이고 떼면 된다 — RBAC 구현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사용자 권한 관리 (DCL)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권한 범위 표기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권한 범위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43500" y="2781300"/>
            <a:ext cx="55626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3500" y="2781300"/>
            <a:ext cx="5562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3500" y="34480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8750" y="34480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*.*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데이터베이스의 모든 객체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데이터베이스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43500" y="41719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8750" y="41719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daon.*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daon 안의 모든 테이블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테이블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43500" y="48958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38750" y="48958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daon.customers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특정 테이블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컬럼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43500" y="56197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8750" y="56197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(name, grade)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특정 컬럼만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범위는 좁을수록 안전하다 — 테이블 · 컬럼 단위까지 나눌 수 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339215"/>
          </a:xfrm>
          <a:prstGeom prst="roundRect">
            <a:avLst>
              <a:gd name="adj" fmla="val 4267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7677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customers.joined_date에 인덱스가 있을 때, 인덱스를 사용할 수 없게 만드는 조건은?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3486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4977765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09206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63486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name LIKE '김%'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63486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4977765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09206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63486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joined_date &gt;= '2025-01-01'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06361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06515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2081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06361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YEAR(joined_date) = 2025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063615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06515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20815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063615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grade = 'VIP'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WHERE YEAR(joined_date) = 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인덱스 컬럼에 함수를 적용하면 인덱스를 사용할 수 없습니다. YEAR(joined_date) = 2025 대신 joined_date BETWEEN '2025-01-01' AND '2025-12-31' 같은 범위 조건으로 바꿔 작성해야 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뷰는 저장 공간이 없는 가상 테이블, 독립 인덱스를 못 만든다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 · GROUP BY · DISTINCT · UNION 이 든 뷰는 갱신 불가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인덱스는 읽기를 빠르게, 쓰기를 느리게 — 카디널리티 높은 컬럼에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 적용 · 앞쪽 % LIKE · 선행 컬럼 누락이면 인덱스를 못 쓴다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EXPLAIN 의 type=ALL 과 key=NULL 은 전체 테이블 스캔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권한은 필요한 최소한만 — 민감 컬럼은 뷰 + 뷰에만 GRANT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조회 계정에는 SELECT 만, 반복되는 경영 규칙은 뷰에 고정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주차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11주차 · 설계와 정규화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설계 절차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요구분석 → 개념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→ 논리 → 물리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E-R 모델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ERD 작성법과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1:N · M:N 변환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이상 현상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함수적 종속으로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진단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정규화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1NF → 2NF → 3NF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다온유통 스키마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10주차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10주차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만든 뷰 · 인덱스 · 계정을 다온유통 실습 DB에서 확인해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 리포트 뷰와 WITH CHECK OPTION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인덱스를 못 타는 다섯 패턴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EXPLAIN 으로 실행 계획 읽기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GRANT · REVOKE · ROLE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10주차 실습 문제 · 퀴즈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