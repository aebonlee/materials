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5-3 · Iceberg · MinIO 연결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멈춤 · 9000·9001 · 재설정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MinIO 가 9000 · 9001 을 잡으면 오늘 MinIO 가 못 뜬다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5-2 파일(docker-compose.yml)이 없거나 바뀌어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이미지는 없다 — 대신 실습 중 jar 316MB 를 인터넷에서 받는다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점검(1~3단계)은 멈추기 · 확인만 · 재설정(5단계)은 처음부터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컨테이너는 지우지 않는다 — 4주차 결과물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5-2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· ps -a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셋 Exited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4주차 멈춤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stop 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지우지 않음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네 포트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9000 · 9001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8080 · 7077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오늘 만들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환경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할 때만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5-2 클러스터가 남아 있는지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~/data-eng/week5 &amp;&amp; 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docker-compose.yml · first_job.py 두 파일이 보이면 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-a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spark-master · week5-spark-worker-1 · 2 가 Exited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파일이 없으면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5-2 구축 2단계 히어독(cat &gt; docker-compose.yml)으로 다시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5-2 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으로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멈춘 상태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컨테이너를 멈춰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 2&gt;/dev/null &amp;&amp; docker compose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다섯이 Stopped — 이미 멈춰 있어도 똑같이 찍힌다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--format 'table {{.Names}}\t{{.Status}}'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 줄만 나오면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~/lakehouse 가 없으면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줄은 아무것도 하지 않고 넘어간다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멈추나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MinIO 와 오늘 MinIO 가 같은 9000 · 9001 을 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멈춤만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지우지 않음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도커 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포트 — 먼저 도커 안을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포트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5562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 쓰는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34480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34480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붙이는 MinIO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MinIO 와 겹침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9001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콘솔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44100" y="41719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9350" y="41719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localhost:9001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MinIO 와 겹침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48958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48958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5-2 spark-master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7077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접수 창구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44100" y="56197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39350" y="56197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5-2 spark-master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docker ps … | grep -E 'NAMES|9000|9001|8080|7077' — 제목 줄만이면 도커 쪽은 비어 있음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도커 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포트를 쓰는 다른 프로그램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netstat -ano | findstr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LISTENING 없으면 비어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macOS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 -nP -iTCP:9000 …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없으면 비어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 | grep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docker-proxy 면 컨테이너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 는 이 한 줄만 PowerShell 에서 · PID 는 작업 관리자 → 세부 정보 · macOS 의 com.docker 는 컨테이너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서비스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spark-minio-data 볼륨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연결 1단계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 &gt;&gt;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5-4 · 5-5 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 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warehouse 버킷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연결 2단계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(볼륨 안)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lake-pyspark.sh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연결 3단계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5-4 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파일로 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jar 4개 316MB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 안 /tmp/.ivy2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연결 3단계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실행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stop 뒤 남음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하면 다시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lake.db.orders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warehouse/lake/db/…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63436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63436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2단계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순서 — cat &gt;&gt; → up -d → mc mb warehouse → bash lake-pyspark.sh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수업 전 10분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실습만 처음부터 다시 할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오늘의 작업 폴더로 들어간다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down -v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· 네트워크 · spark-minio-data 볼륨이 Removed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-f lake-pyspark.sh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만든 셸 스크립트만 지운다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-c spark-minio docker-compose.yml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→ 실습 1단계부터 · 1 → 5-2 히어독으로 파일부터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down -v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 · jar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함께 사라짐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에 두 파일, ps -a 에 셋 Exited — 5-2 클러스터가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가 제목 줄만 — 4주차 다섯은 멈춤, 지우지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9000 · 9001 · 8080 · 7077 을 잡은 것이 도커 안에도 밖에도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pgsty/minio:latest 216MB 가 있다 — MinIO 는 실습 시간에 붙인다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막히면 그 단계 아래 「막혔어요」 · 「질문」을 눌러 주세요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5-3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레이크하우스와 Spark 연동 구조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점검을 마쳤으니 라이브러리가 왜 둘이고 설정이 왜 여러 줄인지부터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커넥터 — 스토리지에 닿는 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라이브러리가 둘인가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 세 덩어리가 하는 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