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9/17(목)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 기본 태그로 HTML 문서 작성 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340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[온라인 : 실시간 Zoom] 시맨틱 태그 활용 및 구조화 연습, 웹 접근성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시맨틱 태그로 페이지 뼈대를 세우고 div와의 차이를 설명할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section과 article을 상황에 맞게 골라 쓸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 접근성이 왜 법적·실무적으로 중요한지 설명할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HTML만으로 지킬 수 있는 접근성 다섯 가지를 적용할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Tab 키만으로 페이지를 점검할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시맨틱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48241" y="2781300"/>
            <a:ext cx="193324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48241" y="2781300"/>
            <a:ext cx="193324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header/nav/main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76736" y="2781300"/>
            <a:ext cx="1703722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76736" y="2781300"/>
            <a:ext cx="1703722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section/article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75708" y="2781300"/>
            <a:ext cx="1115279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5708" y="2781300"/>
            <a:ext cx="1115279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div/span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237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237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접근성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478" y="2781300"/>
            <a:ext cx="83500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1478" y="2781300"/>
            <a:ext cx="83500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POUR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들어가며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주차는 [온라인 : LMS]로 진행합니다.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실시간 수업이 아니며, 학교 LMS에서 영상을 수강하고 이 사이트의 강의와 실습을 함께 진행합니다.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안내 내역을 반복 학습할 수 있도록 온라인으로 운영합니다.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시맨틱 태그 — 의미가 있는 뼈대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&lt;div&gt; 는 아무 의미가 없는 상자입니다.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시맨틱 태그 — 의미가 있는 뼈대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화면에는 똑같이 보이지만, &lt;header&gt; 라고 쓰면 브라우저·검색엔진·화면낭독기가 "여기가 머리말이구나" 를 알게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이것이 시맨틱(semantic, 의미론적) 마크업입니다.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페이지의 시맨틱 뼈대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&lt;body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&lt;header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내 사이트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&lt;nav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&lt;ul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"#about"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소개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"#work"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작업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&lt;/ul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&lt;/nav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&lt;/header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&lt;main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 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이 페이지의 핵심 내용. 페이지에 하나 --&gt;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&lt;section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"about"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소개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...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페이지의 시맨틱 뼈대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&lt;/section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&lt;article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그것만 떼어 내도 말이 되는 덩어리 --&gt;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블로그 글 제목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...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&lt;/article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&lt;/main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&lt;aside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부가 정보 (사이드바)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&lt;/aside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&lt;footer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© 2026 김한신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&lt;/footer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&lt;/body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시맨틱 태그 — 의미가 있는 뼈대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태그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0" y="2781300"/>
            <a:ext cx="61849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0" y="2781300"/>
            <a:ext cx="6184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66500" y="2781300"/>
            <a:ext cx="57785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66500" y="2781300"/>
            <a:ext cx="5778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&lt;header&gt;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3500" y="3448050"/>
            <a:ext cx="6184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8750" y="3448050"/>
            <a:ext cx="5994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머리말 — 로고·제목·내비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66500" y="3448050"/>
            <a:ext cx="5778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61750" y="3448050"/>
            <a:ext cx="5588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개 가능(섹션마다)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&lt;nav&gt;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0" y="4171950"/>
            <a:ext cx="6184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750" y="4171950"/>
            <a:ext cx="5994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주요 내비게이션 링크 묶음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66500" y="4171950"/>
            <a:ext cx="5778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61750" y="4171950"/>
            <a:ext cx="5588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개 가능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&lt;main&gt;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0" y="4895850"/>
            <a:ext cx="6184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8750" y="4895850"/>
            <a:ext cx="5994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페이지의 핵심 내용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66500" y="4895850"/>
            <a:ext cx="5778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61750" y="4895850"/>
            <a:ext cx="5588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페이지에 하나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&lt;section&gt;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43500" y="5619750"/>
            <a:ext cx="6184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8750" y="5619750"/>
            <a:ext cx="5994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제목을 가진 주제별 묶음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66500" y="5619750"/>
            <a:ext cx="5778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61750" y="5619750"/>
            <a:ext cx="5588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시맨틱 태그 — 의미가 있는 뼈대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02315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0231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태그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83415" y="2781300"/>
            <a:ext cx="7510013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83415" y="2781300"/>
            <a:ext cx="751001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31528" y="2781300"/>
            <a:ext cx="2113472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31528" y="2781300"/>
            <a:ext cx="211347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30231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1118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&lt;article&gt;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3415" y="3448050"/>
            <a:ext cx="751001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8665" y="3448050"/>
            <a:ext cx="731951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독립적으로 배포 가능한 덩어리(글·상품 카드)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31528" y="3448050"/>
            <a:ext cx="211347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126778" y="3448050"/>
            <a:ext cx="192297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30231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1118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&lt;aside&gt;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83415" y="4171950"/>
            <a:ext cx="751001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78665" y="4171950"/>
            <a:ext cx="731951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본문 옆 부가 정보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31528" y="4171950"/>
            <a:ext cx="211347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126778" y="4171950"/>
            <a:ext cx="192297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30231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1118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&lt;footer&gt;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83415" y="4895850"/>
            <a:ext cx="751001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78665" y="4895850"/>
            <a:ext cx="731951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바닥글 — 저작권·연락처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031528" y="4895850"/>
            <a:ext cx="211347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126778" y="4895850"/>
            <a:ext cx="192297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개 가능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30231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61118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&lt;figure&gt; &lt;figcaption&gt;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83415" y="5619750"/>
            <a:ext cx="751001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78665" y="5619750"/>
            <a:ext cx="731951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그림 + 그림 설명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031528" y="5619750"/>
            <a:ext cx="211347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126778" y="5619750"/>
            <a:ext cx="192297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section과 article, 언제 무엇을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&lt;article&gt;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떼어 내서 다른 데 붙여도 말이 되는가? 블로그 글, 뉴스 기사, 상품 카드, 댓글 하나.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&lt;section&gt;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 안의 한 챕터인가? "회사 소개", "주요 기능" 같은 주제 묶음.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둘 다 아니면 &lt;div&gt;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순전히 CSS로 묶기 위한 상자라면 div가 맞습니다. 억지로 시맨틱 태그를 쓰지 마세요.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section과 article, 언제 무엇을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&lt;section&gt; 에는 제목(h2 등)이 있어야 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제목 없는 section은 사실 div입니다.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"제목을 붙일 수 있는가"가 좋은 판별 기준입니다.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의미 없이 묶을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div — 블록(줄 전체를 차지)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&lt;div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"card"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&lt;h3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제목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&lt;/h3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내용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&lt;/div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span — 인라인(글자 흐름 안에)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가격은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&lt;span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"price"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15,000원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&lt;/span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입니다.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 접근성 — 모두가 쓸 수 있는 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접근성(Web Accessibility)은 장애가 있어도, 나이가 많아도, 마우스가 고장 났어도 웹을 쓸 수 있게 만드는 것입니다.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 접근성 — 모두가 쓸 수 있는 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특별한 배려가 아니라 기본 품질입니다.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한국에서는 「장애인차별금지법」에 따라 공공기관과 일정 규모 이상 민간 웹사이트에 접근성 준수 의무가 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실무에서 접근성을 모르면 만든 사이트를 통째로 다시 고쳐야 하는 일이 생깁니다.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HTML만으로 지킬 수 있는 접근성 다섯 가지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&lt;img&gt; 에 의미 있는 alt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장식이면 alt="".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제목 계층(h1→h2→h3)을 건너뛰지 않기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화면낭독기 사용자는 제목만 훑어 이동합니다.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&lt;label&gt; 과 &lt;input&gt; 연결하기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폼에서 가장 중요합니다.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의미에 맞는 태그 쓰기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누르는 것은 &lt;div onclick&gt; 이 아니라 &lt;button&gt;. button은 Tab으로 잡히고 Enter로 눌립니다.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&lt;html lang="ko"&gt;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언어로 읽을지 정해 줍니다.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지금 바로 해 볼 수 있는 점검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마우스를 치우고 Tab 키만으로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페이지를 끝까지 훑어 보세요. 링크와 버튼이 순서대로 잡히나요? 어디서 막히나요?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지금 어디에 초점이 있는지 눈에 보이나요?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보이면 CSS에서 outline: none 을 지운 것입니다 — 절대 지우면 안 되는 것입니다.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크롬 개발자도구의 Lighthouse 탭에서 Accessibility 점수를 실제로 재 보세요.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지금 바로 해 볼 수 있는 점검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접근성을 잘 지킨 사이트는 검색엔진 순위도 올라갑니다.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구글의 크롤러도 결국 눈이 없는 사용자이기 때문입니다.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접근성과 SEO는 같은 방향을 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시간의 실습 2개 — 학습사이트의 코드 실습장에서 직접 치고 실행합니다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· 응용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HTML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시맨틱 태그만으로 한 페이지의 뼈대를 세우세요. header(제목 + nav), main(section 2개), footer가 들어가야 하고, 각 section에는 h2 제목이 있어야 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main은 페이지에 하나뿐입니다. nav 안의 링크는 ul로 묶습니다.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모범답안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&lt;header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김한신의 포트폴리오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&lt;nav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&lt;ul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"#about"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소개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"#work"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작업물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&lt;/ul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&lt;/nav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&lt;/header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&lt;main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&lt;section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"about"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소개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모범답안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30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웹을 배우는 AI·SW계열 1학년입니다.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&lt;/section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&lt;section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"work"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작업물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이번 학기에 만든 페이지들입니다.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&lt;/section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&lt;/main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&lt;footer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© 2026 김한신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&lt;/footer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· 심화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HTML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접근성이 나쁜 아래 코드를 고치세요. 문제는 4개입니다 — img에 alt가 없고, label이 연결되지 않았고, 누르는 것이 div이며, 제목 계층이 h1에서 h3으로 건너뜁니다.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div onclick 대신 button을 쓰면 Tab으로 잡히고 Enter로도 눌립니다. 그것만으로 키보드 사용자에게…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문의하기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연락처를 남겨 주세요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&lt;img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"https://picsum.photos/200/100"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alt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"문의 안내 배너"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&lt;label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"mail"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이메일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&lt;/label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"email"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"mail"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required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&lt;button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"button"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onclick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"send()"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보내기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&lt;/button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3주차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3주차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 기본 태그로 HTML 문서 작성 ② — 이 시간에 다룬 것을 학습사이트에서 다시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3340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주차 페이지의 절마다 「이해했어요 · 실습했어요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2개를 실습장에서 「확인」 까지 — 「실습했어요」 체크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3627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퀴즈 2 「퀴즈 2 — 시맨틱 태그와 구조화」 응시 (성적 미반영 · 학습 확인용)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또는 패들릿에 — 30분 넘게 혼자 막혀 있지 않기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4주차 · 이미지 삽입 및 테이블 작성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