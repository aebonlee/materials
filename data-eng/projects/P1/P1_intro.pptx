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P1 · 개별 · 코랩 · 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아파트 실거래가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구가 평당 얼마인가, 어제 기준은?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평당가가 가장 높은 구와 가장 낮은 구, 그 차이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60㎡ 이하 · 60~85㎡ · 85㎡ 초과 평형별 건수와 평균 금액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번째 적재 뒤에도 첫 적재 시점의 테이블을 다시 꺼내는 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3주차 Iceberg · 5주차 Spark · 7~8주차 Streamlit 으로 한 바퀴를 돕니다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P1 · 개별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국토교통부가 공개하는 실거래 신고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 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공공데이터포털 15126469 OpenAPI(인증키)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 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433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433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 열린데이터광장 OA-21275 스냅샷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3870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3870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계약일 2026년 6~9월(10-28 내려받음)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53402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53402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35,610행 · 21개 열 — 아파트 19,102건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2293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2293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는 XML · 스냅샷은 CSV(CP949)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9246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9246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제한 없음 · 스냅샷 공공누리 1유형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키가 없으면 수집을 건너뛰고 스냅샷 CSV 로 진행한다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P1 · 개별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적재하고 어제로 돌아가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API · 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해제 거래 빼기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Iceberg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 ① · ②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 × 월 × 평형 마트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Streamlit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스냅샷 골라 보기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Iceberg 는 적재할 때마다 스냅샷을 남긴다 — 그것이 타임트래블의 근거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P1 · 개별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수집 · 정제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 없이 불러 403 보기, 아파트만 · 해제 533건 빼기, 평형 · 평당가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4~5. 1차 적재 · 집계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6~8월 Iceberg 적재, Spark 로 구별 중앙값, 마트 225행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6~7. 2차 적재 · 타임트래블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9월 덧붙이기 · 마트 덮어쓰기, 스냅샷 번호와 시각으로 어제 읽기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8~9. 대시보드 · 더 해 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Streamlit 앱을 AppTest 로 검사, 스냅샷 라디오로 어제 기준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P1 · 개별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번 실패하고 이유를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 본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배울 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가짜 키로 API 부르기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 403 · XML 오류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params= 에 디코딩된 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금액을 글자로 append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스키마가 달라 거절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잘못된 파일이 안 섞인다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열(pric)로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전에 막힘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비슷한 이름을 알려 준다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스냅샷 번호로 읽기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정리한 만큼 못 돌아간다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P1 · 개별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4861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4861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 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34861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34861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18,569건(해제 533건 제외)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4767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4767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1차 적재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44767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44767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14,928행(6~8월) · 마트 225행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4673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4673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평당가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54673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54673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1위 강남구 12,466만원 · 꼴찌 도봉구 2,520만원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579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64579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2차 적재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64579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64579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18,569행 · 마트 300행, 어제 스냅샷은 그대로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P1 · 개별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P1 · 개별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P1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스냅샷 하나로 「어제 본 숫자」를 그대로 재현했습니다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키로 25개 구 × 넉 달을 모아 스냅샷과 비교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늦게 들어온 해제 신고를 delete 로 처리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건축년도 구간 필터 붙이기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P2 날씨 × 따릉이 수요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