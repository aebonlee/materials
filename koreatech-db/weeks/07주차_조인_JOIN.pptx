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(JOIN)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 · OUTER · SELF · CROSS JOIN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조인의 필요성과 카티전 곱의 개념을 이해한다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 JOIN으로 고객–주문–상품을 연결해 조회한다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LEFT/RIGHT의 차이를 알고 주문 없는 고객을 찾는다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SELF JOIN으로 직원–상급자 관계를 조회한다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조건 누락으로 생긴 카티전 곱 오류를 진단한다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「누가 무엇을 얼마나 샀는가」 — 경영의 기본 질문은 전부 조인으로 답합니다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조인의 개념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JOIN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7912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7912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9150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9912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9626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OUTER JOIN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43434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43434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63100" y="44672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45434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10800" y="45148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SELF JOIN과 CROSS JOIN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506730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506730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519112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526732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523875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결과 행 수 이해하기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조인의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나뉜 테이블을 공통 컬럼으로 잇는다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477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9906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2882646"/>
            <a:ext cx="9906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18738"/>
            <a:ext cx="9906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354830"/>
            <a:ext cx="9906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9563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order_id, cust_id, order_date FROM orders;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1001 | C001 | 2026-01-10     ← C001이 누구인지 알 수 없다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o.order_id, c.name, o.order_date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o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customers c ON o.cust_id = c.cust_id;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1001 | 한가람 | 2026-01-10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20500" y="286359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68150" y="269214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68150" y="269214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382500" y="2343150"/>
            <a:ext cx="4762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3825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6111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6111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82600" y="2457450"/>
            <a:ext cx="3752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1–2행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없이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고객이 「번호」로만 보인다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6205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681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681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382500" y="4083050"/>
            <a:ext cx="4762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3825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6111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6111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82600" y="4197350"/>
            <a:ext cx="3752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별칭으로 출처를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o.는 orders, c.는 customers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6205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681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8681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382500" y="5822950"/>
            <a:ext cx="4762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3825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6111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6111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182600" y="5937250"/>
            <a:ext cx="3752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외래키 = 기본키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주문의 고객번호 = 고객의 고객번호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정규화된 DB는 정보가 여러 테이블에 나뉘어 있다 — 조인은 주로 기본키–외래키 관계로 다시 잇는다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1.1 조인의 종류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여섯 가지 조인 한눈에 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71628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7162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64340" y="2781300"/>
            <a:ext cx="5280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JOIN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모두에 매칭되는 행만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64340" y="3448050"/>
            <a:ext cx="52806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59590" y="3448050"/>
            <a:ext cx="50901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일반적인 조인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70350"/>
            <a:ext cx="34823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70350"/>
            <a:ext cx="32918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 OUTER JOIN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0703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0703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전체 + 매칭되는 오른쪽 (없으면 NULL)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64340" y="4070350"/>
            <a:ext cx="52806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59590" y="4070350"/>
            <a:ext cx="50901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주문하지 않은 고객까지 포함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92650"/>
            <a:ext cx="34823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92650"/>
            <a:ext cx="32918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RIGHT OUTER JOIN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6926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6926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전체 + 매칭되는 왼쪽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64340" y="4692650"/>
            <a:ext cx="52806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959590" y="4692650"/>
            <a:ext cx="50901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순서를 바꾼 LEFT와 동일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314950"/>
            <a:ext cx="34823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314950"/>
            <a:ext cx="32918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FULL OUTER JOIN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3149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3149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전체 (MySQL 미지원 → UNION으로 구현)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864340" y="5314950"/>
            <a:ext cx="52806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959590" y="5314950"/>
            <a:ext cx="50901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 누락 데이터 모두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937250"/>
            <a:ext cx="34823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937250"/>
            <a:ext cx="32918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CROSS JOIN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59372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59372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모든 조합 (카티전 곱)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64340" y="5937250"/>
            <a:ext cx="52806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959590" y="5937250"/>
            <a:ext cx="50901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조합 생성, 더미 데이터 만들기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559550"/>
            <a:ext cx="3482340" cy="546100"/>
          </a:xfrm>
          <a:prstGeom prst="roundRect">
            <a:avLst>
              <a:gd name="adj" fmla="val 697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559550"/>
            <a:ext cx="329184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SELF JOIN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559550"/>
            <a:ext cx="716280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559550"/>
            <a:ext cx="69723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테이블을 자기 자신과 조인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864340" y="6559550"/>
            <a:ext cx="5280660" cy="54610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959590" y="6559550"/>
            <a:ext cx="509016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계층 구조(직원–상급자) 탐색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다온유통의 고객·주문·상품·직원 정보는 전부 다른 테이블에 있다 — 조인 없이는 매출 보고서도 없다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양쪽 모두에 짝이 있는 행만 남는다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810500" cy="533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표준 문법 (권장) — INNER는 생략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3712464"/>
            <a:ext cx="72771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371246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o.order_id, c.name, o.status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   o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INNER  JOIN customers c ON o.cust_id = c.cust_id;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INNER 키워드는 생략 가능 → JOIN 만 써도 INNER JOIN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2343150"/>
            <a:ext cx="7810500" cy="533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40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구식 문법 (WHERE 조인) — 권장하지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45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67900" y="3712464"/>
            <a:ext cx="72771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67900" y="371246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93345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00203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o.order_id, c.name, o.status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o, customers c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o.cust_id = c.cust_id;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쉼표로 나열하면 일단 모든 조합이 만들어진다 — WHERE 줄을 빠뜨리면 150행이 나온다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INNER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 조건을 쓰는 네 가지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쓰는 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기억할 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ON (기본형)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46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30984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INNER JOIN customers c ON o.cust_id = c.cust_id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어떤 열끼리 잇는지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671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8671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8671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생략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9433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41271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customers c ON o.cust_id = c.cust_id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8671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JOIN만 써도 INNER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8958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8958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8958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9720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51558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orders o JOIN customers c USING (cust_id)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8958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 이름이 같을 때만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92455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5924550"/>
            <a:ext cx="571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5924550"/>
            <a:ext cx="34671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NATURAL JOIN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6000750"/>
            <a:ext cx="7543800" cy="762000"/>
          </a:xfrm>
          <a:prstGeom prst="roundRect">
            <a:avLst>
              <a:gd name="adj" fmla="val 1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6184582"/>
            <a:ext cx="7239000" cy="4324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* FROM orders NATURAL JOIN customers;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5924550"/>
            <a:ext cx="38100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비권장 — 조인 열이 숨는다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customers.name과 products.name처럼 같은 이름의 열은 「테이블별칭.컬럼명」으로 — 안 하면 Column is ambiguous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2.1 3개 이상의 테이블 조인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명세 — 주문·고객·상세·상품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882646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88264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722876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090922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458968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827014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14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9182100" cy="5181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     AS 주문번호,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c.name         AS 고객,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p.name         AS 상품,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i.qty          AS 수량,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i.unit_price   AS 단가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     o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customers   c ON o.cust_id  = c.cust_id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order_items i ON o.order_id = i.order_id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products    p ON i.prod_id  = p.prod_id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o.order_id = 1001;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/*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1001 | 한가람 | 무선 전기포트    | 1 | 42000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1001 | 한가람 | 유기농 원두 500g | 2 | 18500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*/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239500" y="32316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87150" y="30601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87150" y="30601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001500" y="2343150"/>
            <a:ext cx="5143500" cy="998220"/>
          </a:xfrm>
          <a:prstGeom prst="roundRect">
            <a:avLst>
              <a:gd name="adj" fmla="val 572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001500" y="2343150"/>
            <a:ext cx="57150" cy="99822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230100" y="265176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230100" y="265176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0" y="2457450"/>
            <a:ext cx="413385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2–3행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이름이 같은 두 열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c.name·p.name — 별칭 필수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395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871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871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001500" y="3474720"/>
            <a:ext cx="5143500" cy="998220"/>
          </a:xfrm>
          <a:prstGeom prst="roundRect">
            <a:avLst>
              <a:gd name="adj" fmla="val 572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001500" y="3474720"/>
            <a:ext cx="57150" cy="99822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230100" y="378333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230100" y="378333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0" y="3589020"/>
            <a:ext cx="413385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→ 고객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2395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4871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871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001500" y="4606290"/>
            <a:ext cx="5143500" cy="998220"/>
          </a:xfrm>
          <a:prstGeom prst="roundRect">
            <a:avLst>
              <a:gd name="adj" fmla="val 572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001500" y="4606290"/>
            <a:ext cx="57150" cy="99822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230100" y="491490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230100" y="49149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0" y="4720590"/>
            <a:ext cx="413385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→ 주문상세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1건 : 상세 N건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239500" y="562394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487150" y="545249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87150" y="545249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2001500" y="5737860"/>
            <a:ext cx="5143500" cy="998220"/>
          </a:xfrm>
          <a:prstGeom prst="roundRect">
            <a:avLst>
              <a:gd name="adj" fmla="val 572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01500" y="5737860"/>
            <a:ext cx="57150" cy="99822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230100" y="604647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230100" y="604647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801600" y="5852160"/>
            <a:ext cx="413385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상세 → 상품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239500" y="599198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487150" y="582053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87150" y="582053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2001500" y="6869430"/>
            <a:ext cx="5143500" cy="998220"/>
          </a:xfrm>
          <a:prstGeom prst="roundRect">
            <a:avLst>
              <a:gd name="adj" fmla="val 572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001500" y="6869430"/>
            <a:ext cx="57150" cy="99822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2230100" y="7178040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2230100" y="717804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801600" y="6983730"/>
            <a:ext cx="4133850" cy="7696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5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조건은 WHERE</a:t>
            </a:r>
          </a:p>
          <a:p>
            <a:pPr>
              <a:lnSpc>
                <a:spcPct val="130000"/>
              </a:lnSpc>
            </a:pPr>
            <a:r>
              <a:rPr sz="13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조인이 끝난 결과에서 1001번만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2.2 조인 +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주문별 결제 금액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50692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986784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354830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722876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c.name                    AS 고객,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SUM(i.qty * i.unit_price) AS 결제금액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o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customers   c ON o.cust_id  = c.cust_id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order_items i ON o.order_id = i.order_id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GROUP  BY o.order_id, c.name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ORDER  BY o.order_id;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395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871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871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01500" y="234315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2301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301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0" y="245745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수량 × 단가를 합산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상세 행마다 계산해 주문별로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95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871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871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01500" y="364807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0015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2301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2301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0" y="376237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이름을 붙이기 위한 조인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9500" y="451980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87150" y="434835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87150" y="434835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01500" y="495300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301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301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0" y="506730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금액에 필요한 상세 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239500" y="488784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487150" y="471639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87150" y="471639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001500" y="625792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20015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2301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2301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801600" y="637222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비집계 열은 모두 GROUP BY에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ONLY_FULL_GROUP_BY (6주차)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조인으로 표를 합친 뒤 GROUP BY로 주문별 합계를 구한다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3.1 LEFT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주문하지 않은 고객까지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658100" cy="533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INNER JOIN — 주문 이력이 있는 고객만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6581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3344418"/>
            <a:ext cx="71247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3344418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8199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c.name, o.order_id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 JOIN orders o ON c.cust_id = o.cust_id;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주문이 없는 고객(서지안)은 결과에서 사라진다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86900" y="2343150"/>
            <a:ext cx="7658100" cy="533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6450" y="234315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LEFT JOIN — 모든 고객, 주문이 없으면 NULL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86900" y="2876550"/>
            <a:ext cx="76581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69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0300" y="3659886"/>
            <a:ext cx="71247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20300" y="365988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20300" y="5237226"/>
            <a:ext cx="7124700" cy="315468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20300" y="5237226"/>
            <a:ext cx="47625" cy="315468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94869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483"/>
              </a:lnSpc>
            </a:pPr>
            <a:r>
              <a:rPr sz="18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0172700" y="3028950"/>
            <a:ext cx="68199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c.name, o.order_id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LEFT   JOIN orders o ON c.cust_id = o.cust_id;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/*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한가람 | 1001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한가람 | 1004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...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서지안 | NULL</a:t>
            </a:r>
          </a:p>
          <a:p>
            <a:pPr algn="l">
              <a:lnSpc>
                <a:spcPts val="2483"/>
              </a:lnSpc>
            </a:pPr>
            <a:r>
              <a:rPr sz="18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*/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53500" y="4714875"/>
            <a:ext cx="381000" cy="34290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LEFT JOIN: 왼쪽(FROM) 테이블은 전부 남기고, 오른쪽에 짝이 없으면 NULL로 채운다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3.1 LEFT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안티 조인 — 「매칭되지 않는 행」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250692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618738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5458968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5827014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c.cust_id, c.name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LEFT   JOIN orders o ON c.cust_id = o.cust_id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o.order_id IS NULL;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C010 | 서지안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p.prod_id, p.name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products p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LEFT   JOIN order_items i ON p.prod_id = i.prod_id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i.order_id IS NULL;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P010 | A5 스프링 노트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2395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871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871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01500" y="23431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001500" y="23431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230100" y="29559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230100" y="29559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0" y="24574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모든 고객에 주문을 붙이고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395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871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871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001500" y="40830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001500" y="40830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22301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2301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0" y="41973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NULL이 된 고객만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이탈 방지 캠페인 대상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239500" y="580796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87150" y="563651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87150" y="563651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001500" y="5822950"/>
            <a:ext cx="5143500" cy="1606550"/>
          </a:xfrm>
          <a:prstGeom prst="roundRect">
            <a:avLst>
              <a:gd name="adj" fmla="val 35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001500" y="5822950"/>
            <a:ext cx="57150" cy="1606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2230100" y="64357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30100" y="64357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0" y="5937250"/>
            <a:ext cx="4133850" cy="137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9–10행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주문된 적 없는 상품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정리 후보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LEFT JOIN + WHERE 오른쪽컬럼 IS NULL — NOT EXISTS, NOT IN으로도 같은 결과(9주차)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3.2 OUTER JOIN에서 조건의 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조건, ON에 두느냐 WHERE에 두느냐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810500" cy="533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① ON 절에 조건 — 고객 10명은 모두 남는다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4014788"/>
            <a:ext cx="72771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401478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c.name, o.order_id, o.status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LEFT   JOIN orders o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ON c.cust_id = o.cust_id AND o.status = '배송완료';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배송완료가 아닌 주문은 NULL 처리되지만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고객 10명은 모두 표시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2343150"/>
            <a:ext cx="7810500" cy="5334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40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✗  ② WHERE 절에 조건 — INNER JOIN처럼 동작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45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67900" y="4014788"/>
            <a:ext cx="72771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67900" y="4014788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93345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00203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c.name, o.order_id, o.status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LEFT   JOIN orders o ON c.cust_id = o.cust_id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WHERE  o.status = '배송완료';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NULL 행이 조건에서 탈락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→ 배송완료 주문이 있는 고객만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NULL = '배송완료'는 참이 아니다 — 오른쪽 테이블의 조건은 ON에 두어야 바깥 조인의 의미가 유지된다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3.3 RIGHT JOIN과 FULL OUTER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RIGHT는 LEFT의 자리 바꾸기, FULL은 UNION으로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14300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3171825"/>
            <a:ext cx="10858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317182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4157662"/>
            <a:ext cx="10858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4157662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4486275"/>
            <a:ext cx="10858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4486275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814887"/>
            <a:ext cx="10858500" cy="328612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814887"/>
            <a:ext cx="47625" cy="328612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587"/>
              </a:lnSpc>
            </a:pPr>
            <a:r>
              <a:rPr sz="1875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105156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o.order_id, c.name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o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RIGHT  JOIN customers c ON o.cust_id = c.cust_id;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동일한 결과:  FROM customers c LEFT JOIN orders o ON ...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/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c.name, o.order_id FROM customers c LEFT  JOIN orders o ON c.cust_id = o.cust_id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UNION</a:t>
            </a:r>
          </a:p>
          <a:p>
            <a:pPr algn="l">
              <a:lnSpc>
                <a:spcPts val="2587"/>
              </a:lnSpc>
            </a:pPr>
            <a:r>
              <a:rPr sz="1875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c.name, o.order_id FROM customers c RIGHT JOIN orders o ON c.cust_id = o.cust_id;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573000" y="331708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820650" y="314563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20650" y="314563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335000" y="2343150"/>
            <a:ext cx="3810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33350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636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5636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35100" y="2457450"/>
            <a:ext cx="2800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오른쪽이 기준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실무는 LEFT로 통일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573000" y="4302919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820650" y="4131469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20650" y="4131469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335000" y="3648075"/>
            <a:ext cx="3810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3350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5636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636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35100" y="3762375"/>
            <a:ext cx="2800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왼쪽 전체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2573000" y="463153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2820650" y="446008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20650" y="446008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335000" y="4953000"/>
            <a:ext cx="3810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3350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5636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35636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35100" y="5067300"/>
            <a:ext cx="2800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합치고 중복 제거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573000" y="496014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2820650" y="478869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820650" y="478869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3335000" y="6257925"/>
            <a:ext cx="38100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3350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5636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5636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35100" y="6372225"/>
            <a:ext cx="28003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오른쪽 전체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MySQL은 FULL OUTER JOIN을 지원하지 않는다 — LEFT 결과와 RIGHT 결과를 UNION으로 합친다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4.1 SELF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테이블을 두 번 — 직원과 상급자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0096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86784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722876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722876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090922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458968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45896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14500" y="5827014"/>
            <a:ext cx="9525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10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11</a:t>
            </a:r>
          </a:p>
        </p:txBody>
      </p:sp>
      <p:sp>
        <p:nvSpPr>
          <p:cNvPr id="25" name="deckgen:code"/>
          <p:cNvSpPr txBox="1"/>
          <p:nvPr/>
        </p:nvSpPr>
        <p:spPr>
          <a:xfrm>
            <a:off x="1885950" y="2514600"/>
            <a:ext cx="9182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e.name  AS 직원,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e.position AS 직급,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m.name  AS 상급자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 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employees m ON e.manager_id = m.emp_id;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/*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이지은 | 대리 | 김성호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박준영 | 사원 | 김성호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정다은 | 사원 | 최민서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윤서준 | 사원 | 강태윤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*/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2395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4871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871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001500" y="234315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0015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2301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2301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0" y="245745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 = 직원 역할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2395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871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871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001500" y="364807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0015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2301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2301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0" y="376237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 = 상급자 역할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395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4871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871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001500" y="4953000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20015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2301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2301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0" y="5067300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상급자 번호 = 상급자의 사번</a:t>
            </a:r>
          </a:p>
          <a:p>
            <a:pPr>
              <a:lnSpc>
                <a:spcPct val="130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INNER라 상급자 없는 직원은 빠짐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39500" y="543991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487150" y="526846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87150" y="526846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2001500" y="6257925"/>
            <a:ext cx="5143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20015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22301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2301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801600" y="6372225"/>
            <a:ext cx="4133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7–10행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4행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employees.manager_id가 employees.emp_id를 참조하는 자기참조 구조 — 별칭을 다르게 붙여 구분한다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4.1 SELF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상급자가 없는 직원까지 — LEFT JOIN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658100" cy="533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INNER — 상급자 없는 직원은 빠진다 (4행)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6581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4501134"/>
            <a:ext cx="71247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450113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8199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e.name  AS 직원,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e.position AS 직급,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       m.name  AS 상급자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 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JOIN   employees m ON e.manager_id = m.emp_id;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86900" y="2343150"/>
            <a:ext cx="7658100" cy="533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6450" y="2343150"/>
            <a:ext cx="7239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  LEFT — 기준 = 직원 전체 8명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86900" y="2876550"/>
            <a:ext cx="76581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869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020300" y="3765042"/>
            <a:ext cx="71247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20300" y="376504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94869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5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0172700" y="3028950"/>
            <a:ext cx="68199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e.name AS 직원, m.name AS 상급자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employees e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LEFT   JOIN employees m ON e.manager_id = m.emp_id;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8행 — 김성호·최민서·강태윤·조하늘의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상급자는 NULL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53500" y="4714875"/>
            <a:ext cx="381000" cy="342900"/>
          </a:xfrm>
          <a:prstGeom prst="rightArrow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조하늘(E008)은 사원인데 manager_id가 NULL — 이런 데이터 이상을 발견하는 것도 조인의 실무 쓰임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4.2 CROSS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카티전 곱 — 의도했나, 실수했나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343150"/>
            <a:ext cx="7810500" cy="533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의도한 CROSS JOIN — 고객 × 상품 = 100행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76400" y="3423285"/>
            <a:ext cx="7277100" cy="39433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76400" y="3423285"/>
            <a:ext cx="47625" cy="39433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code-lineno"/>
          <p:cNvSpPr txBox="1"/>
          <p:nvPr/>
        </p:nvSpPr>
        <p:spPr>
          <a:xfrm>
            <a:off x="11430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15" name="deckgen:code"/>
          <p:cNvSpPr txBox="1"/>
          <p:nvPr/>
        </p:nvSpPr>
        <p:spPr>
          <a:xfrm>
            <a:off x="18288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c.name AS 고객, p.name AS 상품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customers c CROSS JOIN products p;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추천 후보 매트릭스처럼 "모든 조합"이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필요할 때만 의도적으로 사용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4500" y="2343150"/>
            <a:ext cx="7810500" cy="5334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44050" y="2343150"/>
            <a:ext cx="73914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✗  조인 조건 누락 — 15 × 10 = 150행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2876550"/>
            <a:ext cx="7810500" cy="4552950"/>
          </a:xfrm>
          <a:prstGeom prst="roundRect">
            <a:avLst>
              <a:gd name="adj" fmla="val 418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34500" y="2876550"/>
            <a:ext cx="533400" cy="45529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867900" y="3423285"/>
            <a:ext cx="7277100" cy="394335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67900" y="3423285"/>
            <a:ext cx="47625" cy="394335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9334500" y="3028950"/>
            <a:ext cx="4191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1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2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3</a:t>
            </a:r>
          </a:p>
          <a:p>
            <a:pPr algn="r">
              <a:lnSpc>
                <a:spcPts val="3104"/>
              </a:lnSpc>
            </a:pPr>
            <a:r>
              <a:rPr sz="2250" b="0">
                <a:solidFill>
                  <a:srgbClr val="7A869C"/>
                </a:solidFill>
                <a:latin typeface="D2Coding"/>
                <a:ea typeface="D2Coding"/>
                <a:cs typeface="D2Coding"/>
              </a:rPr>
              <a:t>4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0020300" y="3028950"/>
            <a:ext cx="6972300" cy="424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SELECT o.order_id, c.name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FROM   orders o, customers c;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올바른 질의는 WHERE o.cust_id = c.cust_id</a:t>
            </a:r>
          </a:p>
          <a:p>
            <a:pPr algn="l">
              <a:lnSpc>
                <a:spcPts val="3104"/>
              </a:lnSpc>
            </a:pPr>
            <a:r>
              <a:rPr sz="2250" b="0">
                <a:solidFill>
                  <a:srgbClr val="E6EAF2"/>
                </a:solidFill>
                <a:latin typeface="D2Coding"/>
                <a:ea typeface="D2Coding"/>
                <a:cs typeface="D2Coding"/>
              </a:rPr>
              <a:t>--  조건이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 1만 건 × 고객 1만 명 = 1억 행 — 결과 행 수가 터무니없이 많으면 조인 조건부터 의심한다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조인 결과 행 수 이해하기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customers(10) ⋈ orders(15)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조인 종류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JOIN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15행 — 주문이 있는 고객만, 주문 수만큼 반복 (한가람은 3행)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 JOIN (customers 기준)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719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719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16행 — 15행 + 주문 없는 서지안 1행(NULL)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CROSS JOIN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958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958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150행 — 10 × 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56388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카티전 곱의 결과 행 수 = 왼쪽 행 수 × 오른쪽 행 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조인 결과 행 수 이해하기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1:N 조인은 1쪽을 N번 반복한다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반복되는 1쪽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한가람은 주문이 3건이라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결과에 3번 나온다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부풀려지는 COUNT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후 COUNT(*)는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수가 아니라 행 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COUNT(DISTINCT)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「주문한 고객 수」는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COUNT(DISTINCT c.cust_id)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1:N 관계를 조인하면 1쪽 데이터가 N번 반복된다 — 조인 후 COUNT(*)는 값이 부풀려질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조인에서 자주 만나는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2766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Column is ambiguous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371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양쪽에 같은 이름의 열(name)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3718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2766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276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테이블별칭.컬럼명으로 한정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41719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5529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41719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 JOIN인데 INNER처럼 나온다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648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417195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417195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오른쪽 테이블 조건을 WHERE에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6482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41719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41719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5529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5529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41719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 조건을 ON 절로 옮긴다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54483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544830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82930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54483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 행이 터무니없이 많다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9245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544830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544830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조건 누락 → 카티전 곱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92455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544830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544830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82930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8293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544830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ON 또는 WHERE 조인 조건 확인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67246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6724650"/>
            <a:ext cx="57150" cy="114300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7105650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67246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고객 수가 부풀려진다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72009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6724650"/>
            <a:ext cx="4495800" cy="1143000"/>
          </a:xfrm>
          <a:prstGeom prst="roundRect">
            <a:avLst>
              <a:gd name="adj" fmla="val 500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6724650"/>
            <a:ext cx="39624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1:N 조인으로 1쪽이 반복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7200900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6724650"/>
            <a:ext cx="5334000" cy="1143000"/>
          </a:xfrm>
          <a:prstGeom prst="roundRect">
            <a:avLst>
              <a:gd name="adj" fmla="val 5000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6724650"/>
            <a:ext cx="57150" cy="11430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7105650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710565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6724650"/>
            <a:ext cx="432435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COUNT(DISTINCT c.cust_id)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LEFT JOIN을 사용했는데 결과가 INNER JOIN과 같아졌다. 가장 흔한 원인은?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ON 절에 조인 조건을 두었기 때문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절에 오른쪽 테이블의 조건을 두었기 때문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ORDER BY를 사용했기 때문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별칭을 사용했기 때문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WHERE 절에 오른쪽 테이블의 조건을 두었기 때문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WHERE 절에 오른쪽 테이블 조건을 두면 NULL 행이 조건에서 탈락하여 INNER JOIN과 같은 결과가 됩니다. 조건을 ON 절로 옮겨야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INNER는 양쪽 매칭 행, LEFT는 왼쪽 전체 + 매칭 오른쪽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OUTER JOIN의 오른쪽 조건은 ON에 — WHERE면 INNER가 된다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안티 조인: LEFT JOIN … WHERE 오른쪽.컬럼 IS NULL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SELF JOIN은 같은 테이블에 다른 별칭 — 직원–상급자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조인 조건을 빠뜨리면 카티전 곱(행 수 = M × 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주문 없는 고객은 이탈 방지 캠페인, 미주문 상품은 재고 정리 후보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8주차 · 중간고사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1~7주차 전체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SELECT–집계–조인 중심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100점 통과제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 중간평가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재응시 무제한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캡처 제출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100점 화면 캡처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정리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향상·학습 정리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(정량·정성) 5점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7주차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 주차의 실습 문제를 다시 풀어 보며 중간고사를 준비해 주세요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INNER JOIN과 다중 테이블 조인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LEFT JOIN과 안티 조인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ON과 WHERE — 조건의 위치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SELF·CROSS JOIN과 결과 행 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7주차 실습 · 퀴즈 6 · 중간고사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