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7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5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EE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2부 · 3교시 · 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AI와 함께 이력서 ·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· 면접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15:30~16:25 · 강사 성예종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지금 어디쯤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교시, 한 결과가 다음 교시의 재료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53762" y="2867025"/>
            <a:ext cx="247650" cy="24765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E6F4EE"/>
          </a:solidFill>
          <a:ln w="19050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 뒤에는 이렇게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2교시에 찾은 직무역량을 이력서 문장에 넣습니다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평범한 경험을 「상황 → 한 일 → 결과」 문장으로 바꿉니다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말투로 자기소개서 한 문항 초안을 씁니다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질문을 뽑고 AI와 모의면접을 해 봅니다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남는 것: 이력서 · 자기소개서 초안 · 예상 면접 질문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① · 이력서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해 본 일을 성과 문장으로 바꿉니다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「~을 담당했습니다」에서 멈추지 않고, 어떻게 했고 무엇이 달라졌는지까지 씁니다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같은 경험, 다른 문장 · 최정우(가명, 52)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담당 업무 나열과 성과 문장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나열한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누가 써도 같은 문장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영업관리 업무 담당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관리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후배 직원 지도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성과 문장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보이는 문장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40여 곳 납기를 조율해 출고 일정을 맞춤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주문 · 출고 · 재고를 매주 정리해 공장과 공유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클레임 원인을 확인하고 재발 방지안 작성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성과 문장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칸을 채우면 한 문장이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숫자는 내가 확실히 아는 것만 씁니다 — 모르면 「확인 필요」로 남깁니다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어디서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일이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직접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행동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무엇이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달라졌나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키워드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공고의 낱말로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다듬기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L3-1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— 경험을 성과 문장으로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2교시 키워드와 내 경험을 함께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이력서 첨삭 취업 컨설턴트 [자료] 지원 직무 · 2교시 핵심 역량 · 키워드 · 내가 해 온 일 [과업] ① 경력 문장 3개 ② 「상황 → 한 일 → 결과」 ③ 키워드를 자연스럽게 [형식] 번호 붙인 문장 3개, 40자 안팎 [조건] 말하지 않은 숫자 · 자격은 「확인 필요」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숫자 · 자격 · 기간이 내가 말한 그대로인지 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공백기 · 경력 전환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숨기지 않고 「그래서 잘할 수 있다」로 잇습니다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박하늘(가명, 28) · 8개월 공백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품질관리 사원 지원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컴퓨터활용능력 2급을 준비하며 엑셀을 익힘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라인에서 불량을 먼저 찾아 보고한 경험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그래서 품질관리로 방향을 정함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최정우(가명, 52) · 업종 전환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물류관리 사무원 지원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회사 이전으로 퇴직, 경산에 계속 거주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납기 · 출고 · 재고 관리는 물류와 같은 일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그래서 업종이 달라도 바로 쓸 수 있음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② · 자기소개서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 목소리로 쓰면 「AI 티」가 빠집니다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흔한 표현 대신 실제 장면 하나 — 읽는 사람은 그 장면에서 나를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자주 나오는 문항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문항 가운데 하나를 골라 씁니다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지원동기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이 일,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이 회사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직무역량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2교시 역량과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경험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협업 경험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함께 일한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장면 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입사 후 포부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첫해에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할 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「AI 티」 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 표현이 보이면 장면으로 바꿉니다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「끊임없는 도전 정신」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실제로 도전한 일 하나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「소통 능력을 길렀습니다」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누구와 무엇을 조율했나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「회사 발전에 기여」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첫해에 할 일 한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지나친 꾸밈말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짧고 담백하게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내가 안 한 경험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→ 지웁니다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L3-2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— 내 말투로 문항 초안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문항 · 역량 · 내 말로 적은 까닭을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자기소개서 취업 코치 [자료] 문항(글자 수) · 지원 직무와 역량 · 하고 싶은 까닭과 경험 [과업] ① 내 말투로 초안 ② 흔한 표현은 실제 장면으로 ③ 사실 확인할 문장 표시 [형식] 초안 + 확인할 문장 목록 [조건] 글자 수 지키기, 안 한 경험 지어내지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표시된 문장이 모두 사실인지 내가 확인합니다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③ · 인공지능 활용 면접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서류에 쓴 문장은 면접 질문이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내가 설명할 수 있는 문장만 서류에 남기고, 그 문장으로 나올 질문을 미리 연습합니다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답변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네 마디로 답하면 길을 잃지 않습니다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답은 1분 안팎 — 결론부터 말합니다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묻는 말에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먼저 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왜 그렇게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말할 수 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실제 장면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하나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이 회사에서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어떻게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답변 예시 · 최정우(가명, 52)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「업종이 다른데 잘할 수 있겠습니까?」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956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956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네, 물류관리와 겹치는 일을 22년 해 왔습니다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8862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8862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납기 · 출고 · 재고 관리가 제 일의 중심이었습니다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8768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8768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거래처 40여 곳의 납기를 조율하며 출고 일정을 맞췄습니다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1428750" cy="8191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867400"/>
            <a:ext cx="14573250" cy="819150"/>
          </a:xfrm>
          <a:prstGeom prst="rect">
            <a:avLst/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8674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전산 시스템을 빨리 익혀 일정 관리를 맡겠습니다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나이 · 업종 질문은 피하지 말고 「겹치는 일」로 답합니다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744450" y="1181100"/>
            <a:ext cx="44005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0683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전문은 학습사이트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12204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실습 프롬프트 L3-3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1220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 — 예상 질문과 AI 모의면접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핵심 — 한 번에 한 질문씩 묻게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[역할] 이 직무의 면접관 [자료] 지원 직무 · 이력서 · 자기소개서 요약 [과업] ① 예상 질문 5개 ② 한 번에 하나씩 묻기 ③ 「결론 → 근거 → 사례 → 다짐」으로 피드백 [형식] 질문 한 줄, 피드백 세 줄 이내 [조건] 내 답에 없는 경험 덧붙이지 않기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소리 내어 답해 보면 막히는 곳이 보입니다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001750" y="1181100"/>
            <a:ext cx="3143250" cy="590550"/>
          </a:xfrm>
          <a:prstGeom prst="roundRect">
            <a:avLst>
              <a:gd name="adj" fmla="val 50000"/>
            </a:avLst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3256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516100" y="1295400"/>
            <a:ext cx="2400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3교시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24777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2477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476500"/>
            <a:ext cx="4000500" cy="1403350"/>
          </a:xfrm>
          <a:prstGeom prst="roundRect">
            <a:avLst>
              <a:gd name="adj" fmla="val 407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76500"/>
            <a:ext cx="57150" cy="14033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590800"/>
            <a:ext cx="3467100" cy="117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성과 문장 3개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상황 → 한 일 → 결과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0" y="2476500"/>
            <a:ext cx="12001500" cy="1403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95900" y="3178175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43000" y="4013200"/>
            <a:ext cx="4000500" cy="1403350"/>
          </a:xfrm>
          <a:prstGeom prst="roundRect">
            <a:avLst>
              <a:gd name="adj" fmla="val 407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013200"/>
            <a:ext cx="57150" cy="14033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4127500"/>
            <a:ext cx="3467100" cy="1174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 한 문항 초안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문항 이름과 글자 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43500" y="4013200"/>
            <a:ext cx="12001500" cy="14033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95900" y="4714875"/>
            <a:ext cx="116967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43000" y="5549900"/>
            <a:ext cx="4000500" cy="873125"/>
          </a:xfrm>
          <a:prstGeom prst="roundRect">
            <a:avLst>
              <a:gd name="adj" fmla="val 654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549900"/>
            <a:ext cx="57150" cy="87312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9700" y="5664200"/>
            <a:ext cx="3467100" cy="644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예상 면접 질문 3개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AI 모의면접에서 나온 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43500" y="5549900"/>
            <a:ext cx="12001500" cy="8731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43000" y="6556375"/>
            <a:ext cx="4000500" cy="873125"/>
          </a:xfrm>
          <a:prstGeom prst="roundRect">
            <a:avLst>
              <a:gd name="adj" fmla="val 654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6556375"/>
            <a:ext cx="57150" cy="87312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09700" y="6670675"/>
            <a:ext cx="3467100" cy="644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9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가장 자신 있는 답 한 줄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650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결론부터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43500" y="6556375"/>
            <a:ext cx="12001500" cy="8731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가장 마음에 드는 문장 하나와 면접 질문 하나를 패들릿 「3교시 강의 · 나누기」에 올립니다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제출 전에 꼭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숫자 · 자격 · 기간이 내가 말한 그대로다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「확인 필요」로 남은 곳을 직접 확인했다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자기소개서에 내가 하지 않은 경험이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공고의 핵심 키워드가 자연스럽게 들어갔다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면접에서 이 문장을 내 말로 설명할 수 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3교시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55분, 서류와 면접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AI가 쓴 문장은 초안 — 사실과 목소리는 내가 채웁니다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경험은 「상황 → 한 일 → 결과」 문장으로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흔한 표현 대신 실제 장면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면접 답은 결론 → 근거 → 사례 → 다짐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서류 초안과 예상 질문을 챙겼습니다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4교시 · 총정리 워크숍 (정동엽)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