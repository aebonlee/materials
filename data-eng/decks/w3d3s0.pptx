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3-3 · DuckDB 로컬 대용량 데이터 처리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3-2 의 파일과 duckdb, 디스크 여유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3-3 은 3-2 의 파일과 duckdb 를 그대로 받는다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orders_enriched.parquet 가 있는가 — (1015, 12) 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가 들어 있는가 — 1.5.6, 3-2 정리 시간에 설치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디스크 여유 1G 이상 — 오늘 만드는 파일은 합쳐 약 100MB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파일과 실행 방법(이어 붙이기)을 미리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가 있으면 새로 설치할 것은 없다 — 도커도 없다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단계 — 지우는 것 없이 확인만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재설정(4단계)은 오늘 실습을 처음부터 다시 하고 싶을 때만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3-2 의 파일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· (1015, 12)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duckdb·디스크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1.5.6 · Avail 1G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오늘 만들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 셋 · 이어 붙이기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재설정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것만 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수업 전 10분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파일·판·디스크 — 명령 넷으로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78581" y="27813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30981" y="27813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~/data-eng/week3 · ls -lh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켜기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78581" y="34290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30981" y="34290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source .venv/bin/activate — OS 셋 같다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8581" y="40767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30981" y="40767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python3 -c "… read_parquet('orders_enriched.parquet') … shape, isna"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78581" y="47244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30981" y="47244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python3 -c "import sys, pandas as pd, duckdb; print(…)"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디스크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78581" y="53721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30981" y="53721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 -h ~ — Avail 이 1G 이상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(1015, 12) 0 · 3.0.6 1.5.6 …/week3/.venv 한 줄 · Avail 1G 이상이면 시작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실행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코드는 파일 셋 — 둘은 이어 붙인다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make_events.py — 1H 2단계, 단독으로 한 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100만 행 events.csv 를 만든다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query.py — 1H 3~6단계를 이어 붙인다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블록을 파일 끝에 붙이고 매번 python3 query.py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speed.py — 1.5H 1~6단계를 이어 붙인다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bench() 는 3단계에서 정의 — 매번 python3 speed.py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parted_again.py — 일부러 실패, 단독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실측기록_3-3.md 는 편집기로 만든다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다시 돌리면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앞 단계 출력도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함께 나와 정상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파일 — 누가 만들고 누가 쓰나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누가 만드나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누가 쓰나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events.csv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1H 2단계 make_events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전체(원본)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query.py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3969544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3969544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1H 3~6단계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3969544"/>
            <a:ext cx="48006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3969544"/>
            <a:ext cx="4610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events.parquet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491038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491038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1.5H 1단계 speed.py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491038"/>
            <a:ext cx="48006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491038"/>
            <a:ext cx="4610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3-4 · 3-5 심화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speed.py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012531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012531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1.5H 1~6단계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012531"/>
            <a:ext cx="48006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012531"/>
            <a:ext cx="4610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events_zstd 외 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5534025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8930" y="5534025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1.5H 5단계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5534025"/>
            <a:ext cx="48006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5534025"/>
            <a:ext cx="4610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events_parted/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6055519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8930" y="6055519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1.5H 6단계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344400" y="6055519"/>
            <a:ext cx="48006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439650" y="6055519"/>
            <a:ext cx="4610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오늘만 · 3-4 심화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parted_again.py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0" y="6577012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8930" y="6577012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6단계 뒤 일부러 실패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344400" y="6577012"/>
            <a:ext cx="48006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439650" y="6577012"/>
            <a:ext cx="4610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실측기록_3-3.md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83680" y="7098506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78930" y="7098506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1.5H 7단계(편집기)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344400" y="7098506"/>
            <a:ext cx="48006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439650" y="7098506"/>
            <a:ext cx="4610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3-5 · 3주차 산출물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events.parquet 는 3-4 가 받는다 — 수업이 끝나도 지우지 않는다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수업 전 10분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orders_enriched.parquet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such file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3-2 파일을 지웠다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make_customers.py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timeseries.py 다시 실행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module named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'duckdb'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3-2 정리 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설치를 못 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없을 때만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 duckdb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sys.prefix 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…/week3/.venv 아님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가상환경이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켜져 있다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deactivate 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1단계부터 다시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WSL2 에서 속도가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몇 배 느리다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 폴더가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/mnt/c 아래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~/data-eng 처럼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우분투 홈에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WSL2 의 df -h ~ 는 우분투 가상 디스크 기준 — C: 가 거의 차 있으면 탐색기에서도 확인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수업 전 10분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것만 처음부터 — 3-1·3-2 파일은 남긴다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-rf events_parted · rm -f 오늘 파일 아홉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노트 4단계 명령 그대로 — events* 같은 와일드카드는 쓰지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3-1·3-2 의 파일만 남으면 끝 — 1H 2단계부터 다시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실측기록_3-3.md · .venv 는 지우지 않는다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직접 쓴 기록과 가상환경은 그대로 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내일 3-4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폴더의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넷을 받는다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파이썬, 이만큼이면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새로 나오는 문법 6가지 — W3Schools 로 연결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33909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33909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문자열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33909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33909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"""…""" 긴 SQL · 줄바꿈 \n · 칸 폭 f'{size:6.1f}'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43815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43815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숫자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43815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43815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1_000_000 — 밑줄은 읽기 쉽게, 값은 1000000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53721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53721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53721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53721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 _ in range(rounds) · append 로 모아 sum / 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2-5 의 13가지 · 3-1 의 9가지 · 3-2 의 7가지에 이어진다 — SELECT·COPY 는 오늘 노트가 가르친다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3-3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이론 1H — DuckDB 개요와 열 지향 저장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(.venv) 가 켜진 터미널은 그대로 두세요. 1H 실습에서 바로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서버가 없는 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행 지향과 열 지향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와의 분업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압축 방식 — zstd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켜 둘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(.venv) 터미널 · week3 폴더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