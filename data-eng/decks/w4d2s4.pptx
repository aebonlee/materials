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4-2 · Apache Iceberg 레이크하우스 구축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명령 열 개를 한 장으로, 4-3 출발 상태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 SQL 열 개를 「하려는 일」 기준으로 정리한다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4-3 을 위한 상태(컨테이너 4개 · orders 4행 · raw CSV)를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4-3 MinIO–Iceberg 파이프라인에서 할 일을 미리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만든 demo.lakehouse.orders 는 4주차 내내 씁니다 — 4-3 적재, 4-4 Trino 조회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 SQL — 만들고 조회하기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115214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11521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 만들기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23560" y="3448050"/>
            <a:ext cx="11521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8810" y="3448050"/>
            <a:ext cx="11330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demo.db.t (…) USING iceberg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파티션과 함께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23560" y="4171950"/>
            <a:ext cx="11521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8810" y="4171950"/>
            <a:ext cx="11330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… PARTITIONED BY (days(order_date))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스냅샷 이력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895850"/>
            <a:ext cx="11521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895850"/>
            <a:ext cx="11330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FROM demo.db.t.snapshots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시점 조회 (id)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5619750"/>
            <a:ext cx="11521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8810" y="5619750"/>
            <a:ext cx="11330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FROM demo.db.t VERSION AS OF 스냅샷id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시점 조회 (시각)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23560" y="6343650"/>
            <a:ext cx="11521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8810" y="6343650"/>
            <a:ext cx="11330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FROM demo.db.t TIMESTAMP AS OF '…'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demo.db.t 는 오늘의 demo.lakehouse.orders — 카탈로그.데이터베이스.테이블 세 단계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 SQL — 되돌리기 · 바꾸기 · 정리하기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115214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11521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롤백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23560" y="3448050"/>
            <a:ext cx="11521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8810" y="3448050"/>
            <a:ext cx="11330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CALL demo.system.rollback_to_snapshot('db.t', id)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컬럼 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23560" y="4171950"/>
            <a:ext cx="11521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8810" y="4171950"/>
            <a:ext cx="11330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ALTER TABLE demo.db.t ADD COLUMN c STRING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목록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895850"/>
            <a:ext cx="11521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895850"/>
            <a:ext cx="11330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FROM demo.db.t.files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스냅샷 정리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5619750"/>
            <a:ext cx="11521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8810" y="5619750"/>
            <a:ext cx="11330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CALL demo.system.expire_snapshots('db.t', TIMESTAMP '…')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작은 파일 병합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23560" y="6343650"/>
            <a:ext cx="11521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8810" y="6343650"/>
            <a:ext cx="11330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CALL demo.system.rewrite_data_files('db.t')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expire_snapshots 로 정리한 시점 이전으로는 못 돌아간다 — 보관 기간(보통 7~30일)을 정하는 것이 운영 결정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4-3 을 위한 상태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줄로 확인 — 컨테이너 · 행 수 · 원천 CSV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264194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26419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07194" y="2781300"/>
            <a:ext cx="1473780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59594" y="2781300"/>
            <a:ext cx="1443300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~/lakehouse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264194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26419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컨테이너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07194" y="3429000"/>
            <a:ext cx="1473780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59594" y="3429000"/>
            <a:ext cx="1443300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264194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26419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07194" y="4076700"/>
            <a:ext cx="1473780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9594" y="4076700"/>
            <a:ext cx="1443300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spark-sql -e "SELECT count(*) FROM demo.lakehouse.orders;"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264194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26419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원천 CSV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07194" y="4724400"/>
            <a:ext cx="1473780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59594" y="4724400"/>
            <a:ext cx="1443300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exec mc mc ls --recursive local/raw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컨테이너 4개 Up · orders 가 4행 · raw/orders/ 에 orders_2026-08-01.csv 가 있으면 4-3 준비 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정리·회고 0.5H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파일만 쌓았을 때 안 되는 것을 세 가지 이상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 → 스냅샷 → 매니페스트 → 데이터 파일 사슬을 그릴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4개(minio·mc·rest·spark-iceberg)가 모두 Up 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 카탈로그(8181) 응답과 Spark 카탈로그 설정을 직접 확인했다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에서 metadata/ · data/ 파일이 실제로 생긴 것을 확인했다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snapshots 에서 id 를 찾아 VERSION AS OF 조회에 성공했다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rollback_to_snapshot 으로 되돌리고 이력에 남는 것을 확인했다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ADD COLUMN 뒤 parquet 개수가 안 늘어나는 것을 확인했다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에서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NoSuchBucket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warehouse 버킷을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만들지 않았다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mb -p local/warehouse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뒤 다시 시도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rest:8181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connection refused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 카탈로그 컨테이너가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떴거나 죽었다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ps · logs rest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compose up -d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VERSION AS OF 에서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Cannot find snapshot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id 이거나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따옴표로 감쌌다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snapshots 의 id 를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따옴표 없는 숫자로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spark-sql 이 뜨다 죽거나 느리면 메모리 부족 — Docker Desktop → Settings → Resources → Memory 8GB 이상, 안 쓰는 컨테이너는 stop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 와 Delta Lake 중 뭘 배워야 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개념이 거의 같다 — Iceberg 는 엔진 중립적이라 Spark·Trino·Flink 가 함께 쓰기 좋고, Delta 는 Databricks 생태계에서 강하다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스냅샷이 계속 쌓이면 저장 비용이 늘지 않나요?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늘어난다 — expire_snapshots 로 보관 기간을 정해 정리한다, 보통 7~30일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UPDATE 마다 파일을 통째로 다시 쓰면 느리지 않나요?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느리다 — 대량 배치 갱신에 맞고 건건이 수정하는 업무는 여전히 RDB, 4-3 의 MERGE INTO 가 배치 갱신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카탈로그가 죽으면 데이터도 잃나요?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파일은 남는다 — 다만 「무엇이 현재 상태인지」를 잃으므로 카탈로그도 백업 대상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4-3 · MinIO–Iceberg 데이터 파이프라인 구축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파이프라인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설계 · 멱등성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원천 데이터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 버킷 적재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Spark ETL 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MERGE 적재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스냅샷 이력으로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적재 결과 검증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오늘 구성 그대로 docker compose up -d 로 4개 컨테이너 · spark-sql 에서 orders 를 SELECT 해 살아 있는지 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4-2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4-3 MinIO–Iceberg 파이프라인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 버킷의 CSV 를 PySpark 로 정제해 MERGE INTO 로 오늘의 orders 테이블에 중복 없이 적재합니다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랜딩 존(raw) → 정제 → 적재 단계 설계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멱등성이 파이프라인의 기본 원칙인 이유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로 MinIO 의 원천 CSV 읽기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INTO 업서트 · 스냅샷으로 검증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4개 컨테이너 Up · orders SELECT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