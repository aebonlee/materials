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4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1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DF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5장 · 실전 활용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AI API 키 다루기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가장 사고가 잦은 곳 — 열쇠를 어디에 두고 어디에 두면 안 되나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AI·SW계열 · 웹프로그래밍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 hs-web.dreamitbiz.com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5장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 목표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API와 API 키가 무엇인지 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키를 절대 두면 안 되는 자리를 안다 — 그리고 왜 그런지 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유출됐을 때 무엇을 해야 하는지 안다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5장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5장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핵심 키워드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781300"/>
            <a:ext cx="603355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03355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41605" y="2781300"/>
            <a:ext cx="832747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41605" y="2781300"/>
            <a:ext cx="832747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API 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69602" y="2781300"/>
            <a:ext cx="991088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69602" y="2781300"/>
            <a:ext cx="991088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환경변수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55940" y="2781300"/>
            <a:ext cx="1213408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55940" y="2781300"/>
            <a:ext cx="1213408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.gitignore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64598" y="2781300"/>
            <a:ext cx="628894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64598" y="2781300"/>
            <a:ext cx="628894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유출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88742" y="2781300"/>
            <a:ext cx="1039383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88742" y="2781300"/>
            <a:ext cx="1039383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요금 폭탄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학습사이트의 본문에서 이 낱말들을 찾아 읽으면 이 시간의 뼈대가 잡힙니다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5장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5장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API와 API 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API 는 다른 회사의 프로그램에 "이거 해 줘"라고 부탁하는 창구입니다.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5장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5장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API와 API 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85750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09943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16611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95275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AI 회사의 API를 쓰면 내가 만든 페이지 안에서 AI를 부를 수 있습니다.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389382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389382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13575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20243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398907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API 키 는 그 창구에서 "나"를 증명하는 문자열입니다.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493014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493014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02539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sk- 처럼 시작하는 긴 문자열 형태가 많습니다.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596646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596646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20839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27507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06171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중요한 것은 이것입니다 — 키를 가진 사람이 곧 나입니다.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00278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" y="700278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428750" y="724471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8750" y="731139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709803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비밀번호가 따로 필요 없습니다.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5장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5장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API 키 = 한도가 열린 신용카드 번호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주우면 그 사람이 내 돈으로 쓸 수 있습니다. 사용료는 나에게 청구됩니다.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누가 언제 주웠는지 나는 알 수 없습니다. 요금 청구서를 보고 알게 됩니다.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그래서 다루는 자세도 신용카드 번호와 똑같아야 합니다 — 아무 데도 적어 두지 않는다.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5장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5장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절대 두면 안 되는 자리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5장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5장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절대 두면 안 되는 자리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38616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38616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이런 자리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19716" y="2781300"/>
            <a:ext cx="11225284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19716" y="2781300"/>
            <a:ext cx="11225284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왜 안 되나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4738616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4548116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HTML·JavaScript 파일 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19716" y="3448050"/>
            <a:ext cx="11225284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14966" y="3448050"/>
            <a:ext cx="11034784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인터넷에 올린 페이지의 코드는 누구나 그대로 볼 수 있습니다. F12만 누르면 됩니다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43375"/>
            <a:ext cx="4738616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43375"/>
            <a:ext cx="4548116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GitHub에 올리는 파일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19716" y="4143375"/>
            <a:ext cx="11225284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14966" y="4143375"/>
            <a:ext cx="11034784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공개 리포는 물론이고, 비공개로 돌려도 이미 올라간 이력은 남습니다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38700"/>
            <a:ext cx="4738616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38700"/>
            <a:ext cx="4548116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카카오톡·메일로 친구에게 전송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19716" y="4838700"/>
            <a:ext cx="11225284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14966" y="4838700"/>
            <a:ext cx="11034784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대화방·메일함에 영구히 남습니다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534025"/>
            <a:ext cx="4738616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534025"/>
            <a:ext cx="4548116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발표 자료·스크린샷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19716" y="5534025"/>
            <a:ext cx="11225284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14966" y="5534025"/>
            <a:ext cx="11034784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실제로 이렇게 새는 사고가 많습니다. 캡처 전에 화면을 확인하세요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229350"/>
            <a:ext cx="4738616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229350"/>
            <a:ext cx="4548116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AI에게 붙여넣는 코드 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19716" y="6229350"/>
            <a:ext cx="11225284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14966" y="6229350"/>
            <a:ext cx="11034784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코드를 통째로 붙여넣을 때 키가 딸려 갑니다. 지우고 붙이세요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924675"/>
            <a:ext cx="4738616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924675"/>
            <a:ext cx="4548116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질문 게시판·블로그 글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19716" y="6924675"/>
            <a:ext cx="11225284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14966" y="6924675"/>
            <a:ext cx="11034784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"이 코드가 안 돼요" 하고 통째로 올리면서 새는 경우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5장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5장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71575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95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왜 이렇게까지 강조하나 — 이건 실제로 측정된 사실입니다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배포된 웹페이지의 코드는 숨길 수 없습니다.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브라우저가 화면을 그리려면 코드를 받아야 하고, 받은 것은 볼 수 있습니다.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리포지토리를 비공개로 만들어도 배포된 페이지는 그대로 공개입니다. 이 둘은 다른 이야기입니다.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자동 프로그램이 GitHub에 새로 올라오는 코드를 쉬지 않고 훑으며 키 모양의 문자열을 찾습니다.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올렸다가 몇 분 만에 지워도 늦습니다. 이미 수집된 것으로 봐야 합니다.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5장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5장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그러면 어디에 두나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5장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5장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그러면 어디에 두나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860471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860471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상황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41571" y="2781300"/>
            <a:ext cx="6166757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41571" y="2781300"/>
            <a:ext cx="6166757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두는 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246429" y="2781300"/>
            <a:ext cx="4898571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46429" y="2781300"/>
            <a:ext cx="4898571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안전한가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860471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66997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내 컴퓨터에서만 돌리는 도구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41571" y="3448050"/>
            <a:ext cx="6166757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36821" y="3448050"/>
            <a:ext cx="597625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.env 파일 (Git에 안 올림)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6429" y="3448050"/>
            <a:ext cx="4898571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1679" y="3448050"/>
            <a:ext cx="470807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안전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860471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66997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서버가 있는 서비스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41571" y="4171950"/>
            <a:ext cx="6166757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36821" y="4171950"/>
            <a:ext cx="597625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서버의 환경변수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246429" y="4171950"/>
            <a:ext cx="4898571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41679" y="4171950"/>
            <a:ext cx="470807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안전 — 브라우저로 안 나감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860471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66997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정적 웹페이지(우리 과제)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41571" y="4895850"/>
            <a:ext cx="6166757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36821" y="4895850"/>
            <a:ext cx="597625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둘 곳이 없습니다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246429" y="4895850"/>
            <a:ext cx="4898571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341679" y="4895850"/>
            <a:ext cx="470807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어디에 둬도 보입니다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5장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5장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그러면 어디에 두나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표의 마지막 줄이 핵심입니다.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우리가 만드는 것은 HTML·CSS·JS로 된 정적 페이지라서 AI API 키를 안전하게 둘 자리가 없습니다.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숨기는 방법이 있는 게 아니라, 원리상 없습니다.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난독화·인코딩·변수 쪼개기 전부 소용없습니다 — 브라우저가 결국 원래 값으로 되돌려 쓰기 때문입니다.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5장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5장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.env — 키를 담는 파일 (프로젝트 폴더에 만듭니다)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# 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env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API_KEY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=여기에_받은_키를_붙여넣습니다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5장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5장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.gitignore — "이 파일들은 Git에 올리지 마" 목록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# 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gitignore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env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env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local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node_modules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5장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5장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.gitignore 는 "앞으로"만 막습니다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이미 커밋된 파일은 .gitignore 를 추가해도 계속 올라갑니다.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순서가 중요합니다 — .gitignore 를 먼저 만들고 그다음에 첫 커밋을 하세요.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실수로 올렸다면 파일을 지우는 것만으로는 부족합니다. 아래 "유출됐다면"으로 가세요.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5장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5장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커밋 전에 무엇이 올라가는지 확인하는 습관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git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status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# 올라갈 파일 목록을 봅니다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git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diff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 # 실제로 바뀐 내용을 봅니다  ← 여기에 키가 보이면 멈추세요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# 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env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가 목록에 보이면 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gitignore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를 확인하세요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5장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5장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유출됐다면 — 순서대로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5장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5장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유출됐다면 — 순서대로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즉시 그 키를 폐기(revoke)합니다.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발급한 사이트에 들어가 삭제 버튼을 누릅니다. 이것이 1번입니다.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새 키를 발급받습니다.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폐기한 키는 이제 아무 데서도 안 먹힙니다. 마음이 급해도 순서를 바꾸지 마세요.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사용 내역을 확인합니다.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모르는 사용량이 있으면 서비스에 문의합니다.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GitHub에 올렸다면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파일을 지우는 것만으로는 부족합니다 — 이력에 남습니다. 그래도 1번을 했으면 피해는 끝입니다.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5장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5장 ·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순서를 헷갈리지 마세요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코드에서 키를 지운다 → 커밋한다 → 그다음 폐기 : 그사이에 이미 쓰이고 있습니다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먼저 폐기 → 그다음 코드 정리 → 새 키 발급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폐기는 몇 초면 됩니다. 부끄러워하지 말고 바로 하세요. 안 하는 것이 훨씬 큰 문제입니다.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5장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5장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유출됐다면 — 순서대로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실수했다고 혼내지 않습니다.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알리지 않고 덮는 것이 문제입니다.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과제 중 키가 샌 것 같으면 폐기부터 하고 aebon@hs.ac.kr 로 알려 주세요.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5장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5장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 수업에서는 키를 쓰지 않습니다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실습과 과제는 API 키가 필요 없는 공개 서비스만 씁니다.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5장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5장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 수업에서는 키를 쓰지 않습니다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550959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550959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쓸 것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32059" y="2781300"/>
            <a:ext cx="4668371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32059" y="2781300"/>
            <a:ext cx="4668371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무엇에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438529" y="2781300"/>
            <a:ext cx="4706471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438529" y="2781300"/>
            <a:ext cx="4706471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6550959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636045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picsum.photos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32059" y="3448050"/>
            <a:ext cx="4668371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27309" y="3448050"/>
            <a:ext cx="447787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연습용 임의 이미지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438529" y="3448050"/>
            <a:ext cx="4706471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533779" y="3448050"/>
            <a:ext cx="451597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필요 없음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6550959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636045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jsonplaceholder.typicode.com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32059" y="4171950"/>
            <a:ext cx="4668371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27309" y="4171950"/>
            <a:ext cx="447787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연습용 가짜 데이터(글·댓글·사용자)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438529" y="4171950"/>
            <a:ext cx="4706471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533779" y="4171950"/>
            <a:ext cx="451597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필요 없음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6550959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636045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fonts.googleapis.com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32059" y="4895850"/>
            <a:ext cx="4668371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27309" y="4895850"/>
            <a:ext cx="447787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웹폰트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438529" y="4895850"/>
            <a:ext cx="4706471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533779" y="4895850"/>
            <a:ext cx="451597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필요 없음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6550959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636045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Supabase anon 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32059" y="5619750"/>
            <a:ext cx="4668371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27309" y="5619750"/>
            <a:ext cx="447787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로그인·데이터 저장 (7장)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438529" y="5619750"/>
            <a:ext cx="4706471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533779" y="5619750"/>
            <a:ext cx="451597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공개돼도 되는 키 — 원리는 7장에서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키를 다룰 일이 없으니 사고도 나지 않습니다.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5장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5장 ·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Term 프로젝트에 AI 기능을 꼭 넣고 싶다면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AI를 부르는 부분은 화면에서 흉내만 내고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, 실제 응답은 미리 준비한 예시로 보여 주세요. 발표에는 충분합니다.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진짜로 붙이고 싶으면 서버가 필요합니다. 이 수업 범위를 넘지만, 하고 싶다면 상담하러 오세요.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"내 키를 잠깐만 넣어서 시연하고 빼면 되지 않나요?" — 배포한 순간 이미 수집됩니다. 하지 마세요.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5장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5장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한 장으로 정리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5장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5장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한 장으로 정리 (1/2)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API 키는 신용카드 번호처럼 다룬다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정적 페이지에는 안전하게 둘 자리가 없다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난독화도 소용없다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.gitignore 를 먼저 만들고 커밋한다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5장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5장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한 장으로 정리 (2/2)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커밋 전에 git status · git diff 로 무엇이 올라가는지 본다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샜다면 폐기가 1번 — 코드 정리는 그다음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 수업 과제는 키 없는 공개 API만 쓴다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5장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5장 · 스스로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이만큼 되면 이 장은 끝입니다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API 키가 왜 비밀번호보다 위험한지 설명할 수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정적 웹페이지에 키를 숨길 수 없는 이유를 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.gitignore 를 먼저 만들고 커밋해야 하는 이유를 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git status 로 올라갈 파일을 확인하는 습관을 들였다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유출 시 "폐기가 1번"이라는 순서를 기억한다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5장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5장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5장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API 키 다루기 — 예상 30분 · 읽음 표시는 학습사이트에서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학습사이트의 「이 장을 다 읽었습니다」 단추로 읽음 표시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회차마다 바뀌는 값(가격·한도·버전)은 공식 페이지에서 확인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막히면 「질문있어요」 — 30분 넘게 혼자 막혀 있지 않기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다음 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6장 · GitHub 사용법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