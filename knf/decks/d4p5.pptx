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실행계획 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· 일정 · 담당 · KPI 를 한 표로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과제와 세부 활동(WBS)으로 쪼개고 담당 · 일정을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성과지표마다 기준선 · 목표값 · 점검 주기를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자원 · 승인 · 안전으로 점검해 간트 표로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결과물은 07_improvement_workbook 의 4_실행계획 시트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실행계획의 일곱 요소 — 좋은 예와 나쁜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T1 SF-02 열전대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개선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후 기록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점검 강화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 · 품질 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 같이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· 1개월 · 3개월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시일 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· 목표값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6°C 안팎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안정화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점검 주기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2주간 매일 → 주 1회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시 생산 계획 조정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후행지표를 섞어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 — 원인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바로 움직임이 보인다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온도편차 평균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이행률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 이수율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후행지표 — 결과 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주가 쌓여야 판단할 수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불량률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OEE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돌아갈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목표값은 데이터 안에 이미 있다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현재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전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16.6°C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6°C 안팎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2.1% 수준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88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83% 수준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 양품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881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5,749개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 회복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Cpk 1.33 은 현장에서 널리 쓰는 「공정능력 충분」 기준 · PM 전 실적 1.54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4_실행계획 시트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 3_대안평가매트릭스 의 1위 대안에서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과제 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멈추기 · 재발 막기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일찍 알기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WBS · 담당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일정 ·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기준선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재계산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조건부 서식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일정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현실성 점검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 · 승인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안전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세 갈래 과제로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T1 열전대 재교정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손실을 멈추는 응급조치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즉시 · 설비보전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재가동 체크리스트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누락을 막는 재발 방지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1개월 · 설비보전 ·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SPC 알람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이상을 일찍 알기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· 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간트 형태 — 같은 주에 같은 담당이 몰리는지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2개월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3개월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열전대 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3448050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8770" y="3448050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1445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397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064740" y="3448050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159990" y="3448050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시험 소결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4044043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4044043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4390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915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2426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1951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064740" y="4044043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159990" y="4044043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체크리스트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4640036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4640036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4390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15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8408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7933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22426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1951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445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2397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064740" y="4640036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159990" y="4640036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작업자 교육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03520" y="5236029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8770" y="5236029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4390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3915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7933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22426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1951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31445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2397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064740" y="5236029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159990" y="5236029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관리한계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0" y="5832021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8770" y="5832021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4390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3915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78408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933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22426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31951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1445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397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064740" y="5832021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159990" y="5832021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알람 시험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303520" y="6428014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98770" y="6428014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· 품질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390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3915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408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7933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122426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1951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1445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2397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5064740" y="6428014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59990" y="6428014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확인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303520" y="7024007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98770" y="7024007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34390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3915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408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7933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122426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31951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31445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32397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5064740" y="7024007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159990" y="7024007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초안은 우리 공장의 사정을 모른다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중 SF-02 정지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부하 조정 · 주말 교대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표준기 의뢰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차 첫 활동으로 의뢰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고온 설비 작업 안전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냉각 확인 · 잠금(LOTO) 명시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오경보로 무시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 시험 운영 뒤 임계값 조정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 형식화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없으면 재가동 승인 안 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담당 칸에 「전원」 · 일정 칸에 「수시」가 있으면 다시 씁니다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활동마다 담당 역할 하나가 붙어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후행지표가 함께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목표값마다 근거를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불량률 2.11% 를 피벗으로 다시 계산했다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 표에 안전(냉각 · 잠금)이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관리자 보고자료 초안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산출물을 결론이 먼저 오는 한 장 보고서로 묶습니다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결론 · 요청 먼저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사실 ·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 2개 — 추세와 파레토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체크리스트와 5장 개요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4_실행계획 시트와 위험 · 대응 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