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로직 트리로 정리하기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의 뜻을 알고 목록의 겹침과 누락을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→ 갈래 → 원인 후보 로직 트리로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점검을 받고 원인후보 시트에 반영한다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겹치면 두 번 검증하고, 빠지면 끝까지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않고, 빠짐없이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 — 겹치지 않게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후보는 한 갈래에만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서랍마다 한 종류만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같은 원인을 두 번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두 서랍에 동시에 넣을 수 있나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CE — 빠짐없이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갈래를 합치면 가능한 원인 전체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바닥에 굴러다니는 옷이 없게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진짜 원인이 목록 밖에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어느 서랍에도 안 들어가는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갈래 기준은 하나 — 무엇을 바꾸면 사라지나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원인을 없애는 조치가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 교육 · 배치 변경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수리 · 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재료 · 공급처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절차 · 기준 · 순서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측정기 교정 · 측정 방법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온습도 · 환경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겹침 찾기 — 같은 낱말, 다른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낱말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숙련도가 낮다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냉간 재시작 승온이 급하다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작업자가 교정 절차를 몰랐다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절차에 교정 확인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→ 지시값 오차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원리가 다르면 나누고, 말만 다르면 합친다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빠진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열전대도 측정기다 — Measurement 를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지시값 오차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없애는 조치가 수리가 아니라 교정 → Measurement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검사실 밀도 측정기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재는 쪽이 틀어지면 불량이 과다 판정된다 — I-402 알람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시트에 행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 위에 Measurement(측정) 행을 삽입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4M1E + 측정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5M1E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점검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우리 목록 → 4가지 점검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팀의 원인 후보 목록을 MECE 관점에서 점검해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 겹침 2 잘못 들어간 갈래 3 비어 있는 갈래 4 수준 섞임.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대상 후보 | 문제 | 제안. 새 후보에는 「확인 가능 / 현장 확인 필요」.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지적마다 팀이 수용 · 보류 · 거절을 정한다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— 현상에서 원인 후보까지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후보 (예)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· PM 작업자 절차 숙지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0703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0703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출력 · 단열 열화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6926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6926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· 성형체 밀도 편차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3149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3149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교정 확인 · 냉간 재시작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9372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9372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· 밀도 측정기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5595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5595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 온도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맨 위: SF-02 균열·밀도미달 증가 (8/10 PM 이후)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정리에서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「야간끼리 합치자」를 받는다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원리와 대책이 다르면 거절한다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를 Machine 에 둔 채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열전대는 측정기 — 조치가 교정이면 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「설비 문제」 같은 큰 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후보와 수준이 맞지 않는다 — 한 층 더 내려간다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 선택 목록을 빠뜨린다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유효성 검사 → 목록: 사실,추정,반증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후보가 두 갈래에 동시에 있지 않다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숙련도(Man) · 냉간 재시작(Method)이 나뉘어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 행에 TC-3 교정 누락이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지적마다 수용 · 보류 · 거절을 정했다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D열에 사실 · 추정 · 반증 선택 목록이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사실과 추정 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붙이고 사실 · 추정 · 반증으로 판정합니다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로트 · 교대 다시 세기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따로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 [추정]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· 정리된 원인후보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