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PM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PM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=IF(--A2&gt;=DATE(2026,8,10),"PM후","PM전")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PM구분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PM후 8,791 · PM전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후 22일은 PM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PM후 불량 8,791개 중 균열 3,535개(40.2%) — PM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PM후 8,791 · PM전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