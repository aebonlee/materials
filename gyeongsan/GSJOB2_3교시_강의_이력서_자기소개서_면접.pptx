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FF3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3EA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2부 · 3교시 · 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 이력서 ·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· 면접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15:30~16:25 · 강사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AF0F8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 찾은 직무역량을 이력서 문장에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「상황 → 한 일 →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말투로 자기소개서 한 문항 초안을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질문을 뽑고 AI와 모의면접을 해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· 자기소개서 초안 · 예상 면접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① · 이력서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본 일을 성과 문장으로 바꿉니다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담당했습니다」에서 멈추지 않고, 어떻게 했고 무엇이 달라졌는지까지 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같은 경험, 다른 문장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 나열과 성과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나열한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누가 써도 같은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아르바이트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학생회 총무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카페 아르바이트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보이는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수량을 검수해 차이를 바로 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행사 예산을 엑셀로 정리해 영수증과 맞춤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점검 · 발주와 마감 정산을 맡음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성과 문장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칸을 채우면 한 문장이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숫자는 내가 확실히 아는 것만 씁니다 — 모르면 「확인 필요」로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일이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L3-1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— 경험을 성과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2교시 키워드와 내 경험을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첨삭 취업 컨설턴트 [자료] 지원 직무 · 2교시 핵심 역량 · 키워드 · 내가 해 온 일 [과업] ① 경력 문장 3개 ② 「상황 → 한 일 → 결과」 ③ 키워드를 자연스럽게 [형식] 번호 붙인 문장 3개, 40자 안팎 [조건] 말하지 않은 숫자 · 자격은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그대로인지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공백기 · 경력이 없는 졸업예정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숨기지 않고 「그래서 잘할 수 있다」로 잇습니다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박하늘(가명, 28) · 졸업 뒤 8개월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기계과 → 품질관리 사원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컴퓨터활용능력 2급을 준비하며 엑셀을 익힘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라인에서 불량을 먼저 찾아 보고한 경험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품질관리로 방향을 정함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김서연(가명, 24) · 경력 없는 졸업예정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경영학과 → 물류관리 사무원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수업과 재고 회전 분석 과제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 아르바이트로 입고 검수를 겪음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신입이어도 흐름을 압니다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② · 자기소개서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목소리로 쓰면 「AI 티」가 빠집니다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흔한 표현 대신 실제 장면 하나 — 읽는 사람은 그 장면에서 나를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자주 나오는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문항 가운데 하나를 골라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지원동기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일,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회사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직무역량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역량과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협업 경험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장면 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입사 후 포부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첫해에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「AI 티」 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표현이 보이면 장면으로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「끊임없는 도전 정신」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실제로 도전한 일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「소통 능력을 길렀습니다」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누구와 무엇을 조율했나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「회사 발전에 기여」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첫해에 할 일 한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지나친 꾸밈말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짧고 담백하게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내가 안 한 경험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지웁니다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L3-2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— 내 말투로 문항 초안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문항 · 역량 · 내 말로 적은 까닭을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자기소개서 취업 코치 [자료] 문항(글자 수) · 지원 직무와 역량 · 하고 싶은 까닭과 경험 [과업] ① 내 말투로 초안 ② 흔한 표현은 실제 장면으로 ③ 사실 확인할 문장 표시 [형식] 초안 + 확인할 문장 목록 [조건] 글자 수 지키기, 안 한 경험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표시된 문장이 모두 사실인지 내가 확인합니다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③ · 인공지능 활용 면접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서류에 쓴 문장은 면접 질문이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설명할 수 있는 문장만 서류에 남기고, 그 문장으로 나올 질문을 미리 연습합니다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답변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마디로 답하면 길을 잃지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답은 1분 안팎 — 결론부터 말합니다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묻는 말에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먼저 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그렇게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말할 수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 장면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답변 예시 · 김서연(가명, 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「경력이 없는데 이 일을 잘할 수 있겠습니까?」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네, 수업과 현장 아르바이트로 물류 흐름을 직접 겪었습니다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유통관리 · 생산운영관리에서 재고와 입출고를 배웠습니다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물류센터에서 입고 수량 차이를 찾아 바로 보고했습니다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시스템을 빨리 익혀 입출고 일정을 맡겠습니다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경력 · 전공 질문은 피하지 말고 「이미 해 본 일」로 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실습 프롬프트 L3-3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— 예상 질문과 AI 모의면접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핵심 — 한 번에 한 질문씩 묻게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 직무의 면접관 [자료] 지원 직무 · 이력서 · 자기소개서 요약 [과업] ① 예상 질문 5개 ② 한 번에 하나씩 묻기 ③ 「결론 → 근거 → 사례 → 다짐」으로 피드백 [형식] 질문 한 줄, 피드백 세 줄 이내 [조건] 내 답에 없는 경험 덧붙이지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소리 내어 답해 보면 막히는 곳이 보입니다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상황 → 한 일 →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95900" y="31781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0132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0132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41275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한 문항 초안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문항 이름과 글자 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0" y="40132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5900" y="47148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5549900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549900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9700" y="5664200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 모의면접에서 나온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43500" y="5549900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43000" y="6556375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6556375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9700" y="6670675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가장 자신 있는 답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결론부터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3500" y="6556375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 하나와 면접 질문 하나를 패들릿 「3교시 강의 · 나누기」에 올립니다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 꼭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필요」로 남은 곳을 직접 확인했다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자기소개서에 내가 하지 않은 경험이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공고의 핵심 키워드가 자연스럽게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면접에서 이 문장을 내 말로 설명할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3교시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서류와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쓴 문장은 초안 — 사실과 목소리는 내가 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경험은 「상황 → 한 일 → 결과」 문장으로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흔한 표현 대신 실제 장면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답은 결론 → 근거 → 사례 → 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초안과 예상 질문을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총정리 워크숍 (정동엽)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