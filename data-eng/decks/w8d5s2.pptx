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8-5 · 데이터 파이프라인 구축 및 최종 RAG 챗봇 개발 · 실습 1.5H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301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00" b="1" spc="-302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Airflow DAG + RAG 챗봇 통합 구축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41629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최종 DAG 완성, 챗봇에 출처와 갱신 시각 표시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1.5시간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전 구성 요소(compose·Airflow health·컬렉션)를 전수 점검한다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스케줄·재시도·내용 기반 uuid5 를 갖춘 rag_pipeline_final 을 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챗봇 근거에 적재 시각을, 사이드바에 문서 수를 띄운다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설정을 상단 한곳에 모으고 컬렉션 이름 세 곳을 대조한다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확인 포인트를 지날 때마다 다음 단계로 — 하나라도 안 되면 거기서 해결하고 넘어갑니다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8-5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여섯 단계 — DAG 폴더와 챗봇 폴더를 오가며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~/airflow-lab 의 dags 와 ~/rag-chatbot 의 app.py 를 함께 열어 둡니다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전수 점검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compose ps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health · collections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최종 DAG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@daily · 재시도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uuid5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근거 표시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적재 시각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ingested_at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사이드바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문서 수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근거 개수 슬라이더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5·6. 설정·대조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os.getenv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컬렉션 이름 세 곳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8-5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전수 점검 — 셋 다 통과해야 출발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 서비스가 (healthy)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curl -s http://localhost:8080/health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metadatabase·scheduler 가 healthy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curl -s http://localhost:6333/collections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목록에 lecture_docs 가 보인다(8-3 적재분)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하나라도 안 되면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여기서 해결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후 진행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8-5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최종 DAG — 8-3 에서 달라진 여덟 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764286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76428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23960" y="2781300"/>
            <a:ext cx="83210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2781300"/>
            <a:ext cx="83210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764286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74523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INCOMING = BASE/incoming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3448050"/>
            <a:ext cx="83210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9210" y="3448050"/>
            <a:ext cx="81305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 문서 투입구(.txt)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969544"/>
            <a:ext cx="764286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969544"/>
            <a:ext cx="74523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glob(INCOMING/*.txt)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3969544"/>
            <a:ext cx="83210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9210" y="3969544"/>
            <a:ext cx="81305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폴더의 파일을 읽어 raw.json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491038"/>
            <a:ext cx="764286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491038"/>
            <a:ext cx="74523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schedule="@daily"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23960" y="4491038"/>
            <a:ext cx="83210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9210" y="4491038"/>
            <a:ext cx="81305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매일 자동 갱신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012531"/>
            <a:ext cx="764286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012531"/>
            <a:ext cx="74523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retries=2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23960" y="5012531"/>
            <a:ext cx="83210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19210" y="5012531"/>
            <a:ext cx="81305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일시 장애는 자동 재시도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534025"/>
            <a:ext cx="764286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5534025"/>
            <a:ext cx="74523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retry_delay 3분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23960" y="5534025"/>
            <a:ext cx="83210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19210" y="5534025"/>
            <a:ext cx="81305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timedelta(minutes=3)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055519"/>
            <a:ext cx="764286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055519"/>
            <a:ext cx="74523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uuid5(NAMESPACE_URL, t)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23960" y="6055519"/>
            <a:ext cx="83210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9210" y="6055519"/>
            <a:ext cx="81305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문서는 한 건(멱등)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6577012"/>
            <a:ext cx="764286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8250" y="6577012"/>
            <a:ext cx="74523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payload ingested_at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23960" y="6577012"/>
            <a:ext cx="83210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19210" y="6577012"/>
            <a:ext cx="81305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적재 시각 — 얼마나 낡았나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7098506"/>
            <a:ext cx="764286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7098506"/>
            <a:ext cx="74523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if not docs: return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23960" y="7098506"/>
            <a:ext cx="83210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19210" y="7098506"/>
            <a:ext cx="81305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빈 입력은 건너뛰고 정상 종료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collect &gt;&gt; transform &gt;&gt; embed_and_load — 웹 UI 에 rag_pipeline_final 이 뜨고 다음 실행 예정 시각·재시도 설정이 보이면 통과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8-5 · 실습 1.5H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3·4단계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챗봇 화면에 시각과 문서 수를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근거마다 적재 시각 — st.caption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h.payload.get('ingested_at')[:19] — 오래된 자료인지 사용자가 판단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사이드바에 st.metric("문서 수")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get_collection(COLLECTION).points_count — 차원은 caption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연결 실패는 st.error 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try/except — 「Qdrant에 연결하지 못했습니다」 + type(e).__name__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슬라이더 · 대화 지우기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st.slider 1~10 (기본 3) · 버튼으로 messages 를 비우고 st.rerun()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DAG 돌린 뒤 새로고침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문서 수가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늘어난다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8-5 · 실습 1.5H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5·6단계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설정 한곳에, 이름 세 곳 대조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0122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0122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COLLECTION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5287" y="2781300"/>
            <a:ext cx="139897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07687" y="2781300"/>
            <a:ext cx="136849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os.getenv("COLLECTION", "lecture_docs")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20122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20122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QDRANT_HOST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5287" y="3429000"/>
            <a:ext cx="139897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07687" y="3429000"/>
            <a:ext cx="136849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os.getenv("QDRANT_HOST", "localhost")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20122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20122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모델·임계값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55287" y="4076700"/>
            <a:ext cx="139897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07687" y="4076700"/>
            <a:ext cx="136849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EMBED_MODEL · CHAT_MODEL · THRESHOLD 0.3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20122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20122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클라이언트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55287" y="4724400"/>
            <a:ext cx="139897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07687" y="4724400"/>
            <a:ext cx="136849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@st.cache_resource get_clients()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20122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20122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DAG 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55287" y="5372100"/>
            <a:ext cx="139897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07687" y="5372100"/>
            <a:ext cx="136849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grep -n "lecture_docs" dags/rag_pipeline_final.py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6019800"/>
            <a:ext cx="20122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6019800"/>
            <a:ext cx="20122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챗봇 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55287" y="6019800"/>
            <a:ext cx="139897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07687" y="6019800"/>
            <a:ext cx="136849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grep -n "lecture_docs\|COLLECTION" app.py | head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6667500"/>
            <a:ext cx="20122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6667500"/>
            <a:ext cx="20122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실제 컬렉션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55287" y="6667500"/>
            <a:ext cx="139897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07687" y="6667500"/>
            <a:ext cx="136849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curl -s localhost:6333/collections | python -m json.tool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세 곳의 이름이 완전히 같아야 한다 — 오타 한 글자로 「DAG 는 성공했는데 챗봇이 모른다」가 된다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8-5 · 실습 1.5H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이름 한 글자 — DAG 성공, 챗봇은 「모른다」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 · 원인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DAG 는 초록인데 챗봇이 새 문서 내용을 답하지 못한다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DAG 와 챗봇이 다른 컬렉션 이름을 본다(오타 포함)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이전 DAG(rag_pipeline)를 트리거해 새 수집 로직이 안 돌았다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8-5 에서 가장 흔한 사고 원인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양쪽 코드의 컬렉션 이름을 대조하고 collect 로그를 본다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grep 두 줄 + curl collections 로 세 곳 대조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Grid 에서 rag_pipeline_final 의 collect 로그에 수집 건수 확인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대조를 습관으로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8-5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1.5시간이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717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432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67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717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ps 전부 (healthy), health 응답 둘 다 healthy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66236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733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857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66236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웹 UI 에 rag_pipeline_final · 다음 실행 예정 시각과 재시도 설정이 보인다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5293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45293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근거 보기에 적재 시각이, 사이드바에 문서 수가 뜬다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24351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3149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4387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24351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app.py 상단에 COLLECTION·QDRANT_HOST 등 설정이 모여 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0340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0340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DAG·app.py·실제 컬렉션 세 곳의 이름이 완전히 같다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이제 새 문서를 넣어 답변까지 이어지는지 — 다음 1H 에서 처음부터 끝까지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8-5 · 실습 1.5H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8-5 · 실습 1.5H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엔드투엔드 검증·시연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 문서를 투입구에 넣고 DAG 를 돌려 챗봇이 그 내용으로 답하는지 처음부터 끝까지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기준선 points_count 기록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「레이크하우스가 뭐야?」 전후 비교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번 돌려 멱등 · Qdrant 내렸다 올려 재시도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requirements·.env.example 로 패키징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웹 UI 의 최종 DAG · 고친 app.py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