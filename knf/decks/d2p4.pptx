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산출과 시각화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 · 막대 · 추세 차트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45분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 를 수식으로 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히스토그램에 규격선을, OEE 를 막대 · 꺾은선으로 그린다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차트 해석 문장에서 사실과 추측을 가린다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숫자는 Excel 로, 문장 초안은 AI 로, 확인은 사람이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지표마다 어울리는 차트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무엇을 보고 싶은가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시간의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측정값의 퍼짐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+ LSL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항목끼리 크기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시간에 따른 변화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일자별 OEE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히스토그램은 Excel 2016 부터 — 이전 버전은 COUNTIFS 구간표 + 세로 막대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수식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COUNTIFS(설비, A3, 값, "&lt;&gt;")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1719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1719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AVERAGEIFS(값, 설비, A3)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8958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8958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STDEV.S(IF(설비=A3, 값))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6197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6197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(USL−LSL)/(6*σ) · 한쪽이면 빈칸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63436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63436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Excel 2016·2019 의 STDEV.S(IF(…)) 는 Ctrl + Shift + Enter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CPK_ANSWER 「전체」와 맞춰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소결밀도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85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0.3262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6394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19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소결밀도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0.5373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6394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5919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6394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5919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소결외경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885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0.0261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GR-01 연삭외경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885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6394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5919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1.69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74420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83945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GR-02 연삭외경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94360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3885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6394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5919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1.78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4420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3945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모두 n = 620 · 소결밀도는 한쪽 규격이라 Cp 없음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히스토그램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SF-02 소결밀도 분포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 떼어 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 설비를 거르고 소결밀도 열만 새 시트에 붙인다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삽입 → 히스토그램 · 구간 너비 0.2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도형 선으로 95.0 에 빨간 세로선 + 「LSL 95.0」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숫자로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COUNTIF(A:A,"&lt;95") — SF-02 26개 · SF-01 0개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막대와 꺾은선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 · 소결로 일자별 추세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 표 → 묶은 가로 막대형, OEE 낮은 순 정렬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피벗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일자 · 열 설비 · 값 계산 필드 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 테이블 분석 → 피벗 차트 → 꺾은선형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이론시간/계획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*양품/생산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차트와 수식에서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표준편차가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배열 입력 안 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Ctrl+Shift+Enter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개수가 620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범위·설비명 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 2~2481행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분포 모양 비교 불가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구간 너비 다름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0.2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표준편차 다름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전체(p) 선택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「표준 편차」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두 소결로의 선이 어디서 벌어지는지는 메모만 — 시점 확인은 오후에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AI 해석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해석을 나눠 표시시킨다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남기는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숫자를 그대로 근거로 든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소결밀도 Cpk 0.65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 0.5373 &gt; SF-01 0.3262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연삭기 Cpk 1.66 · 1.75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고치는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표에 없는 원인 · 시점을 단정한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 부족 탓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탓이다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「확인 필요」 질문으로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n 620 · 평균 · σ 가 정답과 맞다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 를 비우고 Cpk 만 구했다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히스토그램을 같은 구간 너비로 그리고 LSL 을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 · 꺾은선 차트를 만들었다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문장의 숫자를 표와 한 줄씩 대조했다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통합 KPI 분석과 문제 공정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5교시에는 생산·품질 지표가 서로 어떻게 함께 움직이는지 산점도와 상관계수로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· 파레토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표 · Cpk 표 · 차트 · 해석 문장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