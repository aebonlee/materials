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정제 — 오류 8종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규칙을 정하고 Excel 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사전을 주고 AI 에게 점검 규칙 표를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로 오류 8종을 찾고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고치기·지우기·보류를 판단하고 정제 기록을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영점을 안 맞춘 계측기의 값은 믿을 수 없습니다 — 데이터도 같습니다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생산일지에 섞인 오류 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찾는 방법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표기 불일치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SINTER · 소 결 · 포장(공백)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날짜 형식 혼재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2026.08.15 · 8월 13일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3969544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3969544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 · MID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숫자에 단위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35분 · 4321개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491038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491038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표기 불일치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Day · A조 · 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012531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012531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비가동·양품·로트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534025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534025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COUNTBLANK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 &gt; 생산수량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3518 · 양품 3565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055519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055519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 비교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범위 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-30 · 999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577012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577012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미만, 480 초과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두 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4440" y="7098506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59690" y="7098506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· 지우기 · 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올바른 값을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알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번일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값을 모를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비우고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값을 평균이나 앞 행 값으로 채우지 않습니다 — 진짜 기록처럼 KPI 에 섞입니다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순서가 반 — 표기 → 형식 → 논리 → 중복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시트에서만 고치고, 정제메모 열과 LOG 시트에 기록합니다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준비·규칙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· LOG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점검 규칙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표기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CHOOSE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Ctrl+H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논리·빈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교환 · 로트 채움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 보류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중복·대조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 · 합계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수식과 메뉴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=CHOOSE(VALUE(RIGHT(C2,1)),"원료혼합",…,"포장")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Ctrl+H · 전체 셀 내용 일치 켜고 6번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=IF(AND(LEN(A2)=10,MID(A2,5,1)="-"),…)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 글자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 열만 골라 Ctrl+H 「분」 → 빈칸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=COUNTIFS(A:A,A2,B:B,B2,E:E,E2)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수식으로 만든 열은 값으로 붙여 넣은 뒤 도움 열을 지웁니다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값과 논리 오류 — 열마다 판단이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 &gt;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칸이 뒤바뀜 — 교환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원료로트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로트는 하나 — 같은 날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비가동·양품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 수 없음 — 비우고 메모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-30·999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값을 메모에 남김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보류한 행도 지우지 않습니다 — 그 행의 생산수량은 멀쩡한 기록입니다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정제에서 자주 일어나는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「주」를 바꿨더니 「주간간」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찾기 및 바꾸기 — 전체 셀 내용 일치를 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「분」을 지웠더니 「말 공급 지연」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글자는 대상 열만 골라서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제거에 정제메모까지 체크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메모가 달라 중복으로 안 잡힌다 — A~L 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합계가 작게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글자로 남은 숫자 — ISTEXT 가 0 인지 다시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 —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건수와 두 숫자로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나와야 하는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· 날짜 · 단위 문자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36 · 30 · 24건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· 빈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 · 18건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 · 범위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· 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 후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 → 1,488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 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정답 파일 02_production_log_clean.xlsx 의 CLEAN 시트와 행 수·합계가 같아야 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원본과 RAW_DIRTY 는 그대로, 수정은 WORK 에서만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6개 · 교대 2개 · 글자 숫자 0 · 다른 형식 일자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1,488행, 생산수량 합계 6,613,595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양품&gt;생산은 교환, 범위 밖·빈 비가동·양품은 보류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LOG 시트에 8종의 건수·처리·근거가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내일은 OEE — 2일차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생산일지로 설비종합효율(OEE)의 세 요소를 계산합니다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 · 성능 · 양품률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계획가동·비가동·이론CT의 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를 Excel 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숫자는 Excel 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정제된 WORK 시트와 LOG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