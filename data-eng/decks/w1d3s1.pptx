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1-3 · 이미지·컨테이너와 도커 사용하기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이미지와 컨테이너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붕어빵 틀과 붕어빵 — 앞으로 매일 쓸 다섯 낱말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이미지와 컨테이너의 관계를 붕어빵 틀 비유로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가상머신과 컨테이너의 차이를 「커널 공유」로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이름 저장소:태그 를 읽고 latest 를 피한다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-p 포트 매핑과 -v 볼륨이 무엇을 여는지 말한다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nginx 컨테이너로 이 낱말들을 손으로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컨테이너가 푸는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「제 컴퓨터에서는 되는데요」를 끝내는 기술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노트북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파이썬 코드가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 돈다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돈다 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환경이 다르다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파이썬·라이브러리 버전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 시스템 패키지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컨테이너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+ 필요한 것 전부를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상자에 포장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프로그램만 보내는 것이 아니라 그 프로그램이 도는 환경까지 담아 보낸다 — 어디서 열어도 똑같이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이번 과정에서 띄울 MinIO · Spark · Kafka · Qdrant 가 전부 컨테이너 — 오늘이 나머지 7주의 입구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이미지와 컨테이너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붕어빵 틀과 붕어빵 — 틀 목록은 images, 붕어빵 목록은 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— 붕어빵 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 전용, 변하지 않는다 — 파일 시스템 한 벌이 통째로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images 가 틀 목록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 하나로 컨테이너를 몇 개든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컨테이너를 지워도 틀은 남는다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— 찍어낸 붕어빵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실행되는 프로세스 — 각자 독립된 파일·네트워크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가 지금 구워지는 붕어빵 목록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먹어 없애도(삭제) 틀은 그대로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같은 환경을 언제든 다시 만든다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가상머신과의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가장 큰 차이 — 운영체제를 새로 올리느냐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가상머신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컨테이너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격리 방식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 를 통째로 올림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커널 공유, 프로세스만 격리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 GB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수십 MB ~ 수백 MB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기동 시간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수십 초 (부팅)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1초 안팎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대에 몇 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보통 수 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수십~수백 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언제 쓰나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OS 가 필요할 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커널에서 앱만 격리할 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리눅스 컨테이너는 리눅스 커널 위에서만 — 맥·윈도우는 Docker Desktop 이 작은 리눅스 VM 을 띄워 준다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레지스트리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레지스트리 — 이미지를 받아 오는 창고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Hub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큰 공개 레지스트리 — docker pull 은 여기서 틀을 내려받는 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저장소:태그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postgres:16 — postgres 가 저장소, 16 이 태그(버전)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latest 는 쓰지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태그를 생략하면 latest — 어제와 오늘의 latest 가 다를 수 있어 재현성이 깨진다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사내 레지스트리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회사에서는 AWS ECR · Harbor 등에 자기 이미지를 올려 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과정의 실습은 전부 태그를 명시한다(postgres:16 · apache/kafka:3.7.0) — 강의안의 태그를 그대로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포트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-p — 밖에서 안으로 들어가는 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59325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593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run -p 8080:80 nginx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2325" y="2781300"/>
            <a:ext cx="12542675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725" y="2781300"/>
            <a:ext cx="1223787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포트 : 컨테이너 포트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3459325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34593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왼쪽 8080 (내 쪽)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2325" y="3429000"/>
            <a:ext cx="12542675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725" y="3429000"/>
            <a:ext cx="1223787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마음대로 — 이미 쓰는 번호만 피하면 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3459325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34593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오른쪽 80 (컨테이너 쪽)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2325" y="4076700"/>
            <a:ext cx="12542675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725" y="4076700"/>
            <a:ext cx="1223787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이미지가 정한 것 — 못 바꾼다 (Docker Hub 문서)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3459325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34593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-p 를 안 쓰면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2325" y="4724400"/>
            <a:ext cx="12542675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725" y="4724400"/>
            <a:ext cx="1223787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컨테이너는 돌지만 밖에서 접속할 수 없다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컨테이너는 자기만의 네트워크를 가진다 — 안에서 80 으로 떠 있어도 내 브라우저에서는 그냥 보이지 않는다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볼륨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남길 것은 -v 로 컨테이너 밖에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 볼륨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-v pgdata:/var/lib/postgresql/data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도커가 관리하는 저장 공간에 이름을 붙여 쓴다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실습에서 주로 쓰는 방식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앞이 이름이면 볼륨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바인드 마운트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-v ~/data-eng/week1:/work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컴퓨터의 폴더를 컨테이너 안에 그대로 연결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코드를 컨테이너에 넣어 돌릴 때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앞이 경로(/ 로 시작)면 바인드 마운트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이미지는 틀(읽기 전용), 컨테이너는 그 틀로 만든 실행 중인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컨테이너는 커널을 공유하므로 가상머신보다 훨씬 가볍고 빠르다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이미지는 저장소:태그 로 부르고, latest 는 쓰지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-p 로 밖에서 안으로 들어갈 문을 뚫는다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남아야 할 데이터는 -v 로 컨테이너 밖에 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1-3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도커 기본 명령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nginx 컨테이너를 띄우고, 안을 들여다보고, 정지하고, 지우는 한 바퀴를 손에 익힙니다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· hello-world 로 데몬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nginx:1.27 로 run → ps → logs → stop → 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로 컨테이너 안에 들어가기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안에서 고친 것이 사라지는 것을 직접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데몬 실행 상태 (docker version)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