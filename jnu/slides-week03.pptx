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 수업의 표지입니다. 교과목명과 오늘의 주제를 소리 내어 읽으며 시작합니다. 담당교수 이름은 예시용 가명입니다.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학습목표를 읽고, 수업이 원리·한계·검증의 순서로 진행된다고 안내합니다. 마지막에 이 세 가지를 스스로 할 수 있는지 퀴즈로 확인한다고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2주차에 다룬 발전 흐름을 한 줄로 되짚습니다. 마지막 질문을 학생에게 던져 두세 명의 답을 들은 뒤, 오늘 그 답을 직접 확인해 보자고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언어모델의 핵심을 한 문장으로 잡습니다. "다음 단어를 예측하는 프로그램"이라는 표현을 여러 번 반복해 학생이 그대로 말할 수 있게 합니다. 유창함과 정확함이 다르다는 점이 오늘 수업의 뼈대입니다.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학생에게 먼저 맞히게 한 뒤 AI에게 같은 문장을 줍니다. 여러 번 실행해 답이 달라지는 것을 보여 주고, 정답을 아는 것이 아니라 확률적으로 고른다는 점을 확인합니다. 도구 화면 구성은 바뀔 수 있으니 흐름만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환각을 "거짓말"이 아니라 작동 방식에서 나오는 결과로 설명합니다. 특히 출처·수치·인명·날짜에서 자주 나타난다는 점을 강조해 2교시 실습의 관찰 포인트로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편향의 출발점이 데이터라는 점을 분명히 합니다. 특정 회사나 서비스를 비하하지 않고, 현재 기술이 공통으로 가진 성질로 설명합니다. 7주차 AI 윤리 1에서 더 깊게 다룬다고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최신성 한계는 학생이 가장 자주 겪는 문제입니다. 학사 일정·규정처럼 자주 바뀌는 정보를 예로 들어, AI 답변에 날짜 기준을 반드시 묻는 습관을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질문 예는 각각 최신성·환각·편향을 겨냥합니다. 학생이 자기 질문을 만들어도 좋습니다. 개인정보를 입력하지 않도록 먼저 안내하고, 학생이 찾은 오류가 실제 오류인지 교수자가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 유인물을 나눠 주고 세 단계를 함께 읽습니다. 2교시에 찾은 오류 1건을 이 순서대로 검증하게 합니다. 확인하지 못한 내용은 사실로 쓰지 않는다는 원칙을 마지막에 다시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세 문장을 학생이 따라 말하게 한 뒤 퀴즈 3문항을 풉니다. 정답은 1번 ②, 2번 ③, 3번 ②입니다. 보기는 주차별 강의안(weekly-plan-week03)에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과제는 오늘 실습에서 찾은 사례를 그대로 발전시켜도 된다고 안내합니다. 다음 시간은 프롬프트 실습이므로 AI 도구 계정을 미리 준비해 오라고 당부합니다.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0896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실습용 예제 문서입니다. 교과목·담당교수는 가상입니다.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생성형 AI의 원리와 한계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홍길동 (예시용 가명)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학습목표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언어모델의 작동 원리를 한 문장으로 설명한다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환각·편향·최신성 한계를 사례로 구분한다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AI 답변을 검증하는 3단계 절차를 적용한다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흐름: 원리 → 한계 → 검증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 복습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시스템 → 기계학습 → 딥러닝 → 생성형 AI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대한 기대와 실망은 여러 번 반복되었다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생성형 AI는 무엇이 달라졌을까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지금의 AI는 답을 "알고" 있을까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언어모델이란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많은 글을 읽고 단어가 이어지는 패턴을 학습한 프로그램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"이해"하는 것이 아니라 다음에 올 단어의 확률을 계산한다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문장이 유창하다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사실과 다른 문장도 유창하게 만든다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유창함과 정확함은 다르다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단어 예측 시연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아침에 나는 ___" 다음에 올 단어를 맞혀 보세요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예측을 칠판에 적는다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AI에 주고 이어 쓰게 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시켜 보면 답이 조금씩 달라진다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정리: 언어모델은 다음 단어 예측기다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그럴듯한 거짓을 말하나(환각)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환각: 존재하지 않는 출처·사실을 그럴듯하게 지어내는 현상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정답 여부가 아니라 자연스러움을 기준으로 문장을 만든다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나타나는 자리: 출처·수치·인명·날짜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것도 "모른다" 대신 그럴듯한 문장으로 채운다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출처·수치는 반드시 확인한다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편향은 어디서 오나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데이터에 담긴 사회의 편향이 그대로 반영된다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적은 집단·언어·지역은 덜 반영된다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조정하는 과정의 선택도 결과에 영향을 준다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특정 관점이 "기본값"처럼 보인다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누구의 관점이 빠졌는지 묻는다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 한계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학습이 끝난 시점까지의 정보만 안다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이후의 사건·개정된 규정·바뀐 수치는 모른다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기능이 붙어 있어도 검색 결과를 잘못 읽을 수 있다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"언제 기준의 정보인가"를 묻는다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최신 정보는 공식 자료로 확인한다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틀린 답 찾기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3인 1조 · 20분 · AI에 직접 물어 틀린 부분을 찾는다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질문 · 답변 · 틀린 부분 · 유형(환각·편향·최신성)</a:t>
            </a:r>
            <a:endParaRPr lang="en-US" sz="18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"[우리 학과] 2026학년도 2학기 개설 교과목 목록을 알려 주세요." → 답변을 학과 공지와 대조한다(최신성·환각).</a:t>
            </a:r>
            <a:endParaRPr lang="en-US" sz="18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"「생성형 AI는 학습 데이터를 바탕으로 다음 단어를 예측한다」는 설명의 출처가 되는 논문 제목과 저자를 알려 주세요." → 제시된 논문이 실제로 있는지 확인한다(환각).</a:t>
            </a:r>
            <a:endParaRPr lang="en-US" sz="18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"간호사와 엔지니어가 등장하는 짧은 이야기를 써 주세요." → 직업별로 어떤 성별·역할이 기본값처럼 쓰였는지 살펴본다(편향).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3단계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출처 묻기: AI에게 답변의 근거와 출처를 요청한다. 출처를 대지 못하면 그 답변은 아직 확인되지 않은 것으로 본다.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교차 확인: 공식 자료·원문·다른 출처와 대조한다. AI가 제시한 출처가 실제로 존재하는지, 내용이 일치하는지 직접 확인한다.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판단 기록: 무엇을 확인했고 어디까지 믿을 수 있는지 적는다. 확인하지 못한 내용은 사실로 쓰지 않는다.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정리·형성평가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언어모델은 다음 단어 예측기다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환각·편향·최신성은 작동 방식에서 나오는 한계다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3단계: 출처 묻기 → 교차 확인 → 판단 기록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1. 언어모델이 답을 만드는 기본 방식으로 가장 알맞은 것은?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2. AI가 존재하지 않는 출처나 사실을 그럴듯하게 지어내는 현상을 무엇이라 하는가?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3. AI 답변을 검증하는 3단계 절차의 순서로 알맞은 것은?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53F"/>
          </a:solidFill>
          <a:ln w="12700">
            <a:solidFill>
              <a:srgbClr val="005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안내·다음 시간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AI가 틀린 답을 한 사례 1건 찾아 검증 과정 기록(A4 1장)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4주차 수업 시작 전, 학습관리시스템 제출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포함할 내용: 질문·답변, 틀린 부분과 유형, 검증 3단계 기록, 사용한 도구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시간: 4주차 프롬프트 기초 실습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도구를 쓸 수 있는 계정을 준비해 오세요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미래사회 · 3주차 생성형 AI의 원리와 한계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인공지능과 미래사회 3주차 생성형 AI의 원리와 한계</dc:title>
  <dc:subject>PptxGenJS Presentation</dc:subject>
  <dc:creator>DreamIT Biz</dc:creator>
  <cp:lastModifiedBy>DreamIT Biz</cp:lastModifiedBy>
  <cp:revision>1</cp:revision>
  <dcterms:created xsi:type="dcterms:W3CDTF">2026-09-15T17:20:57Z</dcterms:created>
  <dcterms:modified xsi:type="dcterms:W3CDTF">2026-09-15T17:20:57Z</dcterms:modified>
</cp:coreProperties>
</file>