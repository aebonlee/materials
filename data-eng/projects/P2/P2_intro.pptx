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P2 · 개별 · 코랩 · 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날씨 × 따릉이 수요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 오는 평일, 대여는 얼마나 줄까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비 오는 평일에 서울 전체 대여가 몇 % 줄어드는지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비에 가장 민감한 자치구와 가장 덜 민감한 자치구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출처가 다른 두 데이터를 잇기 전에 확인할 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5주차 Spark 로 조인 · 집계하고, DuckDB 로 같은 결과를 대조합니다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P2 · 개별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서울시가 공개한 네 가지 자료 — 2025년 6월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규모 · 손댄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따릉이 대여이력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OA-15182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34480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9370" y="34480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402만 건 → 날짜 × 대여소 81,254행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대여소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OA-13252 「25.6월 기준」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1719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9370" y="41719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2,780곳 · 원본 그대로(엑셀)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강우량 10분 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OA-22715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8958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8958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강우량계 48개 파일 · 6월만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강우량계 위치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OA-22824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56197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9370" y="56197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강우량계 → 자치구 · 원본 그대로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모두 서울 열린데이터광장 · 공공누리 1유형 — ASOS 일자료(인증키)는 선택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P2 · 개별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날짜 × 자치구 키로 두 자료를 잇기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대여 기록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 × 대여소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대여소 정보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대여소 → 자치구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강우량 48개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인코딩 · 중복 정리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Spark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 × 구 조인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DuckDB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결과 대조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강우량은 10분 · 강우량계 단위, 대여는 하루 · 대여소 단위 — 키를 맞추는 정제가 핵심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P2 · 개별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1~3. 준비 · 대여 · 대여소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번호는 글자로 읽기, 엑셀 번호를 zfill(5)로 맞춰 자치구 붙이기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4~5. 강우량 · ASOS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48개 파일 인코딩 · 시각 · 중복 정리, (키가 있으면) ASOS 와 견주기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6~7. Spark · DuckDB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공휴일 · 주말 빼고 비 오는 평일 감소율, 두 도구로 대조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8~9. 저장 · 더 해 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Parquet 저장 · 비와 대여 그래프, 기준 mm 바꿔 보기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P2 · 개별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그대로는 이어지지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고친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대여소가 하나도 안 이어짐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엑셀 102 · 대여 00102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zfill(5)로 5자리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UTF-8 로 읽기 실패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48개 중 37개가 CP949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UTF-8 먼저, 안 되면 CP949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시각 형식 못박기 실패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초까지 적힌 줄이 섞임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format="mixed"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신림P 비가 두 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시각 두 줄(8,640줄)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시각마다 큰 값 하나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P2 · 개별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4861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34861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대여 합계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34861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34861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81,254행 · 4,024,309건, 최저 6/20 13,179건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4767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44767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대여소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44767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44767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2,780곳 · 못 이은 곳 1곳 964건(0.02%)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4673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54673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강우량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54673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54673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210,563줄 → 25개 구 × 30일 750행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579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64579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감소율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64579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64579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서울 49.0% · 강서구 63.8% · 금천구 35.5%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P2 · 개별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P2 · 개별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P2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 오는 평일에 대여가 거의 절반 줄어든다는 것을 숫자로 확인했습니다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비 오는 날 기준을 0.5 · 5 · 10mm 로 바꿔 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주말만 따로 계산해 평일과 비교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시간 단위로 묶어 비 그친 뒤 회복 보기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P3 상권 분석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