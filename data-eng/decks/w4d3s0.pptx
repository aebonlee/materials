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데이터 파이프라인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끝 상태 · s3a 부품 미리 받기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끝 상태가 아니다 — 테이블이 없거나 행 수가 다르다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부품(hadoop-aws)을 실습 중에 처음 받으면 몇 분 멈춘 듯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부품은 Spark 이미지에 없다 — 처음 쓰는 순간 275MB 를 받는다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점검(1~3단계)은 확인과 미리 받기만 · 재설정(4단계)은 적재를 다시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재설정은 오늘 올린 파일과 orders 테이블만 4-2 끝 모양으로 되돌린다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 4-2 끝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·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 부품 받기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275MB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 오늘 만들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 환경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적재를 처음부터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할 때만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끝 상태를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→ docker compose up -d → 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iceberg-rest · mc · minio · spark-iceberg 네 컨테이너가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"SELECT count(*) FROM demo.lakehouse.orders;"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가 나오면 4-2 끝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exec mc mc ls local/raw/orders/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orders_2026-08-01.csv 한 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NOT_FOUND 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예전 compose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→ 4단계로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부품(hadoop-aws)을 미리 받아 두기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--packages …hadoop-aws:3.3.4 -e "SELECT 1;"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 판은 이미지 하둡과 같은 3.3.4 · grep 으로 두 줄만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처음: 3 artifacts copied, 0 already retrieved 와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275MB — 실측 macOS 2분 29초 · 4분 24초 · 5분 39초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다시: 0 artifacts copied, 3 already retrieved 와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받아 둔 것을 다시 쓴다 — 11초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언제 걸까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시작 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걸어 두기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왜 필요한가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부품이 없으면, 받아 둔 부품은 어디에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없으면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ClassNotFound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S3AFileSystem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하면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/root/.ivy2 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남는다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down 하면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함께 사라져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다음에 다시 받는다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질문 — 받는 데 몇 분 걸렸나요 · 회사망 프록시에서 막힌 분은 「질문」으로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뒤에서 누가 받나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orders_2026-08-02.csv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데이터 적재 2단계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ETL 전부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etl_bad.py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(일부러 실패)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etl_orders.py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 2단계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3~6단계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8주차 Airflow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orders_2026-08-03.csv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 5단계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 · 4-5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6행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(1~5 · 7)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 6단계 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 Trino · 4-5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 spark-submit … etl_orders.py 를 치면 can't open file — 아직 만들기 전이라는 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수업 전 10분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적재만 처음부터 다시 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rm 으로 08-02 · 08-03 · orders_bad.csv 세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Removed 줄 — 아직 안 올린 파일은 오류 줄, 무시해도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 TABLE … PURGE + CREATE + 4행 INSERT 한 번에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spark-sql -e 한 줄 — 4-2 끝 모양의 orders 를 다시 만든다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ls local/raw/orders/ → SELECT count(*)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orders_2026-08-01.csv 한 줄과 4 — 원천 데이터 적재 2단계부터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스냅샷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기록은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새로 시작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컨테이너가 Up 이고 count 가 4 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raw/orders/ 에 orders_2026-08-01.csv 한 줄만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치면 0 artifacts copied, 3 already retrieved 가 나온다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 스크립트는 아직 없다 — 실습 시간에 히어독으로 만든다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받아 둔 부품은 stop 하면 남고, down 하면 사라져 다시 받는다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데이터 파이프라인 설계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몇 번 돌려도 같은 결과가 나오는 적재부터 잡습니다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 존을 따로 두는 이유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멱등성 — 몇 번 돌려도 같은 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INTO — 있으면 갱신, 없으면 삽입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s3a와 S3FileIO — 두 갈래 경로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