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DuckDB를 이용한 데이터 분석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문법을 한 장으로, 3-5 재료 모으기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분석 문법 열한 가지를 표로 한눈에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이 나았던 것·Pandas 가 나았던 것을 하나씩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3-5 하이브리드 가공에 필요한 orders.csv 를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「결과가 미묘하게 다른」 지점을 적어 두는 것이 3-5 의 재료입니다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분석 문법 — 집계와 윈도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조건부 집계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FILTER (WHERE 조건)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자르기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4143375"/>
            <a:ext cx="118414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4143375"/>
            <a:ext cx="116509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date_trunc('day'|'week'|'month', ts)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그룹별 순위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838700"/>
            <a:ext cx="118414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838700"/>
            <a:ext cx="116509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rank() OVER (PARTITION BY … ORDER BY 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 거르기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534025"/>
            <a:ext cx="118414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534025"/>
            <a:ext cx="116509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QUALIFY rnk &lt;= 3 (DuckDB 전용)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누적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6229350"/>
            <a:ext cx="118414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6229350"/>
            <a:ext cx="116509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sum(x) OVER (ORDER BY 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6924675"/>
            <a:ext cx="118414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6924675"/>
            <a:ext cx="116509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avg(x) OVER (ORDER BY d ROWS BETWEEN 6 PRECEDING AND CURRENT ROW)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QUALIFY·GROUP BY ALL·EXCLUDE 는 DuckDB 전용 — 옮겨 다닐 질의라면 표준 문법으로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정리·회고 0.5H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분석 문법 — 구조와 왕복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 나누기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a AS ( … ), b AS ( … 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알아서 묶기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41719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41719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ALL (DuckDB 전용)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빼고 전부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8958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8958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EXCLUDE (열) (DuckDB 전용)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6197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6197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.df() — 반드시 줄인 다음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질의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63436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63436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파이썬변수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.df() 는 반드시 줄인 다음 — 집계 전 원본에 부르면 100만 행이 통째로 올라온다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재료 모으기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3-5 설계에 쓸 재료 — 각각 하나씩 적어 두세요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이 나았던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100만 행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사용자별 집계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5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가 나았던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분위수 경계로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 나누기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둘 다 되는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골랐고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골랐나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미묘하게 다른 지점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예 — 이동 평균의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앞쪽 처리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3-5 에서는 「무엇을 SQL 로, 무엇을 Pandas 로」를 스스로 정해 파이프라인을 만듭니다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의 CTE·Window 문법이 DuckDB 에서 그대로 통했다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Parquet·CSV 끼리 JOIN 하는 분석 질의를 작성했다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결과와 Pandas 결과를 대조해 교차 검증했다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로 단계를 나누고 중간 결과를 따로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PARTITION BY + rank + QUALIFY 로 그룹별 상위 N 을 뽑았다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rolling 과 윈도 프레임의 앞쪽 처리 차이를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로 받아 후처리하고 DataFrame 을 다시 SQL 로 질의했다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줄이기 전·후 .df() 의 시간·메모리 차이를 실측했다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9225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Binder Error —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가 별칭을 못 찾음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가 SELECT 보다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평가된다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식을 다시 적거나 CTE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윈도 결과는 QUALIFY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rank 결과가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실행마다 다르게 보임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동률 안의 출력 순서는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보장되지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키에 고유 열 추가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rank 와 row_number 비교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메모리 부족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또는 매우 느림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전 원본을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통째로 변환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집계·필터·LIMIT 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줄인 뒤 .df()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QUALIFY 가 다른 DB 에서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문법 오류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표준 SQL 이 아닌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계열 확장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옮길 질의는 CTE 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감싸고 WHERE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변환은 항상 「작아진 다음」 — 오늘 가장 많이 나온 규칙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과 Pandas 중 하나만 잘하면?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실무는 둘 다 — 대용량 도구 대부분이 SQL 인터페이스(5주차 SparkSQL·4주차 Trino)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FILTER (WHERE …) 가 안 되는 DB 도?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에는 없다 — SUM(CASE WHEN 조건 THEN 1 ELSE 0 END) 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왕복할 때마다 복사되나요?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.df() 는 복사된다 — 그래서 줄인 다음에. FROM 변수는 대개 복사 없이 참조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질의가 느린데 어디를 봐야?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 을 앞에 붙이면 실행 계획 — 대개 읽는 행이 많거나 조인 순서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3-5 · Pandas와 DuckDB를 이용한 하이브리드 가공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하이브리드 설계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 분담·품질 항목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파이프라인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 단위 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품질 리포트 작성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주차 산출물 제출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 회고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산출물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3-1 의 orders.csv(결측 30·공백 20·중복 15 가 심어진 원본) — 없으면 make_orders.py 재실행(시드 고정)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3-5 하이브리드 가공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로 추출하고 Pandas 로 정제하는 파이프라인을 만들어 품질 리포트와 정제 Parquet 을 제출합니다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Pandas·DuckDB 역할 분담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결측·중복·타입 오염 품질 지표 정의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재실행 가능한 정제 함수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 리포트 + 정제 Parquet 제출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3-1 의 orders.csv · venv 활성화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