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2교시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공정능력지수(Cp·Cpk)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안에 얼마나 여유 있게 들어오는가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LSL·USL·평균·표준편차의 역할을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양쪽·한쪽 규격의 Cp·Cpk 를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를 일반적인 판정 기준으로 해석한다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Cpk 는 4교시에 Excel 로 직접 산출합니다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과녁과 탄착군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여유를 정하는 두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퍼짐 — 표준편차 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자국 무리가 얼마나 넓게 퍼졌나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STDEV.S 로 구한다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대부분 평균 ± 3σ 안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줄이려면 산포 원인 제거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치우침 — 평균 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무리의 중심이 과녁 중앙에서 비켜났나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AVERAGE 로 구한다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중앙과 비교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고치려면 세팅값 조정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계산식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는 잠재 능력, Cpk 는 지금 실력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 − LSL) ÷ 6σ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퍼짐만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min(위 여유, 아래 여유)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퍼짐 + 쏠림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 여유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 − μ) ÷ 3σ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상한까지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여유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(μ − LSL) ÷ 3σ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하한까지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하한만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= (μ − LSL) ÷ 3σ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한쪽 규격에서는 규격 폭이 없으므로 Cp 를 계산하지 않는다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계산식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 (일반적으로)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현장에서 하는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1.33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유지 · 정기 모니터링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1.0 ~ 1.33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산포·치우침 점검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1.0 미만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조사 · 임시 조치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고객사·업종마다 요구 수준이 다르다 — 실제 판정은 회사 품질 기준서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이 라인의 규격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SPEC 시트 — 한쪽 규격 하나, 양쪽 규격 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LSL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USL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종류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소결밀도_pct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95.0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한쪽(하한)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소결외경_mm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10.12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연삭외경_mm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9.94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10.06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03_quality_measure.xlsx · MEASURE 2,480행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소결외경 — 평균 10.2000 · σ 0.0203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0.16 ÷ (6 × 0.0203)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 여유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0.08 ÷ (3 × 0.0203)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여유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0.08 ÷ (3 × 0.0203)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중 작은 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평균이 규격 정중앙이라 Cp 와 Cpk 가 같다 — 판정은 관리 필요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퍼짐, 다른 판정 (예시 숫자)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 · 평균 10.00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9.94~10.06 · σ 0.012 · 중심이 맞음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93535" y="483870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45935" y="483870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93535" y="5400675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5935" y="5400675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93535" y="596265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5935" y="596265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B · 평균 10.03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σ 0.012 · 위로 0.03 쏠림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23185" y="483870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75585" y="483870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723185" y="5400675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75585" y="5400675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0.83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723185" y="596265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75585" y="596265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 — SF-01 소결밀도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96.2546 · 표준편차 0.3262 · 하한 95.0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(96.2546 − 95.0) ÷ (3 × 0.3262) = 1.2546 ÷ 0.9786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1.28 → 1.0 ~ 1.33 구간, 관리 필요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Cp 는?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상한이 없어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안 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는 퍼짐만, Cpk 는 퍼짐과 쏠림을 함께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는 가까운 쪽 규격까지의 여유 (작은 값)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규격은 Cpk 만 — 소결밀도 (μ − 95.0) ÷ 3σ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높고 Cpk 낮으면 세팅 조정이 먼저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1.33 · 1.0 은 일반 기준 — 실제는 회사 기준서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2교시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공정별 OEE 산출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 생산일지를 올려 공정별 OEE 를 계산시키고, Excel 로 같은 값을 다시 계산해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파일을 제대로 읽었나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방식으로 계산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테이블 · SUMIFS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결과와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02_production_log_clean.xlsx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