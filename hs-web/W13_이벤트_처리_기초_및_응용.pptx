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11/26(목)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처리 기초 및 응용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[온라인 : 강의영상] onclick, addEventListener() 등 활용, 상태와 렌더링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addEventListener로 사용자 동작에 반응하는 코드를 쓸 수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preventDefault로 폼의 기본 동작을 막을 수 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위임으로 나중에 추가될 요소까지 처리할 수 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상태를 바꾸고 화면을 다시 그리는 구조로 코드를 짤 수 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주요 이벤트 종류를 상황에 맞게 고를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200809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00809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addEventListener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343" y="2781300"/>
            <a:ext cx="207374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343" y="2781300"/>
            <a:ext cx="207374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click/input/submit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5335" y="2781300"/>
            <a:ext cx="174284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5335" y="2781300"/>
            <a:ext cx="174284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preventDefault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3433" y="2781300"/>
            <a:ext cx="1044163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3433" y="2781300"/>
            <a:ext cx="1044163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e.target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2847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2847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이벤트 위임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08577" y="2781300"/>
            <a:ext cx="1401577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8577" y="2781300"/>
            <a:ext cx="1401577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상태와 렌더링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— 사용자 동작에 반응하기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addEventListener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'#btn'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() {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'눌렸다'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화살표 함수로 (더 많이 씁니다)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'눌렸다'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이벤트 객체를 받을 수 있습니다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btn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target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실제로 눌린 요소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'click'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— 사용자 동작에 반응하기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56819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5681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7919" y="2781300"/>
            <a:ext cx="342179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7919" y="2781300"/>
            <a:ext cx="342179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97811" y="2781300"/>
            <a:ext cx="9947189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7811" y="2781300"/>
            <a:ext cx="9947189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5681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6631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click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7919" y="3448050"/>
            <a:ext cx="34217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33169" y="3448050"/>
            <a:ext cx="32312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눌렀을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97811" y="3448050"/>
            <a:ext cx="994718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93061" y="3448050"/>
            <a:ext cx="9756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button, a, 아무 요소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5681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6631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7919" y="4171950"/>
            <a:ext cx="34217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33169" y="4171950"/>
            <a:ext cx="32312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입력할 때마다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97811" y="4171950"/>
            <a:ext cx="994718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93061" y="4171950"/>
            <a:ext cx="9756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input, textarea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5681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6631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change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37919" y="4895850"/>
            <a:ext cx="34217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33169" y="4895850"/>
            <a:ext cx="32312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값이 확정될 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97811" y="4895850"/>
            <a:ext cx="994718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93061" y="4895850"/>
            <a:ext cx="9756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select, checkbox, radio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56819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6631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submit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37919" y="5619750"/>
            <a:ext cx="342179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33169" y="5619750"/>
            <a:ext cx="323129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폼을 제출할 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97811" y="5619750"/>
            <a:ext cx="9947189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3061" y="5619750"/>
            <a:ext cx="9756689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form (button이 아닙니다)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이벤트 — 사용자 동작에 반응하기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65364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6536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34745" y="2781300"/>
            <a:ext cx="490797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34745" y="2781300"/>
            <a:ext cx="490797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780818" y="2781300"/>
            <a:ext cx="436418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80818" y="2781300"/>
            <a:ext cx="436418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6536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4631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keydown / keyup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34745" y="3448050"/>
            <a:ext cx="49079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9995" y="3448050"/>
            <a:ext cx="47174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키를 누를 때 / 뗄 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780818" y="3448050"/>
            <a:ext cx="4364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76068" y="3448050"/>
            <a:ext cx="4173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input, 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66536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64631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mouseenter / mouseleave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34745" y="4171950"/>
            <a:ext cx="49079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9995" y="4171950"/>
            <a:ext cx="47174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마우스가 들어올 때 / 나갈 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780818" y="4171950"/>
            <a:ext cx="4364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76068" y="4171950"/>
            <a:ext cx="4173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아무 요소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66536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64631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scroll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34745" y="4895850"/>
            <a:ext cx="49079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29995" y="4895850"/>
            <a:ext cx="47174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스크롤할 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780818" y="4895850"/>
            <a:ext cx="4364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76068" y="4895850"/>
            <a:ext cx="4173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window, 스크롤 상자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66536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64631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DOMContentLoaded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34745" y="5619750"/>
            <a:ext cx="490797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9995" y="5619750"/>
            <a:ext cx="471747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HTML을 다 읽었을 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780818" y="5619750"/>
            <a:ext cx="436418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76068" y="5619750"/>
            <a:ext cx="417368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document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폼이 새로고침되는 것을 막습니다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'#myForm'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'submit'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preventDefault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⚠ 이게 없으면 페이지가 새로고침됩니다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'#name'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링크가 이동하는 것도 막을 수 있습니다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link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preventDefault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부모 하나에만 걸어 둡니다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❌ 문제: 이 코드가 돈 뒤에 추가된 li에는 이벤트가 안 걸립니다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querySelectorAll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=&gt;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'클릭'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✅ 부모에 걸고, 실제로 눌린 것이 무엇인지 안에서 판단합니다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'ul'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target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closest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(!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li 밖을 눌렀으면 무시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console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이벤트가 자식 → 부모로 거슬러 올라가는 성질(버블링)을 이용한 것입니다.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상태와 렌더링 — 이 수업의 핵심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조금씩 고치다 보면 금세 어디가 무엇을 바꾸는지 알 수 없게 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 → 렌더 구조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① 상태 — 이 앱이 기억해야 할 것 전부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'숙제하기'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'운동하기'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② 렌더 — 상태를 보고 화면을 만드는 함수. 그리는 곳은 여기 하나뿐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'#list'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통째로 비우고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    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통째로 다시 그린다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createElement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del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createElement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'button'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대신 "값을 바꾸고 → 화면을 다시 그린다" 한 방향으로만 흐르게 만들면, 코드가 늘어나도 헷갈리지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 → 렌더 구조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'삭제'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splice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③ 상태를 바꾸고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④ 다시 그린다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처음 한 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구조가 좋은 이유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화면을 고치는 곳이 render() 하나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뿐이라 "어디서 바뀐 거지?"를 찾을 일이 없습니다.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상태만 보면 지금 화면이 어떨지 알 수 있습니다.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기능을 추가할 때 상태를 바꾸고 render()를 부르면 끝입니다.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구조를 자동으로 해 주는 것이 14주차에 맛볼 React입니다. 지금 손으로 해 보면 React가 왜 필요한지 몸으로 알게 됩니다.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상태와 렌더링 — 이 수업의 핵심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매번 전부 다시 그리면 느리지 않을까 걱정될 수 있지만, 수십~수백 개 수준에서는 전혀 문제가 되지 않습니다.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먼저 단순하게 만들고, 느려지면 그때 고치는 것이 순서입니다.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시간의 실습 3개 — 학습사이트의 코드 실습장에서 직접 치고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· 기본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카운터를 만드세요. +1, -1, 초기화 버튼 세 개를 두고 숫자를 화면에 표시합니다. 반드시 render() 함수로 그리는 곳을 하나로 모으세요.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값(count)과 화면은 다른 것입니다. 값을 바꾼 뒤 render()를 불러야 화면이 바뀝니다.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1 모범답안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innerHTML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`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"view"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&lt;/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"minus"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&gt;-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&lt;/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"reset"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&gt;초기화&lt;/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"plus"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&gt;+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&lt;/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`;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let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'#view'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'#plus'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++;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});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'#minus'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--;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});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'#reset'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 });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· 응용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입력칸과 버튼을 만들고, 입력한 글자를 목록에 추가하는 기능을 만드세요. 빈 값은 추가되지 않아야 하고, 추가한 뒤 입력칸은 비워야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form의 submit에 preventDefault를 걸고, trim()으로 공백만 입력한 경우도 걸러 냅니다. 사용자…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innerHTML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`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form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&lt;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"text"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placeholder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"할 일"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&lt;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&gt;추가&lt;/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&lt;/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form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"list"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&gt;&lt;/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`;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[];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function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{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'#list'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createElement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'li'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textContent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 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// 사용자 입력이므로 textContent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2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33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ul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'#f'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'submit'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preventDefault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'#text'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trim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(!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todos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push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''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render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· 심화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JS · 학습사이트 실습장에서 작성 · 「확인」 으로 채점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탭 전환을 만드세요. 버튼 3개와 내용 3개를 두고, 누른 버튼의 내용만 보이게 하세요. 보이기·숨기기는 hidden 속성으로, 선택된 버튼 표시는 클래스로 하세요.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힌트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data-tab 속성으로 버튼과 내용을 짝지으면 개수가 늘어도 코드를 안 고쳐도 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 (1/2)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body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innerHTML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`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active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weight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color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#4338ca;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[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hidden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display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none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!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important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style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"tab is-active"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&gt;소개&lt;/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"tab"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&gt;활동&lt;/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"tab"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&gt;연락&lt;/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button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"panel"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panel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&gt;소개 내용&lt;/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"panel"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panel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hidden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&gt;활동 내용&lt;/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"panel"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panel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hidden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&gt;&lt;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&gt;연락 내용&lt;/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&gt;&lt;/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section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`;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839950" y="1181100"/>
            <a:ext cx="23050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1638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354300" y="1295400"/>
            <a:ext cx="1562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모범답안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3159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· 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3159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 모범답안 (2/2)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</p:txBody>
      </p:sp>
      <p:sp>
        <p:nvSpPr>
          <p:cNvPr id="14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querySelectorAll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'.tab'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panels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document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querySelectorAll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'.panel'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addEventListener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'click'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() =&gt; {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classList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toggle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'is-active'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panels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forEach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=&gt; {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hidden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dataset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panel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!==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; 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});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13주차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13주차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13주차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처리 기초 및 응용 — 이 시간에 다룬 것을 학습사이트에서 다시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3340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 주차 페이지의 절마다 「이해했어요 · 실습했어요 · 어려워요」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3개를 실습장에서 「확인」 까지 — 「실습했어요」 체크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362700"/>
            <a:ext cx="672465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퀴즈 11 「퀴즈 11 — 이벤트 처리 기초와 응용」 응시 (성적 미반영 · 학습 확인용)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또는 패들릿에 — 30분 넘게 혼자 막혀 있지 않기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14주차 · 종합 정리 및 과제 평가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