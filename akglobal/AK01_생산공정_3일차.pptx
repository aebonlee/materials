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생산·공정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224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</a:t>
            </a:r>
          </a:p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작업표준·공정문서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3627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3일차 · 10/18(일) · 모듈 5·6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5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엑셀+AI 공정 데이터 정리·집계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결측·이상치·중복을 AI 로 정제하고, 실적·작업시간을 일별·조별로 집계한 뒤 코멘트와 그래프까지 받습니다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데이터 정리의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정제 → 분류 → 집계 → 코멘트 → 시각화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결측·이상치·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처리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집계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일별·조별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합계·평균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코멘트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말로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시각화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인터프리터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실습 파일은 가상의 공정 데이터입니다 — 실제 실적 파일은 업로드하지 않습니다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두 가지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안에서 vs 파일을 올려서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+ AI (수식·설명)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에게 수식·절차를 받아 내 엑셀에서 실행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내 PC 를 떠나지 않는다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수식·피벗 설명을 받아 직접 적용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표·반복 업무에 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ChatGPT 코드 인터프리터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 파일을 올리면 분석·그래프까지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업로드 → 정제·집계·그래프 자동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엑셀로 내려받기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데이터는 올리지 않는다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결측·이상치·중복 정제 절차 받기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열 구조만 알려 주고 절차를 받기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공정 데이터를 정리하려고 해. 열은 [날짜, 조, 설비, 생산량, 작업시간, 불량수]야. 결측·이상치·중복을 찾고 처리하는 절차를 엑셀 기능 기준으로 단계별로 알려줘. 이상치 기준은 평균±3표준편차로 하고, 각 단계에 쓸 수식이나 메뉴 경로를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수식이 내 엑셀 버전에서 동작하는지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결측·이상치·중복 정제 절차 받기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데이터 대신 열 이름만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구조만 알려 줘도 절차가 나온다 — 보안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이상치 기준을 내가 정하기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기준은 현장이 안다 — AI 에게 묻지 않는다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수식은 작은 표로 먼저 시험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줄짜리 가상 표에서 확인 후 전체 적용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데이터는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PC 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떠나지 않는다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표준 카테고리 부여 — 불량·정지 사유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자유 기록을 표준 코드로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아래는 작업자가 자유롭게 적은 정지·불량 사유 목록이야. 이것을 「설비 · 자재 · 작업 · 품질 · 기타」 다섯 표준 카테고리로 분류하고, 원문·카테고리·분류 근거 표로 정리해줘. 애매한 것은 「검토」로 표시해줘. 목록: [붙여 넣기]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「검토」 항목을 내가 확정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표준 카테고리 부여 — 불량·정지 사유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카테고리는 회사 기준으로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만든 분류가 아니라 우리 코드표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 열을 요구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그렇게 분류했는지 보여야 고칠 수 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확정 표는 다음 달 Few-shot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「이 예시처럼 분류해줘」로 반복 사용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분류 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달마다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재사용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일별·조별 집계와 코멘트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집계 기준과 코멘트 분량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가상의 집계표를 보고 생산관리 담당으로서 코멘트를 써줘. 일별 생산량 추세, 조별 작업시간 대비 생산량 비교, 불량률이 높은 날 세 개를 짚고, 원인은 표에 없으니 「확인 필요」로 적어줘. 전체 다섯 문장 이내. 표: [붙여 넣기]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표에 없는 원인을 지어내지 않았는지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일별·조별 집계와 코멘트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비교 기준을 정해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「작업시간 대비」처럼 분모를 알려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원인은 표에 없다고 선언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숫자만 보고 원인을 단정하지 못하게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코멘트는 보고서에 붙일 길이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「다섯 문장 이내」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숫자를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말로 바꾸는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것이 코멘트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코드 인터프리터로 자동 시각화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가상 파일 업로드, 그래프 종류 지정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첨부한 가상의 공정 데이터 파일을 읽고 ① 일별 생산량 꺾은선 ② 조별 평균 생산량 막대 ③ 날짜별 불량률 꺾은선 세 가지 그래프를 그려줘. 제목·축 이름은 한국어로, 그래프마다 한 줄 해석을 붙이고 정리한 표는 엑셀 파일로 내려받게 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축 단위와 날짜 순서가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코드 인터프리터로 자동 시각화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그래프 종류를 내가 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「적당히」 대신 꺾은선·막대를 지정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한국어 축 이름 요청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하면 영어로 나온다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결과 파일은 내려받아 보관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대화가 지워져도 파일은 남는다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회사 파일은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올리지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않는다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5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구조만 알려 주고 결측·이상치·중복 정제 절차를 받는다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자유 기록을 표준 카테고리로 분류 — 근거 열과 「검토」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일별·조별 집계표에 다섯 문장 코멘트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코드 인터프리터로 그래프 세 개와 결과 파일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실제 실적 파일은 올리지 않습니다 — 엑셀 안에서 수식으로 처리합니다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6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점검·EHS·4M 변경점 문서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점검표, EHS 문서·MSDS 요약·사고 보고서, 4M 변경점 보고와 영향 평가 표를 만들고 사내 AI 가이드라인 초안으로 마무리합니다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네 가지 문서와 AI 가 하는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점검표 · EHS · 4M · AI 가이드라인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가 만드는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사람이 확인하는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설비 점검표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일일·주간·월간 항목과 주기 분리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항목이 설비 매뉴얼과 맞는지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EHS 문서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MSDS 요약·사고 보고서 초안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법정 서식·보고 기한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4M 변경점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변경 보고·영향 평가 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영향 범위·승인자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가이드라인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허용·금지 정보 분류 초안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보안 정책과의 정합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안전 문서는 AI 초안 → 안전 담당 검토 → 승인 순서를 지킵니다 — 초안은 빨라지고 책임은 그대로입니다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4M 변경점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사람 · 기계 · 재료 · 방법이 바뀌면 문서가 따라간다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57625" cy="5715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576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사람(Man)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429000"/>
            <a:ext cx="3857625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8250" y="3429000"/>
            <a:ext cx="3667125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작업자 교체·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신입 투입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91125" y="2781300"/>
            <a:ext cx="3857625" cy="5715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1125" y="2781300"/>
            <a:ext cx="38576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기계(Machine)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1125" y="3429000"/>
            <a:ext cx="3857625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6375" y="3429000"/>
            <a:ext cx="3667125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설비·금형·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치공구 변경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9250" y="2781300"/>
            <a:ext cx="3857625" cy="5715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9250" y="2781300"/>
            <a:ext cx="38576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재료(Material)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9250" y="3429000"/>
            <a:ext cx="3857625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3429000"/>
            <a:ext cx="3667125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소재 로트·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공급처 변경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87375" y="2781300"/>
            <a:ext cx="3857625" cy="5715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87375" y="2781300"/>
            <a:ext cx="38576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방법(Method)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87375" y="3429000"/>
            <a:ext cx="3857625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82625" y="3429000"/>
            <a:ext cx="3667125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조건·순서·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방법 변경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9530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9530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변경 내용</a:t>
            </a:r>
          </a:p>
        </p:txBody>
      </p:sp>
      <p:sp>
        <p:nvSpPr>
          <p:cNvPr id="26" name="deckgen:ornament"/>
          <p:cNvSpPr txBox="1"/>
          <p:nvPr/>
        </p:nvSpPr>
        <p:spPr>
          <a:xfrm>
            <a:off x="4972050" y="49530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00650" y="49530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0650" y="49530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영향 범위</a:t>
            </a:r>
          </a:p>
        </p:txBody>
      </p:sp>
      <p:sp>
        <p:nvSpPr>
          <p:cNvPr id="29" name="deckgen:ornament"/>
          <p:cNvSpPr txBox="1"/>
          <p:nvPr/>
        </p:nvSpPr>
        <p:spPr>
          <a:xfrm>
            <a:off x="9029700" y="49530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58300" y="49530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58300" y="49530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확인 항목</a:t>
            </a:r>
          </a:p>
        </p:txBody>
      </p:sp>
      <p:sp>
        <p:nvSpPr>
          <p:cNvPr id="32" name="deckgen:ornament"/>
          <p:cNvSpPr txBox="1"/>
          <p:nvPr/>
        </p:nvSpPr>
        <p:spPr>
          <a:xfrm>
            <a:off x="13087350" y="49530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315950" y="49530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315950" y="49530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승인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변경 하나에 「무엇이 바뀌었나 → 어디에 영향이 가나 → 무엇을 확인했나」 세 질문을 표로 답합니다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설비별 일일·주간·월간 점검 체크리스트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주기별로 나누고 확인란 포함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설비 보전 담당으로서 [설비명]의 점검 체크리스트를 만들어줘. 일일·주간·월간 세 표로 나누고, 항목마다 「점검 내용 · 판정 기준 · 확인(O/X) · 비고」 열을 써줘. 판정 기준의 수치는 [빈칸]. 매뉴얼에 있는지 확실하지 않은 항목은 「매뉴얼 확인」으로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항목이 설비 매뉴얼과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설비별 일일·주간·월간 점검 체크리스트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주기별로 표를 분리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표에 섞으면 현장에서 못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판정 기준은 빈칸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수치는 매뉴얼·규정에서 직접 채운다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「매뉴얼 확인」 출구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모르는 설비는 지어내지 않게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점검표는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설비마다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MSDS 요약과 사고 보고서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현장용 요약과 사실만의 보고서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아래 가상의 MSDS 에서 작업자가 알아야 할 것만 「위험성 · 보호구 · 응급조치 · 보관」 네 항목으로 다섯 줄씩 요약해줘. ② 그리고 아래 사고 메모를 「발생 경위 · 피해 · 즉시 조치 · 원인(추정) · 재발 방지」 양식의 보고서 초안으로 써줘. 사실과 추정을 구분해줘. 자료: [붙여 넣기]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추정이 사실처럼 쓰이지 않았는지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MSDS 요약과 사고 보고서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MSDS 는 공개 자료라 입력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제품명만 가리면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「사실과 추정 구분」 요구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사고 보고서의 핵심 — 책임이 걸린다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양식은 회사 서식 항목명으로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법정 서식이 있으면 그 항목 순서로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사고 보고는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안전 담당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검토 후 제출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4M 변경점 보고와 영향 평가 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변경 내용에서 영향과 확인 항목 도출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공정 엔지니어로서 아래 변경 내용으로 4M 변경점 보고서를 써줘. 「변경 구분(사람/기계/재료/방법) · 변경 전 · 변경 후 · 영향 범위(품질/안전/납기) · 확인 항목 · 승인」 표로 정리하고, 영향 범위마다 확인해야 할 검사 항목을 두 개씩 제안해줘. 변경 내용: [무엇이 어떻게 바뀜]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영향 범위가 빠진 곳은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4M 변경점 보고와 영향 평가 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변경 내용은 한 줄로 명확히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「금형 A → B」처럼 전후를 분명히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확인 항목은 제안으로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채택은 품질·안전 담당이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승인란은 비워 두기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채울 칸이 아니다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변경 하나에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 한 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사내 AI 활용 가이드라인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허용·주의·금지 세 등급으로 분류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 부서용 「AI 활용 가이드라인」 초안을 만들어줘. ① 입력 정보를 「허용 · 주의(가리고 입력) · 금지」 세 등급으로 분류한 표(예시 항목 각 5개) ② 문서별 AI 초안 → 검토 → 승인 절차 ③ 지켜야 할 규칙 7가지. 전체 한 장 분량, 규칙은 한 줄씩.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회사 보안 정책과 충돌하는 항목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사내 AI 활용 가이드라인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등급이 실무에 맞는다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허용/금지 둘로는 애매한 것이 많다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보안 5가지를 금지에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슬라이드의 표를 그대로 넣는다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초안은 보안·인사와 함께 확정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부서 가이드는 회사 정책 아래에 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가이드라인은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과정의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마지막 산출물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6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주기별로 나눈 설비 점검 체크리스트 — 판정 기준은 빈칸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MSDS 현장 요약과 사실·추정을 구분한 사고 보고서 초안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4M 변경점 보고와 영향 범위별 확인 항목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허용·주의·금지 세 등급의 사내 AI 활용 가이드라인 초안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안전 문서는 AI 초안 → 담당 검토 → 승인 — 순서를 바꾸지 않습니다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엑셀 공정 데이터를 AI 로 정리할 때 가장 안전한 방법은?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실제 실적 파일을 통째로 올린다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열 이름만 알려 주고 절차·수식을 받는다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고객사 이름을 포함해 올린다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정리는 AI 가 알아서 하게 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데이터가 PC 를 떠나지 않습니다. 열 구조만으로도 정제 절차와 수식을 받을 수 있고, 파일을 올릴 때는 가상 데이터만 씁니다.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현업 적용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돌아가서 바로 하는 세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16305F"/>
          </a:solidFill>
          <a:ln w="9525">
            <a:solidFill>
              <a:srgbClr val="16305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이번 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SOP 한 건·점검표 한 건을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프롬프트로 다시 만들어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생산일지 요약·회의록 정리를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매주 같은 프롬프트로 반복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분기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프롬프트 폴더·용어집·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가이드라인을 확정한다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프롬프트 22개는 학습사이트에서 빈칸째 복사할 수 있습니다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5" name="Picture 4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생산·공정 과정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문서는 AI 가 초안을, 판단은 사람이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3일 동안 만든 22개 프롬프트와 문서 초안은 팀의 공용 자산입니다 — 빈칸째 저장하고 매주 다시 씁니다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SOP·작업지시서·점검표 초안을 1시간 안에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일지·회의록 요약을 매주 같은 프롬프트로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다국어 안내문은 용어집과 역번역으로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회사 정보는 [빈칸] — 가이드라인대로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 22개 · 문서 초안 8종 · AI 가이드라인 초안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