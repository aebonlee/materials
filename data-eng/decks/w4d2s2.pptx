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4-2 · Apache Iceberg 레이크하우스 구축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+ Iceberg 환경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컨테이너 둘을 더해 레이크하우스 기반 완성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compose 를 통째로 교체해 컨테이너 넷을 모두 Up 으로 만든다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· REST 카탈로그 · Spark · 카탈로그 위치를 하나씩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spark-defaults.conf 에서 demo 카탈로그 설정 줄을 읽는다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spark-sql 에서 demo 를 보고, 카탈로그를 멈춰 오류도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이미지를 안 받았으면 up 이 20분 넘게 걸립니다 — 미리 받아 두세요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4-1 의 ~/lakehouse 에서 이어서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4-1 에서 띄운 minio · mc 와 raw 버킷이 그대로 있는 상태에서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compose 교체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히어독으로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통째로 덮어쓰기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살아 있나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· 버전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· uri · 로그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설정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spark-defaults.conf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spark-sql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SHOW CATALOGS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일부러 실패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rest 멈추고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조회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핵심 명령 — 교체하고, 띄우고, 버킷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8827" y="27813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1227" y="27813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 &gt; docker-compose.yml &lt;&lt; 'EOF' … EOF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달라진 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8827" y="34290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1227" y="34290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CATALOG_URI·볼륨 · MINIO_DOMAIN·별칭 · 태그 고정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띄우기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8827" y="40767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81227" y="40767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mkdir -p scripts → docker compose up -d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28827" y="47244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81227" y="47244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18582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버킷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28827" y="5372100"/>
            <a:ext cx="1481617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81227" y="5372100"/>
            <a:ext cx="1451137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exec mc mc mb -p local/warehouse → mc ls local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확인: 네 컨테이너(iceberg-rest · mc · minio · spark-iceberg) Up · 볼륨 lakehouse_rest-catalog Created · 버킷 raw/ · warehouse/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 · 왜 카탈로그 볼륨인가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카탈로그를 볼륨의 파일에 남긴다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볼륨 없이 — 이미지 기본값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jdbc:sqlite:file:/tmp/iceberg_rest_mode=memory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이름과 달리 컨테이너 안의 파일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restart 는 버틴다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→ up 이면 테이블 목록이 사라진다</a:t>
            </a:r>
          </a:p>
        </p:txBody>
      </p:sp>
      <p:sp>
        <p:nvSpPr>
          <p:cNvPr id="17" name="Oval 16"/>
          <p:cNvSpPr/>
          <p:nvPr/>
        </p:nvSpPr>
        <p:spPr>
          <a:xfrm>
            <a:off x="1447800" y="654843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33538" y="637032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의 파일은 그대로 남는다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rest-catalog 볼륨 — 4-2 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jdbc:sqlite:file:/home/iceberg/iceberg_catalog.db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 파일이 볼륨에 놓인다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 → up 뒤에도 count 4 유지(실측)</a:t>
            </a:r>
          </a:p>
        </p:txBody>
      </p:sp>
      <p:sp>
        <p:nvSpPr>
          <p:cNvPr id="26" name="Oval 25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정리 시간에 down → up 으로 확인</a:t>
            </a:r>
          </a:p>
        </p:txBody>
      </p:sp>
      <p:sp>
        <p:nvSpPr>
          <p:cNvPr id="28" name="Oval 27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컨테이너가 넷 — 하나씩 확인해 문제를 좁힌다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— curl …/minio/health/live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minio: 200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 카탈로그 — curl localhost:8181/v1/config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{"defaults":{},"overrides":{}}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 — spark-sql --version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로고 아래 version 3.5.5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 위치 — logs rest | grep uri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uri=jdbc:sqlite:file:/home/iceberg/iceberg_catalog.db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로그 끝 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Started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@…ms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demo 카탈로그는 이미 연결돼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82829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2829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82829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80924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spark.sql.catalog.demo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3448050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9290" y="3448050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demo 라는 이름의 카탈로그 등록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82829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80924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…demo.type 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4143375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9290" y="4143375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카탈로그는 REST 방식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82829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80924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…demo.uri http://rest:8181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4838700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59290" y="4838700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카탈로그 서비스 주소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82829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80924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…demo.s3.endpoint http://minio:9000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5534025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9290" y="5534025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S3 API 주소 (MinIO)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82829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80924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…demo.warehouse s3://warehouse/wh/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6229350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9290" y="6229350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 기본값 — REST 카탈로그가 정함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82829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80924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spark.sql.defaultCatalog demo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64040" y="6924675"/>
            <a:ext cx="76809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59290" y="6924675"/>
            <a:ext cx="74904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이름을 빼면 demo 로 본다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 자리는 REST 카탈로그(warehouse=s3://warehouse/)가 정한다 — 파일은 warehouse/lakehouse/orders/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spark-sql 에 들어가 카탈로그를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compose exec spark-iceberg spark-sql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WARN 몇 줄 뒤 spark-sql ()&gt; 프롬프트 — 실측 6초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CATALOGS;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demo · spark_catalog 두 줄이면 연결 성공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DATABASES IN demo;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줄 없이 Time taken 만 — 다음 실습에서 채운다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quit; 또는 Ctrl+D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나가기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4041 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다른 Spark 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4040 — 무시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카탈로그를 멈추면 Spark 는 무엇을 못 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 는 테이블 목록을 스스로 갖지 않고 매번 카탈로그에 묻습니다 — spark-sql 은 quit; 으로 나온 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rest 멈추기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stop rest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다시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spark-sql -e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| grep Exception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오류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UnknownHost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Exception: rest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 이름 오류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멈춘 컨테이너는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이름표에서 빠짐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되살리기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start rest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다시 조회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ps 에 네 컨테이너 Up · mc ls local 에 raw/ · warehouse/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minio: 200 · defaults·overrides JSON · version 3.5.5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uri 가 /home/iceberg/iceberg_catalog.db (볼륨 자리)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SHOW CATALOGS 에 demo · spark_catalog 두 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 를 멈추면 UnknownHostException: rest — start 로 복구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4-2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4-2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테이블 생성과 타임 트래블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demo 카탈로그에 orders 테이블을 만들고, 스냅샷을 쌓아 과거로 갔다 오고, 컬럼을 더해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CREATE TABLE … USING iceberg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에 생긴 metadata/ · data/ 파일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UPDATE → VERSION AS OF → 롤백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ADD COLUMN 뒤 parquet 개수 비교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spark-sql ()&gt; 프롬프트가 떠 있는 터미널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