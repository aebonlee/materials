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4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C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1462653" cy="571500"/>
          </a:xfrm>
          <a:prstGeom prst="rect">
            <a:avLst/>
          </a:prstGeom>
        </p:spPr>
      </p:pic>
      <p:pic>
        <p:nvPicPr>
          <p:cNvPr id="12" name="Picture 11" descr="re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40" y="1028700"/>
            <a:ext cx="3941460" cy="4191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품질·검사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활용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품질 데이터 분석·보고 자동화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3일 22시간 · 품질관리·QA·QC·검사·고객 클레임 담당자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동양에이케이코리아 × 한국표준협회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2026 산업·일자리 전환 교육 · ReBuild 아카데미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엑셀 품질 검사 데이터를 AI 로 정제·분류·분석한다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파레토·관리도를 AI 보조로 만들고 자연어로 해석한다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월간 품질 보고서·8D·클레임 응대 문서를 자동 작성한다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비전 AI 외관검사를 체험하고 정확도와 한계를 이해한다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검사 → 집계 → 분석 → 보고 → 피드백, 품질 업무 흐름 전체에 AI 를 붙입니다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 · 22시간 · 6개 모듈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1116330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11163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584680" y="2781300"/>
            <a:ext cx="256032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584680" y="2781300"/>
            <a:ext cx="25603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1일차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44805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8530" y="344805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생성형 AI 품질 활용과 데이터 정제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584680" y="344805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79930" y="344805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1일차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14337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8530" y="414337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 데이터 분류와 AI 통계 분석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584680" y="414337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79930" y="414337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2일차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83870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8530" y="483870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 보고서·임원 요약 자동화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584680" y="483870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79930" y="483870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2일차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553402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553402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8D·5Why·재발방지 자동화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584680" y="553402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679930" y="553402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622935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8530" y="622935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클레임 응대·협력사 공문 자동화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584680" y="622935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679930" y="622935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83280" y="692467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8530" y="692467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비전 AI 외관검사 입문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584680" y="692467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679930" y="692467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10/30(금) ~ 11/1(일) · 집합 · 강의 + 실습 — 모든 프롬프트는 학습사이트에서 복사할 수 있습니다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대상 · 방법 · 준비물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대상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품질관리·QA·QC·검사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클레임 담당자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방법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짧은 개념 설명 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바로 따라 하는 실습 중심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준비물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ChatGPT 또는 Claude 계정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엑셀 · 학습사이트 접속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실습 데이터는 전부 가상의 검사 데이터입니다 — 회사 실제 데이터는 가져오지 않습니다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시작하기 전에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에 입력하지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줄로 기억하기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기술·공정 비밀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도면·배합비·공정 조건·설비 파라미터·원가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고객·거래 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1719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41719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고객사 이름·단가·계약 조건·클레임 원문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개인·인사 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8958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8958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이름·연락처·사번·평가·급여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공시·재무 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6197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6197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공시 전 실적·미확정 재무 수치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IT 보안 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63436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8770" y="63436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비밀번호·서버 주소·계정·내부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오늘 화면의 제품명·수치·이름은 전부 가상의 값이거나 [빈칸]입니다 — 회사가 허용한 AI 서비스만 씁니다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진행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모든 실습은 다섯 단계로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화면을 보며 따라 하고, 잘된 프롬프트는 빈칸째 저장합니다 — 첫 답은 초안, 두 번째 요청에서 쓸 만해집니다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학습사이트의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복사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채우기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[빈칸]에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가상의 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표로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점검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이어서 던질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빈칸째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폴더에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· 모듈 1 · 3시간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생성형 AI 품질 활용과 데이터 정제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품질 데이터가 흐르는 다섯 단계 가운데 AI 가 맡을 자리를 찾고, 엑셀 검사 데이터를 분석할 수 있는 상태로 만듭니다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품질 업무 데이터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검사 → 집계 → 분석 → 보고 → 피드백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측정·외관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검사 기록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집계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엑셀 정리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정제·표준화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파레토·관리도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추출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월간 보고서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임원 요약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피드백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시정조치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표준 개정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44140" y="5086350"/>
            <a:ext cx="38100" cy="209550"/>
          </a:xfrm>
          <a:prstGeom prst="rect">
            <a:avLst/>
          </a:prstGeom>
          <a:solidFill>
            <a:srgbClr val="BBD5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605760" y="5086350"/>
            <a:ext cx="38100" cy="209550"/>
          </a:xfrm>
          <a:prstGeom prst="rect">
            <a:avLst/>
          </a:prstGeom>
          <a:solidFill>
            <a:srgbClr val="BBD5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644140" y="5295900"/>
            <a:ext cx="13037820" cy="38100"/>
          </a:xfrm>
          <a:prstGeom prst="rect">
            <a:avLst/>
          </a:prstGeom>
          <a:solidFill>
            <a:srgbClr val="BBD5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2453640" y="5162550"/>
            <a:ext cx="381000" cy="26670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집계·분석·보고 세 단계가 AI 적용 효과가 가장 큰 자리입니다 — 검사와 피드백은 사람이 결정합니다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품질 도메인 용어를 프롬프트에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용어를 먼저 정의해 주면 답이 달라집니다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용어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70027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우리 현장에서의 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프롬프트에 쓰는 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불량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03320" y="34480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8570" y="34480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치수·외관·표면 등 규격을 벗어난 제품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「불량 = 검사 결과 NG 로 표시된 행」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CTQ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41719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8570" y="41719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고객이 가장 민감한 핵심 품질 특성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「CTQ 는 [두께·표면 조도]」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SPC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48958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8570" y="48958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관리도로 공정 안정성을 보는 통계적 공정 관리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「SPC 룰은 Nelson 8가지 기준」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결측·이상치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56197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8570" y="56197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비어 있거나 분포를 크게 벗어난 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「IQR 1.5배 밖은 이상치로 표시만」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프롬프트 첫 줄에 「용어 정의」 한 줄을 넣으면 AI 가 일반 뜻이 아니라 우리 현장의 뜻으로 답합니다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엑셀 검사 데이터 정제와 컬럼 표준화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바꾼 내용을 표로 보고받기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알루미늄 제품 검사 데이터를 오래 다룬 품질 데이터 담당자로서, 아래 엑셀 표를 분석 가능한 형태로 정제해줘. 열 이름을 [날짜·라인·품번·검사항목·측정값·판정] 로 통일하고, 날짜·숫자 형식을 맞추고, 무엇을 어떻게 바꿨는지 변경 내역 표로 먼저 보여줘.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값이 바뀐 행이 없는지 — 형식만 바뀌어야 합니다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엑셀 검사 데이터 정제와 컬럼 표준화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열 이름은 회사 양식대로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분석 뒤 사내 양식에 그대로 붙일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원본은 건드리지 않게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「새 시트에 정제본을 만들어줘」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변경 내역을 먼저 받기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바꾼 것을 사람이 승인한 뒤 진행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원칙은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값은 그대로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형식만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카테고리 자동 부여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기준 목록 밖은 '기타'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검사 비고란의 자유 서술을 아래 카테고리 [치수·외관·표면·조립·포장] 가운데 하나로 분류해줘. 결과는 원문·카테고리·근거 세 열 표로 주고, 어느 것에도 맞지 않으면 '기타'로 표시하고 지어내지 마.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'기타'로 분류된 행만 모아 새 카테고리 후보 제안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카테고리 자동 부여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기준 목록을 먼저 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목록이 없으면 AI 가 제멋대로 나눈다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근거 열을 요구하기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분류 이유가 보이면 검토가 빨라진다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출구를 열어 두기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'기타'가 있어야 억지 분류가 사라진다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분류는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표로 받아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 줄씩 대조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결측치·이상치 처리와 데이터 품질 리포트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삭제 대신 표시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측정값 열의 결측치와 이상치를 찾아줘. 이상치는 IQR 1.5배와 Z-score 3 두 기준으로 각각 표시하고, 중복 행은 어떤 열 기준으로 중복인지 밝혀줘. 삭제하지 말고 '처리 제안' 열에 적고, 마지막에 데이터 품질 리포트를 다섯 줄로 요약해줘.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이상치로 표시된 값이 실제 불량일 수 있는지 — 지우면 안 됩니다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3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결측치·이상치 처리와 데이터 품질 리포트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두 기준을 같이 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IQR 과 Z-score 가 겹치는 값부터 확인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이상치는 단서다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분포 밖의 값이 진짜 공정 이상일 수 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리포트는 숫자로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결측 n건·이상치 n건·중복 n건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처리는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표시만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삭제는 사람이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1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열 이름·형식이 통일된 정제본 시트와 변경 내역 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비고란 자유 서술을 카테고리로 나눈 분류 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결측·이상치·중복을 표시한 데이터 품질 리포트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품질 용어 정의를 첫 줄에 넣은 나만의 프롬프트 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정제가 끝난 데이터만이 다음 모듈의 분석에 들어갑니다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· 모듈 2 · 3시간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불량 데이터 분류와 AI 통계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말로 적힌 불량 사례를 표준 코드로 묶고, 파레토와 관리도로 어디부터 손댈지 찾아냅니다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불량 코드 정비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자연어 불량 설명을 표준 코드로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코드표가 흔들리면 집계가 흔들립니다 — 먼저 코드표를 고정하고, 그다음 AI 에 매핑을 맡깁니다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코드표 점검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중복·비슷한 코드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통합 후보 찾기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정의 보강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코드마다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줄 정의·예시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매핑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자유 서술 →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 + 근거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표본 추출해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사람이 대조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틀린 사례를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정의에 추가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품질 도구 한눈에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파레토 · 관리도 · SPC 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파레토 차트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유형별 건수 막대 + 누적 비율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상위 20% 가 80% 인지 본다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관리도 X-bar · R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X-bar 평균 · R 범위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중심선과 UCL·LCL 로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SPC 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한계 밖 1점 · 한쪽 9점 · 추세 6점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규칙 이름을 프롬프트에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세 도구 모두 엑셀로 그리고 AI 에는 「해석」을 맡기는 것이 이 모듈의 방식입니다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불량 설명을 표준 코드로 매핑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코드표 밖은 '미분류'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불량 코드표(코드·정의·예시)를 기준으로, 검사원이 적은 불량 설명 [붙여 넣기] 을 코드로 매핑해줘. 결과는 원문·코드·확신도(상·중·하)·근거 네 열 표로 주고, 어떤 코드에도 맞지 않으면 '미분류'로 두고 새 코드 후보를 따로 제안해줘.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확신도 '하' 행을 사람이 전부 검토했는지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4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불량 설명을 표준 코드로 매핑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코드표를 통째로 넣기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정의·예시가 있어야 매핑이 안정된다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확신도 열을 요구하기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검토 순서가 정해진다 — '하'부터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표본 검증은 20건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틀린 사례를 코드 정의에 되먹인다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매핑은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확신도로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검토 순서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대량 불량 사례 자동 분류·라벨링 검증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나눠 넣고 합치기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불량 사례 [200건] 을 앞서 정한 코드표로 분류해줘. 50건씩 나눠 처리하고 매 묶음마다 코드별 건수를 집계해줘. 끝나면 전체 집계표와 함께, 같은 원문이 다른 코드로 분류된 사례가 있으면 목록으로 보여줘.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무작위 20건을 뽑아 사람 판정과 일치율 계산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5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대량 불량 사례 자동 분류·라벨링 검증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긴 목록은 나눠 넣기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번에 넣으면 뒤쪽 품질이 떨어진다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일관성 검사를 요구하기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원문 다른 코드 = 정의가 모호한 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일치율은 숫자로 남기기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20건 중 n건 일치 — 다음 회차 개선 지표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검증은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무작위 표본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사람 판정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파레토 80/20 과 관리도 해석 코멘트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데이터에 없는 원인은 쓰지 않기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불량 유형별 건수 표로 파레토 분석을 해줘. 누적 비율 80% 까지의 핵심 유형을 뽑고, 각 유형에 대해 데이터로 말할 수 있는 사실만 두 줄 코멘트해줘. 이어서 아래 X-bar·R 관리도 데이터에 SPC 룰 [Nelson 1·2·3] 을 적용해 이상 신호가 나온 부분군과 규칙 이름을 표로 정리해줘.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이상 신호가 나온 부분군 번호가 데이터와 맞는지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6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파레토 80/20 과 관리도 해석 코멘트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차트는 엑셀로 그리기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는 집계·해석, 그림은 엑셀이 정확하다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규칙 이름을 명시하기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'이상하면' 대신 「Nelson 룰 1·2·3」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원인 추정은 금지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밖 원인은 '추가 조사 필요'로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해석은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사실과 추정을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나눠서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2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정의·예시가 보강된 불량 코드표와 매핑 결과 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대량 사례 분류 집계표와 표본 일치율 기록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파레토 핵심 불량 목록과 SPC 이상 신호 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사실과 추정을 나눠 쓴 해석 코멘트 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어디부터 손댈지 — 숫자로 말할 수 있게 됐습니다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것 한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검사 데이터에서 IQR 1.5배 밖의 값이 나왔습니다. 가장 알맞은 처리는?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① 분석을 위해 바로 삭제한다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② 평균값으로 바꿔 넣는다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③ 표시만 하고 실제 불량인지 확인한다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④ AI 에 삭제 여부를 맡긴다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이상치는 입력 실수일 수도 있지만 진짜 공정 이상의 단서일 수도 있습니다. 삭제·대체는 사람이 확인한 뒤 결정하고, AI 에는 '표시와 처리 제안'까지만 맡깁니다.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· 모듈 3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품질 보고서·임원 요약 자동화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검사 코멘트에서 원인을 뽑고, 월간 보고서 양식을 채우고, 임원이 1분에 읽는 다섯 줄로 줄입니다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보고서가 만들어지는 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코멘트 → 클러스터 → 트렌드 → 보고서 →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코멘트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검사원 자유 서술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수백 건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클러스터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비슷한 코멘트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묶음·핵심 원인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트렌드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월별·라인별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늘고 주는 것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보고서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회사 양식에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표·차트 자리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임원용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다섯 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앞 단계의 산출물이 다음 단계 프롬프트의 입력이 됩니다 — 한 대화에서 이어 가되 주제가 바뀌면 새 대화로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같은 데이터, 다른 보고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실무자 보고서와 임원 요약은 다른 문서입니다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실무자 월간 보고서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근거가 다 보여야 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불량률·유형별 건수·파레토 표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관리도와 이상 신호 목록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시정조치 진행 현황 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임원 다섯 줄 요약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판단에 필요한 것만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달 한 줄 결론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큰 변화 한 가지와 숫자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결정이 필요한 것 한 가지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검사 코멘트 클러스터링과 핵심 원인 추출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묶음마다 대표 원문 보여 주기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품질 데이터를 분석하는 QA 담당자로서, 아래 검사 코멘트 [붙여 넣기] 를 내용이 비슷한 것끼리 5~8개 묶음으로 나눠줘. 묶음마다 이름·건수·대표 원문 두 개·추정 원인 한 줄을 표로 정리하고, 추정 원인은 '추정'이라고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건수가 가장 많은 묶음의 월별 추이 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7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검사 코멘트 클러스터링과 핵심 원인 추출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묶음 수를 범위로 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5~8개 — 너무 적으면 뭉개지고 많으면 흩어진다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대표 원문을 요구하기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묶음 이름이 맞는지 원문으로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추정은 추정이라 쓰기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보고서에 사실처럼 옮겨지는 사고를 막는다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묶음은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대표 원문으로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월간 품질 보고서 양식 채우기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수치는 [수치]로 비워 두기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월간 품질 보고서 양식(목차·항목)에 맞춰 초안을 써줘. 각 항목에 들어갈 문장을 쓰되 실제 수치는 [수치]로 비워 두고, 표가 들어갈 자리는 「표: 열 이름 목록」, 차트가 들어갈 자리는 「차트: 종류·축」으로 표시해줘. 지난달과 비교하는 문장은 '[증감]'으로 남겨줘.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양식의 항목 순서가 그대로인지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8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월간 품질 보고서 양식 채우기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양식을 먼저 넣기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목차가 있으면 회사 보고서가 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표·차트는 자리만 받기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표는 엑셀에서 붙인다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숫자는 파일에서 직접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초안의 숫자는 믿지 않는다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보고서는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양식 → 초안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→ 숫자 채움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관리도 입력 기반 자연어 해석과 권고 액션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액션은 '권고'로, 결정은 사람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X-bar·R 관리도 요약(중심선·UCL·LCL·이상 신호 목록)을 읽고, 공정 상태를 품질 회의에서 말하듯 네 문장으로 해석해줘. 이어서 권고 액션을 즉시·단기·장기 세 가지로 나눠 표로 제안하고, 각 액션에 '확인 필요한 데이터' 열을 붙여줘.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권고 액션이 이상 신호와 연결돼 있는지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9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관리도 입력 기반 자연어 해석과 권고 액션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관리도 수치를 표로 넣기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그림은 못 읽는다 — 숫자 요약을 준다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시간 축으로 나누기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즉시·단기·장기가 회의 결정 단위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확인 데이터 열을 요구하기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액션의 근거가 비었는지 바로 보인다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액션은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권고까지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결정은 회의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임원 보고용 다섯 줄 요약과 시각화 제안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결정이 필요한 것을 마지막 줄에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월간 품질 보고서 초안을 임원이 1분 안에 읽을 다섯 줄로 요약해줘. 1줄 이번 달 결론, 2줄 가장 큰 변화와 숫자, 3줄 원인, 4줄 조치 현황, 5줄 결정이 필요한 사항. 이어서 이 다섯 줄을 뒷받침할 차트 한 개를 종류·축·강조할 점으로 제안해줘.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내용을 메신저 보고용 세 줄로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10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임원 보고용 다섯 줄 요약과 시각화 제안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줄마다 역할을 정하기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결론·변화·원인·조치·결정 — 빠지는 줄이 없다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차트는 한 개만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임원 화면에는 하나가 남는다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결정 사항을 끝에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읽고 나서 무엇을 해야 하는지가 보인다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요약은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줄 수와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줄의 역할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3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검사 코멘트 묶음표와 핵심 원인·추정 구분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회사 양식에 맞춘 월간 품질 보고서 초안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관리도 해석 문장과 즉시·단기·장기 권고 액션 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임원용 다섯 줄 요약과 차트 한 개 제안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보고서를 쓰는 시간이 아니라 보고서를 검토하는 시간이 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· 모듈 4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8D·5Why·재발방지 자동화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 하나를 8D 여덟 단계로 끝까지 끌고 가며, 원인 분석과 대책 평가·표준화 문서를 AI 와 함께 만듭니다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8D 여덟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D1 팀 구성부터 D8 종결까지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56210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5621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781300"/>
            <a:ext cx="476250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무엇을 적는가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D1·D2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84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구성·문제 정의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4480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9050" y="34480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관련 부서·역할 / 무엇이·어디서·언제·얼마나 — 숫자로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D3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84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임시 조치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41719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9050" y="41719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유출을 막는 봉쇄 조치와 확인 결과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D4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384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근본 원인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48958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9050" y="48958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5Why·특성요인도(4M+1E)로 발생·유출 원인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D5·D6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384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대책 선정·실행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43800" y="56197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9050" y="56197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 평가 → 선정 → 실행과 효과 확인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15621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13716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D7·D8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432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84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재발 방지·종결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43800" y="63436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9050" y="63436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표준·도면·검사 기준 개정, 수평 전개, 팀 인정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D4 근본 원인에 5Why 와 특성요인도가 들어갑니다 — 이 모듈의 실습은 D1 → D8 순서로 한 문제를 끝까지 다룹니다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원인 분석 도구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5Why 와 특성요인도(4M+1E)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78105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5Why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「왜」를 다섯 번 이어 물어 근본 원인까지 내려간다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발생 원인과 유출 원인을 따로 묻는 것이 요령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2924175"/>
            <a:ext cx="78105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특성요인도 4M+1E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사람·기계·재료·방법 + 환경 다섯 가지로 원인 후보를 펼친다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에는 후보 도출을, 검증은 현장에서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두 도구 모두 AI 가 내놓는 것은 「후보」입니다 — 현장 확인으로 걸러진 것만 8D 에 적습니다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8D 보고서 D1~D3 초안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문제 정의는 숫자로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품질 문제 해결을 이끄는 QA 리더로서, 아래 불량 상황 [붙여 넣기] 으로 8D 보고서 D1~D3 초안을 써줘. D1 은 역할별 팀 구성 표, D2 는 무엇이·어디서·언제·얼마나를 숫자로 적되 모르는 값은 [빈칸], D3 는 임시 조치 후보 세 가지와 각각의 확인 방법을 표로 제안해줘.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D2 를 고객에게 보여 줄 중립적 문장으로 다시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8D 보고서 D1~D3 초안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상황 설명에 사실만 넣기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추정을 섞으면 D2 가 흐려진다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모르는 값은 비워 두기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가 채운 숫자는 8D 의 신뢰를 깎는다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D3 는 확인 방법까지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조치했다가 아니라 막혔는지 확인했다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D2 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숫자로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추정 없이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5Why 와 특성요인도 자동 도출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발생 원인과 유출 원인을 따로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D2 문제 정의로 5Why 분석을 두 갈래로 해줘. 하나는 '왜 발생했나', 하나는 '왜 검사에서 걸러지지 않았나'. 각 단계마다 현장에서 확인할 방법을 붙여줘. 이어서 특성요인도 4M+1E 로 원인 후보를 요인별 세 개씩 표로 펼치고, 5Why 결과와 겹치는 후보에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다섯 번째 '왜'가 관리 체계의 문제까지 내려갔는지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5Why 와 특성요인도 자동 도출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두 갈래로 묻기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발생과 유출은 원인이 다르다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확인 방법을 요구하기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후보를 현장에서 걸러낼 수 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겹치는 후보에 표시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도구가 같이 가리키는 곳부터 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원인은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후보 →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현장 확인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재발방지 대책 후보와 효과·실행성 평가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평가 기준은 미리 정해 주기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근본 원인에 대해 재발방지 대책 후보를 다섯 개 제안해줘. 각 후보를 효과(상·중·하)·실행 난이도(상·중·하)·비용(상·중·하)·필요 기간으로 평가하는 표를 만들고, 평가 근거를 한 줄씩 붙여줘. 사람 주의에 기대는 대책은 따로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상위 두 대책의 실행 계획을 담당·기한 [빈칸] 표로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13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재발방지 대책 후보와 효과·실행성 평가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평가 축을 먼저 정하기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효과·난이도·비용·기간 — 회사 기준으로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'주의 강화'를 걸러 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 주의에 기대는 대책은 재발한다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상위 대책만 계획으로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다섯 개 다 하지 않는다 — 두 개를 끝까지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대책은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평가표로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고른다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시정조치 표준화 문서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바뀐 것과 안 바뀐 것을 나눠 쓰기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선정된 대책 [붙여 넣기] 을 표준화하는 시정조치 문서를 써줘. 개정 대상(작업표준·검사 기준·도면·교육)별로 바뀌기 전·바뀐 후 두 열 표로 정리하고, 수평 전개할 유사 공정·제품을 제안하고, 효과 확인 방법과 확인 시점을 [빈칸]으로 남겨줘. 마지막에 D8 종결 체크리스트를 만들어줘.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개정 대상 문서 이름이 실제 사내 문서명과 맞는지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14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시정조치 표준화 문서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전·후 두 열로 받기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무엇이 바뀌었는지 한눈에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수평 전개를 요구하기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원인이 옆 라인에도 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종결 체크리스트로 닫기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D8 이 빠진 8D 가 가장 많다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표준화는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전·후 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수평 전개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4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D1~D3 초안 — 팀·숫자로 쓴 문제 정의·임시 조치 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두 갈래 5Why 와 4M+1E 원인 후보 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효과·난이도·비용·기간으로 평가한 대책 선정표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전·후 두 열 시정조치 문서와 D8 종결 체크리스트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 문제를 8D 로 끝까지 — 다음 문제부터는 이 틀을 복사합니다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것 한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가 5Why 로 내놓은 근본 원인을 8D 보고서 D4 에 적기 전에 꼭 해야 할 일은?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① 임원 보고용으로 다섯 줄 요약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② 현장에서 확인 방법대로 검증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③ 특성요인도로 다시 그리기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④ 영문으로 번역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의 5Why 와 특성요인도는 원인 「후보」입니다. 각 단계에 붙인 확인 방법대로 현장에서 검증한 것만 D4 에 적어야 8D 가 재발을 막습니다.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· 모듈 5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클레임 응대·협력사 공문 자동화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고객에게는 사실과 사과의 균형을, 협력사에는 요구와 기한을 분명히 — 품질 부서가 쓰는 대외 문서 네 가지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어조 조정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사실, 받는 사람에 따라 다른 문장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348234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받는 사람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2781300"/>
            <a:ext cx="476250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0" y="2781300"/>
            <a:ext cx="4160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쓰지 않을 표현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클레임 응대문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869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품질 담당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913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신뢰 회복·조치 안내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984480" y="34480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079730" y="34480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책임 범위 단정·보상 약속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공식 사과문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869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경영진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913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사과·재발 방지 의지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984480" y="41719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079730" y="41719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변명·타 부서 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영문 응대 메일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해외 고객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913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 전달·일정 안내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984480" y="48958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079730" y="48958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과도한 사과·법적 인정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SCAR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6344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869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협력사 품질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8388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7913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시정 요구·기한 명시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984480" y="5619750"/>
            <a:ext cx="41605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079730" y="5619750"/>
            <a:ext cx="39700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감정적 표현·모호한 기한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프롬프트에 「받는 사람·목적·절대 쓰지 않을 표현」 세 가지를 넣으면 어조가 정해집니다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사실관계와 사과의 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클레임 문서의 세 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사실 — 무엇이, 언제, 얼마나 (확인된 것만)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조치 — 이미 한 것과 할 것, 날짜는 [빈칸]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사과 — 불편에 대한 사과, 책임 범위는 조사 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세 층이 다 있으면 짧아도 완결된 문서입니다 — 보상·책임은 담당 부서 확인 뒤에 넣습니다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클레임 응대문과 공식 사과문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보상·책임 범위는 [빈칸]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클레임을 오래 다뤄 온 품질 담당자로서, 아래 클레임 요지 [붙여 넣기] 에 대한 응대문을 써줘. 사실 확인 → 즉시 조치 → 원인 조사 계획 → 사과 순서, 열 문장 이내, 보상과 책임 범위는 [빈칸]으로 두고 약속하는 표현은 쓰지 마. 같은 내용을 고객 경영진용 공식 사과문으로 한 번 더 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책임을 인정하거나 보상을 약속한 문장이 끼지 않았는지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15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 클레임 응대문과 공식 사과문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순서를 지정하기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 → 조치 → 계획 → 사과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두 판을 한 번에 받기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담당자용·경영진용 어조 차이를 비교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금지 표현을 먼저 막기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「약속·보상·책임 인정 표현 금지」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응대문은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사실 먼저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사과는 끝에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영문 클레임 응대 메일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문단마다 한국어 뜻 붙이기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해외 고객을 상대해 온 품질 담당자로서, 아래 한국어 응대문을 영문 메일로 바꿔줘. 영어가 모국어가 아닌 담당자도 읽기 쉬운 짧은 문장, 여덟 문장 이내, 문단마다 한국어 뜻을 붙이고, 법적 책임을 인정하는 표현과 과도한 사과 표현은 피해줘. 제목 후보도 두 개 제안해줘.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메일을 더 격식 있는 판으로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16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영문 클레임 응대 메일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받는 사람을 한 줄로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비원어민 담당자 → 쉬운 단어·짧은 문장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한국어 뜻을 요구하기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보내기 전에 내용을 내가 확인할 수 있다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표현 금지 목록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admit·guarantee 같은 표현을 막는다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영문은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한국어 뜻과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나란히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협력사 품질 이슈 공문과 SCAR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요구 사항과 기한을 표로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협력사 품질을 관리하는 담당자로서, 아래 협력사 납품 불량 상황 [붙여 넣기] 으로 품질 이슈 공문과 시정 요청서(SCAR)를 써줘. 공문은 사실·영향·요구 사항·회신 기한 네 단락, SCAR 는 불량 내용·요구 항목(원인 분석·임시 조치·재발 방지·효과 확인)·제출 기한 [빈칸] 을 표로 정리해줘. 감정적 표현 없이 사실 중심으로 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요구 항목마다 기한이 붙어 있는지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17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협력사 품질 이슈 공문과 SCAR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공문과 SCAR 를 나누기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공문은 통보, SCAR 는 회신을 받는 양식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요구 항목을 표로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협력사가 빠뜨릴 수 없다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감정 표현은 빼기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사실 중심이 협력사의 회신을 빠르게 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SCAR 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요구 항목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+ 기한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품질 회의록 결정·액션·담당·기한 정리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언급 안 된 담당·기한은 '미정'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아래 비식별 처리한 품질 회의 메모를 회의록으로 정리해줘. 개요 두 줄, 안건별 논의, 결정 사항, 액션 표(액션·담당·기한·관련 클레임 번호). '하기로 함'만 결정으로 분류하고 '검토'는 논의로 두고, 메모에 없는 담당·기한은 지어내지 말고 '미정'으로 적어줘.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'미정'인 액션만 모아 담당 지정 요청 메시지로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18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품질 회의록 결정·액션·담당·기한 정리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이름부터 역할로 바꾸기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찾아 바꾸기(Ctrl+H)로 한 번에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결정과 논의의 기준 주기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「'하기로 함'만 결정」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클레임 번호로 잇기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회의록과 클레임 대장이 연결된다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회의록은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결정과 논의를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나눠서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5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담당자용·경영진용 두 판의 클레임 응대·사과문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한국어 뜻이 나란히 붙은 영문 응대 메일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요구 항목과 기한이 표로 정리된 공문과 SCAR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결정·액션·담당·기한이 나뉜 품질 회의록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대외 문서 네 가지가 빈칸째 저장된 프롬프트로 남습니다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· 모듈 6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비전 AI 외관검사 입문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검사 이미지를 AI 에 보여 주고 묻는 것부터 노코드 분류 모델까지 — 체험으로 가능성과 한계를 함께 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비전 AI 세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분류 · 검출 · 세그멘테이션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분류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이미지 한 장을 양품·불량으로 나눈다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쉽고 데이터도 적게 든다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불량이 어디에 있는지 상자로 찾는다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위치·개수가 필요할 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세그멘테이션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 영역을 픽셀 단위로 칠한다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면적·형상용 — 라벨링 비용 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외관검사 적용 사례: 표면 긁힘·찍힘 분류, 이물 검출, 도장 불량 면적 측정 — 오늘은 분류까지 체험합니다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체험 순서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묻기 → 라벨링 → 학습 → 평가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4시간 안에 네 단계를 한 번 돌아봅니다 — 목표는 '우리 현장에 맞는지 판단할 눈'이지 완성된 모델이 아닙니다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묻기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GPT-4V·Claude Vision 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검사 이미지로 질문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라벨링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Roboflow 에서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양품·불량 표시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학습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노코드 분류 모델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버튼으로 학습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평가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정확도 읽기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틀린 이미지 보기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검사 이미지를 GPT-4V·Claude Vision 에 묻기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확신도와 근거 위치를 같이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알루미늄 제품 외관검사 담당자로서, 첨부한 검사 이미지를 봐줘. 보이는 결함 후보를 종류(긁힘·찍힘·이물·변색·기타)·위치(상하좌우로 설명)·확신도(상·중·하)로 표로 정리하고, 결함이 아닐 수 있는 이유도 한 줄씩 붙여줘. 사진 밖의 일은 추정하지 마.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조명·반사를 결함으로 본 행이 없는지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19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검사 이미지를 GPT-4V·Claude Vision 에 묻기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이미지는 비식별·가상 샘플만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제품 사진은 회사 허가 뒤에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확신도를 요구하기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'하'는 사람이 본다 — 분업의 시작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반대 근거를 요구하기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결함이 아닐 이유가 과검출을 줄인다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비전 질문은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표로 받고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확신도로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자연어 불량 분석 보고 문장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이미지 여러 장을 비교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첨부한 양품 이미지 한 장과 불량 의심 이미지 세 장을 비교해줘. 양품과 다른 점을 이미지별로 두 문장씩 쓰고, 공통된 결함 패턴이 있으면 한 줄로 정리해줘. 마지막에 검사원 교육용으로 '이 결함은 이렇게 보인다' 문장을 세 개 만들어줘. 치수·면적은 측정이 필요하다고 표시해줘.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결과를 검사 기준서 그림 설명 문장으로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20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자연어 불량 분석 보고 문장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기준 이미지를 같이 넣기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양품이 있어야 '다른 점'이 나온다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측정은 못 한다고 못 박기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비전 LLM 은 길이·면적을 재지 못한다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교육 문장으로 바꾸기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신입 검사원 OJT 자료가 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비교는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양품 한 장을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기준으로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Roboflow 라벨링과 데이터셋 구성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데이터셋 구성 원칙을 먼저 받기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외관검사 분류 모델을 만들려는 품질 담당자로서, 가상 샘플 이미지 [40장] 으로 Roboflow 데이터셋을 구성할 계획을 세워줘. 양품·불량 비율, 촬영 조건(조명·거리·배경)을 같게 두는 이유, 학습·검증·테스트 나누는 비율, 자동 라벨링 결과를 사람이 확인하는 순서를 체크리스트로 만들어줘.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제품 사진이 학습과 테스트에 같이 들어가지 않았는지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Roboflow 라벨링과 데이터셋 구성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원칙을 먼저, 라벨링은 뒤에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비율·조건이 틀리면 다시 찍는다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자동 라벨링은 초안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라벨은 사람이 한 장씩 승인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테스트 분리는 엄격히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섞이면 정확도가 거짓으로 높아진다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데이터셋은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조건 고정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+ 분리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노코드 분류 모델 결과 읽기와 한계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정확도 숫자의 뜻을 묻기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노코드로 학습한 외관검사 분류 모델 결과가 아래와 같아. [정확도·정밀도·재현율·테스트 장수] 이 숫자가 현장에서 무엇을 뜻하는지 품질 담당자 눈높이로 설명해줘. 불량을 놓치는 경우와 양품을 불량으로 보는 경우 가운데 우리 현장에서 더 위험한 쪽을 묻고, 정확도를 올리려면 데이터 쪽에서 무엇을 먼저 바꿔야 할지 세 가지를 제안해줘.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테스트 장수가 너무 적어 숫자가 흔들리지 않는지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노코드 분류 모델 결과 읽기와 한계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재현율부터 보기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불량을 놓치는 비율이 품질의 핵심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틀린 이미지를 직접 보기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숫자보다 틀린 사진 열 장이 더 많이 말한다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한계를 기록하기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조명 변화·신규 결함은 다시 학습해야 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정확도는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틀린 사진을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보고 판단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6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검사 이미지에 묻는 프롬프트와 확신도 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양품 기준 비교 문장과 검사원 교육용 설명 세 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Roboflow 데이터셋 구성 체크리스트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노코드 분류 모델 결과 해석과 한계 기록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비전 AI 를 도입할지 판단할 눈이 생겼습니다 — 완성된 검사기는 다음 단계의 일입니다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것 한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비전 LLM(GPT-4V·Claude Vision) 에 검사 이미지를 보여 주고 맡길 수 있는 일은?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① 긁힘 길이를 mm 로 측정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② 결함 후보와 위치를 표로 정리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③ 치수 공차 합격 판정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④ 검사 성적서 자동 발행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비전 LLM 은 보이는 것을 말로 설명하고 후보를 정리하는 데 강하지만, 길이·면적을 재거나 공차 판정을 내리지는 못합니다. 측정과 판정은 측정기와 사람의 일입니다.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현업 적용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돌아가서 무엇부터 할 것인가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이번 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검사 데이터 한 파일을 정제본으로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불량 코드표에 정의·예시 보강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이번 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월간 보고서를 양식 → 초안 → 숫자로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임원 요약 다섯 줄을 함께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이번 분기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클레임 한 건을 8D 로 끝까지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프롬프트를 팀 폴더에 빈칸째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00725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5857875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비전 AI 는 가상 샘플로 한 번 더 돌려 본 뒤 도입 여부를 판단합니다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품질·검사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1462653" cy="571500"/>
          </a:xfrm>
          <a:prstGeom prst="rect">
            <a:avLst/>
          </a:prstGeom>
        </p:spPr>
      </p:pic>
      <p:pic>
        <p:nvPicPr>
          <p:cNvPr id="5" name="Picture 4" descr="re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40" y="1028700"/>
            <a:ext cx="3941460" cy="419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품질·검사 과정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과정 마무리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실습한 프롬프트 22개는 학습사이트에서 언제든 다시 복사할 수 있습니다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정제된 검사 데이터와 불량 코드표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파레토·관리도 해석과 월간 보고서 초안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8D·5Why·시정조치 문서 한 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클레임·SCAR·회의록 프롬프트 모음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산출물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프롬프트 22개 · 월간 보고서 초안 · 8D 한 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