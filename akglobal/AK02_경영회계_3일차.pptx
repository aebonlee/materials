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4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C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7EAE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12" name="Picture 11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경영·회계 과정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활용 경영지원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DX 실무 전문가 과정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3일차 · 10/25(일) · 모듈 5·6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동양에이케이코리아 × 한국표준협회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2026 산업·일자리 전환 교육 · ReBuild 아카데미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시작하기 전에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AI 에 입력하지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118414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한 줄로 기억하기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기술·공정 비밀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34480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8770" y="34480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도면·배합비·공정 조건·설비 파라미터·원가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고객·거래 정보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41719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98770" y="41719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고객사 이름·단가·계약 조건·클레임 원문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개인·인사 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8958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8958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이름·연락처·사번·평가·급여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공시·재무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56197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98770" y="56197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공시 전 실적·미확정 재무 수치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IT 보안 정보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6343650"/>
            <a:ext cx="118414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398770" y="6343650"/>
            <a:ext cx="116509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비밀번호·서버 주소·계정·내부 URL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오늘 화면의 제품명·수치·이름은 전부 가상의 값이거나 [빈칸]입니다 — 회사가 허용한 AI 서비스만 씁니다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진행 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실습은 다섯 단계로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화면을 보며 따라 하고, 잘된 프롬프트는 빈칸째 저장합니다 — 첫 답은 초안, 두 번째 요청에서 쓸 만해집니다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복사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학습사이트의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 복사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채우기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[빈칸]에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가상의 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표로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점검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고치기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이어서 던질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프롬프트로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빈칸째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팀 폴더에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5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재무·인사 데이터 분석 및 HRD 혁신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재무제표·원가·예산을 AI 로 해석하고, 인사·역량 데이터로 HRD 와 변화관리 전략을 세웁니다 — 전부 가상 데이터입니다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재무 데이터 세 가지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재무제표 · 원가 · 예산, AI 가 읽는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6305F"/>
          </a:solidFill>
          <a:ln w="9525">
            <a:solidFill>
              <a:srgbClr val="16305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재무제표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비율(수익성·안정성·활동성)로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구조를 읽고 변화를 해석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제품·공정별 원가 구성을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표로 나눠 비중 변화를 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계획 대비 실적 차이를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원인 후보와 함께 보고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실제 재무 자료는 공시 전 정보입니다 — 학습사이트의 가상 재무 데이터로만 실습합니다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HR 데이터와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사람 정보는 넣지 않고 쓰는 방법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영역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73228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돕는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0" y="2781300"/>
            <a:ext cx="54406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넣지 않는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채용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공고 문안·면접 질문·평가 기준 설계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704320" y="34480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799570" y="34480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지원자 이름·연락처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교육(HRD)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역량 진단 문항·교육 계획·안내문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704320" y="41719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799570" y="41719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 평가 결과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급여·평가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집계된 분포 해석·제도 설명문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704320" y="48958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799570" y="48958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개인 급여·평가 점수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조직·변화관리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변화 메시지·FAQ·일정 안내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704320" y="5619750"/>
            <a:ext cx="54406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799570" y="5619750"/>
            <a:ext cx="52501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면담 기록 원문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HR 에서 AI 는 「제도와 문서」를 돕고, 개인 데이터는 집계 결과만 다룹니다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재무제표 비율 분석과 해석 코멘트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비율 계산식을 함께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 분석가로서 아래 가상 요약 재무제표(2개년)를 분석해줘. 매출총이익률·영업이익률·부채비율·재고회전율을 계산식과 함께 표로 만들고, 전년 대비 변화가 큰 항목 세 가지에 해석 코멘트를 두 문장씩 붙여줘. 데이터에 없는 항목은 '산출 불가'로 적어줘.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비율 계산을 엑셀로 검산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15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재무제표 비율 분석과 해석 코멘트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계산식을 받아 두기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다음 분기엔 엑셀 수식으로 자동 계산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해석은 두 문장으로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길면 보고서에 못 넣는다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가상 데이터만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실제 결산 자료는 공시 전 정보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비율은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식과 함께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받는다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예산 대비 실적 차이 분석 보고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차이가 큰 것부터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예산 담당자로서 아래 가상 부서별 예산·실적 데이터를 분석해줘. 차이 금액과 차이율을 계산해 차이가 큰 순서로 표를 만들고, 상위 세 항목에 원인 후보 두 가지와 확인 질문 한 가지씩을 붙여줘. 마지막에 임원 보고용 세 줄 요약을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차이 원인 확인 질문을 부서별 메일로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16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예산 대비 실적 차이 분석 보고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정렬 기준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「차이 금액 큰 순」을 명시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원인은 후보 + 질문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확인 질문이 있어야 부서에 바로 묻는다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요약은 세 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임원 보고는 세 줄에서 시작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원인은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후보일 뿐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확인은 사람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역량 진단 문항과 교육 계획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직무와 수준을 먼저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HRD 담당자로서 답해줘. 알루미늄 제조사 경영지원팀의 [직무] 담당자를 위한 AI 활용 역량 진단 문항 10개(기초 4·활용 4·심화 2, 4지 선다)와, 진단 결과를 세 수준으로 나눠 수준별 3개월 교육 계획(주제·방법·시간)을 표로 만들어줘.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문항이 실제 업무 장면을 담았는지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17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역량 진단 문항과 교육 계획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직무와 수준을 먼저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「구매 담당·입문」처럼 범위를 좁힌다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문항 수와 배분 지정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기초·활용·심화 비율을 숫자로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계획은 표로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주제·방법·시간 열 고정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문항은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업무 장면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으로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변화관리 전략 — 디지털전환 소통 계획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반대 의견을 먼저 다루기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변화관리 컨설턴트로서 답해줘. 경영지원팀에 AI 활용을 정착시키는 3개월 변화관리 계획을 세워줘. 예상되는 우려 세 가지와 대응 메시지, 월별 소통 활동(대상·메시지·채널), 성공 지표 세 가지를 표로 정리하고, 첫 주 공지문 초안을 다섯 문장으로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팀장용 1:1 면담 가이드 질문 다섯 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18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변화관리 전략 — 디지털전환 소통 계획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우려를 먼저 적게 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「일이 늘어난다」「대체된다」를 정면으로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지표는 행동으로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「프롬프트 템플릿 사용 수」처럼 셀 수 있게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공지문은 짧게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다섯 문장이면 읽힌다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변화관리는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메시지보다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행동 지표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5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계산식이 있는 재무 비율 표와 해석 코멘트(가상 데이터)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차이 큰 순으로 정렬된 예산·실적 분석표와 세 줄 요약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직무별 AI 역량 진단 문항 10개와 수준별 교육 계획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3개월 변화관리 계획표와 첫 주 공지문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재무·인사 데이터는 「집계와 제도」만 AI 에게 — 개인 정보는 끝까지 사람이 지킵니다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· 모듈 6 · 4시간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 문서 자동화 및 프롬프트 설계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Copilot·협업 AI 로 업무 자동화 체계를 세우고, 부서 간 데이터 연동과 반복 업무 자동화를 실습한 뒤 팀별 결과물을 발표하고 실행 로드맵을 세웁니다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1. Copilot·협업 AI 가 들어가는 자리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매일 쓰는 도구 안의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73228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73228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AI 가 맡는 일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사람이 남는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메일·일정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답장 초안·긴 메일 요약·일정 제안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보낼지 결정·관계 판단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문서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Word·PowerPoint 초안·서식 맞춤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1719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1719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확인·결재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표(Excel)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수식 제안·데이터 정리·요약 코멘트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8958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8958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검증·해석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회의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73228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71323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녹취 요약·할 일 추출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619750"/>
            <a:ext cx="57607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619750"/>
            <a:ext cx="55702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결정 확정·책임 배분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협업 AI 는 회사가 계약한 서비스에서만 씁니다 — 개인 계정에 회사 문서를 올리지 않습니다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2. 부서 간 데이터 연동 자동화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입력 표준화에서 보고까지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 표준화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부서 공통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양식·열 이름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공유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폴더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파일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자동 집계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수식·AI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요약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알림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마감·이상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 안내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보고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월간 보고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연동의 8할은 「같은 양식」입니다 — AI 는 양식이 맞은 뒤에 힘을 냅니다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반복 업무 목록화와 자동화 후보 점수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빈도·시간·규칙성 점수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업무 자동화 설계자로서 답해줘. 아래 우리 팀 반복 업무 목록(비식별)을 빈도·소요 시간·규칙성 세 항목 각 5점으로 채점해 합계 순으로 표를 만들고, 상위 다섯 개에 자동화 방법(템플릿 프롬프트·엑셀 수식·Copilot·연동 양식 중 하나)과 예상 절감 시간을 붙여줘.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점수 근거가 한 줄씩 있는지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19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반복 업무 목록화와 자동화 후보 점수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업무는 동사로 적기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「취합」「전달」「정리」가 자동화 후보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점수 기준을 주기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빈도 5점 = 매일, 1점 = 분기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방법은 네 가지 중 하나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선택지를 주면 답이 흩어지지 않는다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후보는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합계 상위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다섯 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부서 간 공용 데이터 양식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열 이름·형식·담당을 한 표에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데이터 표준화 담당자로서 답해줘. 구매·재무·인사 세 부서가 매월 함께 쓰는 [보고 이름] 데이터 수집 양식을 설계해줘. 열 이름·형식(날짜·숫자·코드)·입력 담당·마감일을 표로 정하고, 입력 지침 다섯 줄과 자주 틀리는 입력 세 가지의 검증 규칙을 덧붙여줘.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검증 규칙을 엑셀 데이터 유효성 검사 식으로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20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부서 간 공용 데이터 양식 설계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형식을 먼저 정하기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날짜는 YYYY-MM-DD, 코드는 목록에서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담당과 마감을 열로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양식 자체가 일정표가 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검증 규칙은 엑셀로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유효성 검사 식까지 받아 심는다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양식은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부서가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열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Copilot 프롬프트 — 엑셀 수식과 자동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표의 구조를 먼저 설명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Excel Copilot 활용 전문가로서 답해줘. [표 이름] 표(열: 부서·항목·예산·실적·차이)에서 차이율을 계산하고 차이율 10% 이상 행을 강조하는 수식과 조건부 서식을 단계별로 알려줘. 그다음 이 표를 다섯 줄로 요약하는 Copilot 프롬프트 문장을 세 가지 버전으로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수식을 가상 표에서 실제로 돌려 보기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21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Copilot 프롬프트 — 엑셀 수식과 자동 요약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열 이름을 먼저 주기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Copilot 은 표 구조를 알아야 수식을 맞춘다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단계별로 받기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수식 → 서식 → 요약 순서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프롬프트는 세 버전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짧은 것·조건 있는 것·형식 있는 것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수식은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가상 표에서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먼저 실행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678150" y="1181100"/>
            <a:ext cx="14668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60020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192500" y="1295400"/>
            <a:ext cx="7239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41541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41541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팀별 자동화 결과물 발표와 실행 로드맵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핵심 조건 — 한 장 발표와 3개월 계획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발표 코치로서 답해줘. 우리 팀이 3일 동안 만든 자동화 결과물([결과물 1], [결과물 2], [결과물 3])을 한 장 발표(문제·해결·효과·다음 단계)로 정리하고, 3개월 실행 로드맵(월별 할 일·담당 역할·필요 지원·성공 지표)을 표로 만들어줘. 발표 대본은 두 분 분량으로 써줘.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이어서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경영진이 물을 질문 세 가지와 답변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5259050" y="1181100"/>
            <a:ext cx="1885950" cy="590550"/>
          </a:xfrm>
          <a:prstGeom prst="roundRect">
            <a:avLst>
              <a:gd name="adj" fmla="val 50000"/>
            </a:avLst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829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773400" y="1295400"/>
            <a:ext cx="1143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노하우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37350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실습 22 · 요령과 노하우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37350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팀별 자동화 결과물 발표와 실행 로드맵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장에 네 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문제·해결·효과·다음 단계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로드맵은 월별 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담당과 지원이 있어야 실행된다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질문을 미리 받기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발표 전에 답을 준비한다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발표는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두 분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한 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모듈 6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모듈에서 손에 남는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점수 매긴 반복 업무 목록과 자동화 방법 다섯 가지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세 부서 공용 데이터 수집 양식과 검증 규칙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Copilot 수식·조건부 서식·요약 프롬프트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팀별 한 장 발표와 3개월 실행 로드맵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4FD"/>
          </a:solidFill>
          <a:ln w="9525">
            <a:solidFill>
              <a:srgbClr val="BBD5F3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자동화 체계는 「같은 양식 + 템플릿 프롬프트 + 월별 점검」으로 돌아갑니다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오늘 배운 것 한 문제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부서 간 데이터 연동 자동화에서 가장 먼저 맞춰야 하는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가장 비싼 협업 AI 도구 도입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부서 공통 양식과 열 이름·형식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모든 데이터를 한 사람이 입력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4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보고서 디자인 통일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3일차 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정답과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BD5F3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 부서 공통 양식과 열 이름·형식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연동의 8할은 같은 양식입니다. 열 이름과 형식이 다르면 어떤 도구도 자동으로 합칠 수 없고, AI 는 양식이 맞은 뒤에 집계와 요약에서 힘을 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현업 적용 로드맵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돌아가서 할 일 — 이번 주 · 이번 달 · 분기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6305F"/>
          </a:solidFill>
          <a:ln w="9525">
            <a:solidFill>
              <a:srgbClr val="16305F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이번 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템플릿 프롬프트 3개를 팀 폴더에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반복 업무 목록 점수표 공유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이번 달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월간 보고서를 AI 초안으로 한 번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공용 데이터 양식 시범 적용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이 분기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자동화 결과물 발표·로드맵 점검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성공 지표로 효과 측정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모든 프롬프트와 가상 데이터는 학습사이트에서 다시 복사할 수 있습니다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동양AK ReBuild 아카데미 · AI 활용 직무 교육 · 경영·회계 과정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7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1462653" cy="571500"/>
          </a:xfrm>
          <a:prstGeom prst="rect">
            <a:avLst/>
          </a:prstGeom>
        </p:spPr>
      </p:pic>
      <p:pic>
        <p:nvPicPr>
          <p:cNvPr id="5" name="Picture 4" descr="rebui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03540" y="1028700"/>
            <a:ext cx="3941460" cy="41910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6305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경영·회계 과정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경영지원 DX, 내일부터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데이터·문서·보고가 모이는 경영지원팀에서 AI 효과가 가장 먼저 나타납니다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템플릿 프롬프트 라이브러리를 팀의 자산으로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분석은 가상·비식별 데이터로, 판단은 사람이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같은 양식이 연동과 자동화의 시작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월별 점검으로 로드맵을 살아 있게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F6FD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F6FD2"/>
                </a:solidFill>
                <a:latin typeface="Pretendard"/>
                <a:ea typeface="Pretendard"/>
                <a:cs typeface="Pretendard"/>
              </a:rPr>
              <a:t>과정 산출물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6305F"/>
                </a:solidFill>
                <a:latin typeface="Pretendard"/>
                <a:ea typeface="Pretendard"/>
                <a:cs typeface="Pretendard"/>
              </a:rPr>
              <a:t>프롬프트 템플릿 22개 · 분석표 · 양식 · 실행 로드맵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