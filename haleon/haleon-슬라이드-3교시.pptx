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DF4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0E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PowerPoint + 이미지 만들기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문서에서 장표 초안 10분, 나머지 40분은 '만들기'에서 이미지 생성과 편집…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haleon.dreamitbiz.com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시간에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 — 문서에서 장표 초안, 디자이너로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'만들기' 들어가기 — 어디에 있고 무엇을 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 — 캠페인 키 비주얼 이미지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3 — 이미지 편집 (1차수 피드백 반영)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마무리 — 3교시 산출물 정리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문서에서 장표 초안, 디자이너로 정리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PowerPoint Copilot이 값을 하는 지점은 빈 장표에서 시작하지 않…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새 프레젠테이션(OneDrive → 만들기 → PowerPoint) → 오른쪽…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/haleon-보고서샘플-더미.docx 로 프레젠테이션을 만들어줘.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분량은 10장 내외로 하고, 각 장에 제목과 핵심 문장 3개 이하로 넣어줘.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표지 다음에 목차 장표를 넣어줘. 원문에 없는 주장은 넣지 말아줘.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700087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pp-11-deck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61" y="3105150"/>
            <a:ext cx="6733465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7000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파일을 붙인 프롬프트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01075" y="2857500"/>
            <a:ext cx="85439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010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868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68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5475" y="2971800"/>
            <a:ext cx="73056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파일을 붙인 프롬프트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75438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pp-13-deck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994"/>
            <a:ext cx="7276959" cy="42083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7543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 10장, 표지 다음 목차 — 요청한 분량을 지켰습니다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857500"/>
            <a:ext cx="80010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29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9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71800"/>
            <a:ext cx="67627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![② Copilot이 디자인을 먼저 묻습니다 — 하나 고르…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00425"/>
            <a:ext cx="7810500" cy="3619500"/>
          </a:xfrm>
          <a:prstGeom prst="roundRect">
            <a:avLst>
              <a:gd name="adj" fmla="val 157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pp-14-deck-so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76" y="3533775"/>
            <a:ext cx="7534787" cy="3352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1532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④ 전체 장표(오른쪽 아래 "여러 슬라이드" 보기). 3번 장표 74.…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전체 장표(오른쪽 아래 "여러 슬라이드" 보기). 3번…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장표의 수치가 원문과 같은가 (판매데이터 엑셀로도 대조 가능)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요청한 분량을 지켰는가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시간이 남으면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각 장표에 스피커 노트를 넣어줘. 장표당 30초 분량으로, 말하듯이 써줘.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장표에 이미 적힌 문장을 그대로 읽는 대신 보충 설명을 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시간이 남으면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프레젠테이션을 임원 보고용 5장으로 줄여줘.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결론을 앞으로 빼고, 세부 데이터는 부록으로 옮겨줘.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'만들기' 들어가기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어디에 있고 무엇을 하나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'만들기' 들어가기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68199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5-app-launcher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73" y="3105150"/>
            <a:ext cx="6548967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6819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앱 런처 맨 위의 '만들기' (2026-10-13 실측)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20100" y="2857500"/>
            <a:ext cx="87249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20100" y="2857500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05850" y="3871912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850" y="39385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2971800"/>
            <a:ext cx="74866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Microsoft 365 Copilot 앱(Windows 앱…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0100" y="5457825"/>
            <a:ext cx="87249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20100" y="5457825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05850" y="6472238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850" y="65389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0" y="5572125"/>
            <a:ext cx="74866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왼쪽 메뉴에 없으면 왼쪽 위 앱 런처(점 9개) → 만들기…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'만들기' 들어가기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265718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2657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만들기에서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46818" y="2781300"/>
            <a:ext cx="2386445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6818" y="2781300"/>
            <a:ext cx="23864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1364" y="2781300"/>
            <a:ext cx="7273636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1364" y="2781300"/>
            <a:ext cx="727363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교시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26571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0752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이미지 생성·편집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6818" y="3448050"/>
            <a:ext cx="238644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2068" y="3448050"/>
            <a:ext cx="21959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1364" y="3448050"/>
            <a:ext cx="7273636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614" y="3448050"/>
            <a:ext cx="708313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스토리보드 컷 재료로 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26571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0752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비디오 생성·편집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6818" y="4171950"/>
            <a:ext cx="238644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2068" y="4171950"/>
            <a:ext cx="21959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1364" y="4171950"/>
            <a:ext cx="7273636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614" y="4171950"/>
            <a:ext cx="708313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 4교시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26571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0752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문서·장표·디자인 템플릿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6818" y="4895850"/>
            <a:ext cx="238644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2068" y="4895850"/>
            <a:ext cx="21959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참고만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1364" y="4895850"/>
            <a:ext cx="7273636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614" y="4895850"/>
            <a:ext cx="708313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주제 범위 — 먼저 못 박습니다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✅ 임직원 웰빙 · 안전보건 · 사내 행사 · 조직문화 (사내 캠페인)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❌ 제품의 효능·효과를 다루는 소재는 제외 — 2교시에서 본 가이드라인 3.2…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버튼 이름과 위치는 업데이트마다 조금씩 바뀝니다. 옆자리와 다르게 생겼다고 당…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캠페인 키 비주얼 이미지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프롬프트 구조 — 네 덩어리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[피사체] 사무실 책상에 앉아 어깨를 주무르는 30대 직장인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[장면] 오후 늦은 시간, 모니터 불빛, 창밖은 어두움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[스타일] 밝고 담백한 일러스트, 파스텔 톤, 사내 뉴스레터용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[하지 말 것] 화면 안에 글자를 넣지 말 것, 특정 브랜드 로고 없음, 과장된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표정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프롬프트 구조 — 네 덩어리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87692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1-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6288"/>
            <a:ext cx="5610365" cy="42077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8769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위 네 줄로 만든 첫 이미지 (2026-10-13 실측)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2857500"/>
            <a:ext cx="966787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7712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628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628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2971800"/>
            <a:ext cx="842962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만들기 → 이미지 → 위 네 줄을 한 번에 넣습니다. 한 장…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두 번째 이미지 — 같은 스타일, 다른 장면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같은 스타일과 같은 인물로, 이번에는 점심시간에 건물 밖 가로수 길을 가볍게 걷는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장면.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밝은 낮, 표정은 편안하게. 화면 안에 글자는 넣지 말 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두 번째 이미지 — 같은 스타일, 다른 장면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639127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6-second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879" y="3105150"/>
            <a:ext cx="6123709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6391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번째 장면 — 같은 인물, 다른 장면 (2026-10-13 실측)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475" y="2857500"/>
            <a:ext cx="91535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4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72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72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5875" y="2971800"/>
            <a:ext cx="79152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두 번째 장면 — 같은 인물, 다른 장면 (2026-10-1…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예시 더 보기 — 사람을 둘로, 사람 없이 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[피사체] 30대 여자 직장인과 30대 남자 동료가 나란히 웃으며 걷는 모습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[장면] 점심시간, 회사 건물 앞 가로수 길, 밝은 낮, 편안한 표정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[스타일] 밝고 담백한 일러스트, 파스텔 톤, 사내 뉴스레터용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[하지 말 것] 화면 안에 글자를 넣지 말 것, 특정 브랜드 로고 없음, 과장된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표정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예시 더 보기 — 사람을 둘로, 사람 없이 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44767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8-pair-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150"/>
            <a:ext cx="4210050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4476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사람을 둘로 — 남녀 동료 산책 (2026-10-13 실측)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6950" y="2857500"/>
            <a:ext cx="1106805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695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6270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70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1350" y="2971800"/>
            <a:ext cx="982980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사람을 둘로 — 남녀 동료 산책 (2026-10-13 실측)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예시 더 보기 — 사람을 둘로, 사람 없이 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[피사체] 사무실 책상 위의 샐러드 도시락, 물 한 잔, 라벨 없는 흰색 영양제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병과 알약 두 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[장면] 점심시간, 창가로 들어오는 밝은 햇살, 뒤쪽에 화분과 노트북이 흐릿하게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[스타일] 밝고 담백한 일러스트, 파스텔 톤, 사내 뉴스레터용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[하지 말 것] 화면 안에 글자를 넣지 말 것, 병에 글자나 로고 없음, 사람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예시 더 보기 — 사람을 둘로, 사람 없이 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44767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9-vitamin-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150"/>
            <a:ext cx="4210050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4476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사람 없이 사물만 — 제품 소개용 정물 (2026-10-13 실측)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6950" y="2857500"/>
            <a:ext cx="1106805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695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6270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70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1350" y="2971800"/>
            <a:ext cx="982980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사람 없이 사물만 — 제품 소개용 정물 (2026-10-13…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 — 정상적으로 나타나는 현상입니다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731977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73197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나타나는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3077" y="2781300"/>
            <a:ext cx="9231923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3077" y="2781300"/>
            <a:ext cx="923192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73197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5414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두 이미지의 인물이 다른 사람처럼 보인다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3077" y="3448050"/>
            <a:ext cx="923192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8327" y="3448050"/>
            <a:ext cx="90414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인물 일관성은 보장되지 않습니다. 인물 대신 사물·장…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73197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5414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화면 안에 이상한 글자가 생겼다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3077" y="4171950"/>
            <a:ext cx="923192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8327" y="4171950"/>
            <a:ext cx="90414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"글자를 넣지 말 것"을 넣어도 생기면 편집에서 지웁…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73197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5414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손가락 개수·사물 형태가 이상하다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3077" y="4895850"/>
            <a:ext cx="923192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8327" y="4895850"/>
            <a:ext cx="904142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알려진 한계. 편집에서 그 부분만 다시 생성합니다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편집 (1차수 피드백 반영)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7340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3-editor-tool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6053"/>
            <a:ext cx="5467404" cy="42082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734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이미지를 누르면 열리는 편집기 메뉴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4250" y="2857500"/>
            <a:ext cx="981075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34250" y="2857500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0000" y="3871912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0" y="39385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8650" y="2971800"/>
            <a:ext cx="857250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생성 결과를 그대로 쓰는 일은 거의 없습니다. 편집이 실제…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4250" y="5457825"/>
            <a:ext cx="981075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34250" y="5457825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20000" y="6472238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0" y="65389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8650" y="5572125"/>
            <a:ext cx="857250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2026-10-13 실측 편집기 메뉴는 지우기 · 업스케일…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일부만 바꾸기 — 영역을 고르고 말로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부분을 빈 벽으로 바꿔줘. 나머지는 그대로 둬줘.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일부만 바꾸기 — 영역을 고르고 말로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부분의 머그컵을 물병으로 바꿔줘.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일부만 바꾸기 — 영역을 고르고 말로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7340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8-object-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6053"/>
            <a:ext cx="5467404" cy="42082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7340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개체 편집 — 셔츠를 고르면 테두리가 생기고 위쪽 메뉴가 켜집니다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4250" y="2857500"/>
            <a:ext cx="981075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34250" y="2857500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0000" y="3871912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0" y="39385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8650" y="2971800"/>
            <a:ext cx="857250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"나머지는 그대로" 가 핵심입니다. 안 적으면 그림 전체가…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4250" y="5457825"/>
            <a:ext cx="981075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34250" y="5457825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20000" y="6472238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0" y="65389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8650" y="5572125"/>
            <a:ext cx="857250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편집기의 개체 편집 으로 부분을 고르면 지우기 · 활동…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배경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인물은 그대로 두고 배경을 밝은 사무실 창가로 바꿔줘.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배경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60388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2-background-chan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701"/>
            <a:ext cx="5772270" cy="42089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6038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말로 배경만 바꾼 결과 — 인물은 그대로입니다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9050" y="2857500"/>
            <a:ext cx="950595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905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480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3450" y="2971800"/>
            <a:ext cx="826770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편집기의 배경 메뉴는 「제거 / 색 채우기」까지입니다. 다른…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스타일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같은 구도를 유지하고 스타일만 평면 일러스트로 바꿔줘. 색은 파스텔 톤으로.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스타일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267075"/>
            <a:ext cx="7810500" cy="3895725"/>
          </a:xfrm>
          <a:prstGeom prst="roundRect">
            <a:avLst>
              <a:gd name="adj" fmla="val 146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7-style-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401175"/>
            <a:ext cx="7543808" cy="3627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296150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구도와 인물 자세는 그대로, 평면 일러스트로 바뀐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구도와 인물 자세는 그대로, 평면 일러스트로 바뀐 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비율 바꾸기 — 쓰이는 곳에 맞춰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963400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963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쓰이는 곳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19634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1772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사내 게시판 배너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16:9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119634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11772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엘리베이터 모니터·숏폼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9:16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119634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11772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인트라넷 썸네일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비율 바꾸기 — 쓰이는 곳에 맞춰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76962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img-04-crop-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62" y="3105150"/>
            <a:ext cx="7429500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7696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자르기 → 가로 세로 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6400" y="2857500"/>
            <a:ext cx="78486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64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1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1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0800" y="2971800"/>
            <a:ext cx="66103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편집기 자르기 → 가로 세로 비율 에서 16:9 · 9:16…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글자는 이미지 안이 아니라 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생성 이미지 안의 한글은 정상적으로 나오지 않습니다. 자막·카피는 PowerP…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편집한 이미지를 저장(내려받기) → PowerPoint 새 장표에 넣기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텍스트 상자로 카피 한 줄 (예: "점심 15분, 오후가 달라집니다")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[디자인] → [디자이너] 로 정리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①에서 지정한 영역 밖이 바뀌지 않았는가 — 바뀌었다면 "나머지는 그대로"를…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9:16 으로 바꾼 뒤 인물·핵심 사물이 잘리지 않았는가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최종 이미지에 글자가 한 자도 없는가 (글자는 PPT에서)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몇 번 다시 만들었는지, 어느 단계에서 뜻대로 안 됐는지를 적어 두세요. 편집…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3교시 산출물 정리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238797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23879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9897" y="2781300"/>
            <a:ext cx="7725103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9897" y="2781300"/>
            <a:ext cx="772510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23879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0482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편집한 이미지 2장 이상 (1컷용·5컷용), 9:16…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9897" y="3448050"/>
            <a:ext cx="772510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5147" y="3448050"/>
            <a:ext cx="75346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OneDrive 실습 폴더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823879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80482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카피를 얹은 PowerPoint 장표 1~2장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9897" y="4171950"/>
            <a:ext cx="772510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147" y="4171950"/>
            <a:ext cx="75346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폴더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8238797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80482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1의 장표 초안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9897" y="4895850"/>
            <a:ext cx="7725103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5147" y="4895850"/>
            <a:ext cx="75346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폴더 (4교시 스토리보드 파일로 이어 씁니다)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3교시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3교시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3교시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캡처 한 장으로 패들렛에 올려 주세요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패들렛 3교시 실습결과 칸에 올리기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의도대로 안 된 것은 질문 칸에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학습사이트에서 같은 내용을 다시 볼 수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