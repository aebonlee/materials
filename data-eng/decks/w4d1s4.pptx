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MinIO 오브젝트 스토리지 구축 · 정리·회고 0.5H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명령을 한 장으로, 4-2 를 위한 상태 점검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30분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명령을 「하려는 일」로 찾을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준비 상태(컨테이너 2·버킷 2·첫 파일)를 명령으로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겪는 오류 네 가지의 원인과 해결을 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Iceberg 에서 무엇을 만드는지 미리 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컨테이너는 켜 둔 채로 두거나 docker compose stop 만 — down -v 는 볼륨까지 지웁니다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요약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명령 요약 — 하려는 일로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하려는 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105613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명령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서버 등록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3448050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8930" y="3448050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alias set 이름 URL 키 비밀키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969544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969544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 만들기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969544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969544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mb local/버킷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491038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491038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목록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491038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491038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[--recursive] local/버킷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012531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012531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올리기 · 내려받기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5012531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5012531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cp 원본 대상 (방향으로 결정)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534025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534025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내용 보기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5534025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678930" y="5534025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cat local/버킷/키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055519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055519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6055519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6055519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rm local/버킷/키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6577012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38250" y="6577012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폴더 통째 동기화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6577012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678930" y="6577012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mirror 로컬폴더 local/버킷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7098506"/>
            <a:ext cx="5402580" cy="445294"/>
          </a:xfrm>
          <a:prstGeom prst="roundRect">
            <a:avLst>
              <a:gd name="adj" fmla="val 8556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7098506"/>
            <a:ext cx="521208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버저닝 · 용량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583680" y="7098506"/>
            <a:ext cx="1056132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78930" y="7098506"/>
            <a:ext cx="1037082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version enable · mc du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모든 명령 앞에 docker compose exec mc — 서버 이름 local 은 alias set 에서 정한 것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차시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를 위한 상태 확인 — 네 가지가 있으면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상태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31266" y="27813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3666" y="27813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ps → 컨테이너 2개 Up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버킷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31266" y="34290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83666" y="34290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exec mc mc ls local → raw · warehouse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첫 파일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31266" y="40767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83666" y="40767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ls --recursive local/raw → orders/orders_2026-08-01.csv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폴더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131266" y="47244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83666" y="47244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 → docker-compose.yml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88266" cy="5715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8826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멈출 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131266" y="5372100"/>
            <a:ext cx="1501373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83666" y="5372100"/>
            <a:ext cx="1470893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stop — down -v 는 볼륨까지 지운다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cd ~/lakehouse 에서 실행 — 4-2 는 이 compose 파일을 확장해 spark·REST 카탈로그를 붙인다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오늘의 체크리스트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여덟 개를 스스로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860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28813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0051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860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블록·파일·오브젝트 차이를 한 문장씩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242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35194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36433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5242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키의 슬래시가 이름의 일부라는 것을 실습으로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624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41576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42814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1624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ps 에서 minio·mc 가 Up 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006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47958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49196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48006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컨테이너 안에서 minio:9000 은 되고 localhost:9000 은 안 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43877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543401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555783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543877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alias set → mb → ls 로 raw·warehouse 버킷을 만들었다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07695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390650" y="607218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390650" y="619601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190750" y="607695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cp 로 올린 파일을 mc cat 과 웹 콘솔 양쪽에서 확인했다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715125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390650" y="6710362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90650" y="6834188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90750" y="6715125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boto3 로 다루고 endpoint_url 만 바꾸면 AWS 에서도 도는 것을 안다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43000" y="7353300"/>
            <a:ext cx="16002000" cy="523875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390650" y="7348538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390650" y="7472362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90750" y="7353300"/>
            <a:ext cx="14573250" cy="5238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랜딩 존 raw/orders/ 에 첫 배치 파일을 올려 뒀다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자주 겪는 오류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증상으로 찾는 원인과 해결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5242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port is already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allocated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9000·9001 을 다른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프로세스가 사용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 로 찾아 중지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또는 19000:9000 매핑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웹 콘솔 로그인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거부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환경변수 바꾼 뒤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재생성 안 함 · 옛 볼륨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down → up -d ·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되면 down -v (주의)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mc alias set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connection refused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mc 안에서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localhost:9000 사용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서비스 이름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http://minio:9000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boto3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SSL 오류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5242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5052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endpoint_url 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https:// 로 적음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http://localhost:9000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운영은 반대로 https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안 될 때 순서는 언제나 같다 — docker compose ps → logs 서비스명 → 포트 충돌 확인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예상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자주 나오는 질문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파일 가운데 한 줄만 고치려면?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된다 — 통째로 다시 올린다. 이 제약을 우회하는 것이 4-2 Iceberg 의 핵심 설계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를 실제 운영에 써도 되나요?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쓴다 — 여러 대로 묶어 이중화하고 인증을 제대로. 오늘은 한 대 구성이라 학습용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AWS S3 와 완전히 같은가요?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API 는 거의 같고 일부 고급 기능(수명 주기 세부 옵션)은 다르다 — 기본 조작은 그대로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버킷을 왜 raw 와 warehouse 로 나눴나요?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원본과 가공 결과를 섞지 않기 위해 — 원본은 절대 바꾸지 않는다는 3-5 의 원칙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다음 회차 예고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4-2 · Apache Iceberg 레이크하우스 구축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0005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이론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레이크하우스와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테이블 포맷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962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 1H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 + Iceberg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환경 구성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0D2B5E"/>
          </a:solidFill>
          <a:ln w="9525">
            <a:solidFill>
              <a:srgbClr val="0D2B5E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19200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1.5H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테이블 생성과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타임 트래블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3429000"/>
            <a:ext cx="371475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3429000"/>
            <a:ext cx="371475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752850"/>
            <a:ext cx="306705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정리 0.5H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정리·회고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준비: minio 가 떠 있는 ~/lakehouse 그대로 · 이미지 수백 MB 내려받기(네트워크) · Docker 메모리 8GB 이상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4-1 · 정리·회고 0.5H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4-1 · 정리·회고 0.5H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 회차는 4-2 Apache Iceberg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MinIO 위에 테이블 포맷을 얹어 demo.lakehouse.orders 테이블을 만들고 과거 시점을 조회합니다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데이터레이크 한계와 테이블 포맷의 해법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 + REST 카탈로그 + MinIO Compose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VERSION AS OF 로 과거 시점 조회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ALTER TABLE 로 스키마 안전하게 변경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minio Up 상태 · Docker 메모리 8GB+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