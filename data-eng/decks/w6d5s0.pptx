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6-5 · Kafka Connect와 MinIO 적재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6-4 스택 · 9000·9001 · S3 Sink 플러그인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 스택이 켜지고 mysql-cdc 가 RUNNING 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 minio 가 9000 · 9001 과 이름 minio 를 쓰고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Sink 는 Debezium 이미지에 없다 — zip 약 71MB 를 받아 넣는다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1~3단계는 확인 · 내려받기 · compose 파일은 실습 2단계에서 다시 쓴다 · 재설정(5단계)은 처음부터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오래 걸리는 것은 zip 내려받기 — 수업 전에 끝내 둡니다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6-4 스택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start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RUNNING 두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4주차 멈춤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9000 · 9001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는 Exited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플러그인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71.0M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unzip · mv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싱크 · 버킷 · 그룹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할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 스택을 켜고 CDC 커넥터를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~/data-eng/week6 → docker compose 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· mysql · connect 가 Started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-s …/connectors/mysql-cdc/status | … | grep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15~25초 뒤 "state": "RUNNING" 두 줄 — 커넥터 · 태스크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아무 줄도 안 나오면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 가 아직 뜨는 중 — 몇 초 뒤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· start 뒤에도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 · 커넥터 · 표가 그대로(실측)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기다림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15~25초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4주차를 멈추고 minio 이름을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&amp;&amp; docker compose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다섯이 Stopped — 지우지 않고 멈추기만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… | grep -E 'NAMES|minio'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· spark-minio 가 Exited 로만 보이면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컨테이너 이름은 cdc-minio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이름 minio 면 멈춰 있어도 Conflict … already in 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 이름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cdc-minio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9000 · 9001 을 쓰는 다른 프로그램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netstat -ano | findstr ":9000 :9001"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없으면 비어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-nP -iTCP:9000 -iTCP:9001 …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없으면 비어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 | grep -E …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면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이 한 줄만 PowerShell 에서 · 나머지는 WSL 터미널에서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Sink 플러그인을 받아 풀어 두세요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plugins &amp;&amp; cd plugins → curl -L -o s3-sink.zip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 12.1.15 고정 — curl 진행 표시 71.0M(실측 8초)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unzip -q s3-sink.zip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Ubuntu 에서 command not found 면 sudo apt install -y unzip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mv …-s3-12.1.15 confluentinc-kafka-connect-s3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 이름의 판 번호를 뗀다 — compose 가 이 이름으로 마운트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confluentinc-kafka-connect-s3/lib | wc -l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145 면 jar 가 다 풀린 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받는 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71.0M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(+ minio · 플러그인 마운트)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909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2단계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6주차 산출물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cdc-minio 컨테이너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· cdc-raw 버킷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2 · 3단계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sink-minio.json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· 커넥터 minio-sink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909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4단계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6주차 산출물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cdc-raw/topics/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shop.shop.orders/… JSON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4~6단계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(커넥터가 씀)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compose 는 실습 2단계, 버킷은 3단계, 싱크 커넥터는 4단계에서 처음 만든다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 재설정 — 싱크 쪽만 지운다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curl -s -X DELETE …/connectors/minio-sink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싱크 커넥터를 지운다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rm -r --force m/cdc-raw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 안 파일을 지운다 — pgsty/mc 일회용 컨테이너로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consumer-groups --delete --group connect-minio-sink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싱크가 기억하던 「어디까지 읽었나」 — 실패하면 몇 초 뒤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 쪽은 남는다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mysql-cdc · shop.shop.orders 그대로 — 다시 시작은 실습 3단계(버킷)부터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없으면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오류 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= 지울 것 없음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6-5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6-5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Connect Sink 구조와 flush.size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싱크 커넥터가 언제 파일을 쓰는지, 경로가 어떻게 정해지는지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소스와 싱크의 방향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와 store.url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flush.size 와 적재 경로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