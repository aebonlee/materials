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대안별 우선순위화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평가와 효과 추정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먼저, 하면 얼마나 좋아지는가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수식으로 대안의 순위를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시 늘어나는 양품을 Excel 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2×2 매트릭스와 민감도로 순위를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우선순위가 매겨진 대안 목록 — 오후 실행계획의 입력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3_대안평가매트릭스 시트의 수식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 G2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=B2*0.3+C2*0.2+D2*0.2+E2*0.15+F2*0.15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H2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 6개면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=RANK(G2,$G$2:$G$7) 로 범위 끝을 늘린다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가중치를 셀로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=SUMPRODUCT(B2:F2,$J$2:$N$2)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 효과 · C 비용 · D 실행기간 · E 위험도 · F 현장수용성 — 가중합계는 1~5 사이 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 · 예시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예시 점수로 낸 가중합계와 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 TC-3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· 5 · 5 · 4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0" y="34480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9650" y="34480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44700" y="34480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39950" y="34480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 PM 체크리스트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5 · 5 · 5 ·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0" y="41433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9650" y="41433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4.55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44700" y="41433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39950" y="41433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 SPC 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3 · 3 · 4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483870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483870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44700" y="483870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39950" y="483870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 수입검사·시험 소결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· 4 · 4 · 4 ·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344400" y="553402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9650" y="553402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44700" y="553402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39950" y="553402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 성형실 제습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88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2 · 3 · 4 · 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0" y="62293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9650" y="62293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44700" y="62293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839950" y="62293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 교정 이력 시스템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3 · 2 · 4 · 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0" y="69246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39650" y="69246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744700" y="69246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839950" y="69246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정한 정답이 아니라 판단의 한 예 — 수식 대조용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추정 — CLEAN 시트에서 직접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구간 열 M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=IF(A2&gt;="2026-08-10","PM후","PM전") — 일자가 글자로 저장돼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PM후) ÷ 22일 → 약 5,749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PM전) ÷ 40일 → 약 7,334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회복 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가 PM 전 수준으로 돌아가면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7,334개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293,357 ÷ 40일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5,749개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126,477 ÷ 22일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늘어나는 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7,334 − 5,749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22일 동안 놓친 양품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34,870개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1,585 × 22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22일 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135,268 − 126,477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줄일 수 있었던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5,900개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8,791 − 135,268×2.11%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가정: SF-02 완전 회복 · A1·A2·A3 효과를 서로 더하지 않는다(묶음 전체의 상한)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효과-노력 2×2 — 실행 방식을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적음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Quick Win · A1, A2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 과제 · A3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작음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틈새 과제 · A5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재검토 · A4, A6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노력 적음 = 비용·실행기간 점수 평균 4 이상 · 효과 큼 = 효과 4점 이상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흔들어도 1위가 그대로인가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기본 30·20·20·15·15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88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398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23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424660" y="34480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19910" y="34480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중시 40·15·15·15·15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398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23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70432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957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3.55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24660" y="41719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19910" y="41719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균등 20씩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398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23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70432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9957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3.60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424660" y="48958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19910" y="48958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1·2위는 유지 · 3·4위는 근소 — 점수 대신 「어느 원인을 겨냥하나」로 정한다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시트를 저장하기 전에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RANK 범위를 안 늘렸다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대안을 추가했는데 $G$6 그대로 — 새 대안이 비교에서 빠진다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비용을 비쌀수록 5점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 위로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효과를 서로 더했다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A1·A2·A3 는 같은 원인 — 1,585개의 세 배가 아니다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 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O2 =SUM(J2:N2) 로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45분이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대안이 RANK 범위 안에 있고 순위에 빈 번호가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1, 바꿔도 1위가 유지되는지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 1,585개 증가를 SUMIFS 로 직접 맞췄다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근소한 순위 차이는 판단 근거를 한 줄로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5교시 · 개선안 실행계획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우선순위 위쪽 대안부터 과제·일정·담당·KPI 를 갖춘 실행계획으로 옮깁니다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Quick Win 은 이번 주 착수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 과제는 일정·담당·예산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데이터 수집 과제로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KPI 와 목표값 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우선순위가 매겨진 대안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