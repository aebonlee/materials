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4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1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DF1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시작하기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코딩 도구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 가지 갈래 — 무엇을 고르고 어떻게 시작하나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AI·SW계열 · 웹프로그래밍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 hs-web.dreamitbiz.com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 목표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코딩 도구가 어떤 갈래로 나뉘는지 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수업에 맞는 도구를 골라 실제로 첫 대화를 해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도구를 고를 때 확인할 것과 조심할 것을 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핵심 키워드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781300"/>
            <a:ext cx="106436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06436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대화형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2615" y="2781300"/>
            <a:ext cx="1064365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02615" y="2781300"/>
            <a:ext cx="1064365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AI 에디터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2230" y="2781300"/>
            <a:ext cx="998881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2230" y="2781300"/>
            <a:ext cx="998881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CLI 도구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56361" y="2781300"/>
            <a:ext cx="991088" cy="400050"/>
          </a:xfrm>
          <a:prstGeom prst="roundRect">
            <a:avLst>
              <a:gd name="adj" fmla="val 50000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6361" y="2781300"/>
            <a:ext cx="991088" cy="400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컨텍스트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학습사이트의 본문에서 이 낱말들을 찾아 읽으면 이 시간의 뼈대가 잡힙니다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코딩 도구는 세 갈래입니다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코딩 도구는 세 갈래입니다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79943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7994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갈래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1043" y="2781300"/>
            <a:ext cx="378846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1043" y="2781300"/>
            <a:ext cx="378846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어떻게 쓰나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187609" y="2781300"/>
            <a:ext cx="3788465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187609" y="2781300"/>
            <a:ext cx="378846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장점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14174" y="2781300"/>
            <a:ext cx="3130826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14174" y="2781300"/>
            <a:ext cx="3130826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아쉬운 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517994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498944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웹 대화형 (브라우저에서 채팅)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1043" y="3448050"/>
            <a:ext cx="378846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6293" y="3448050"/>
            <a:ext cx="359796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질문하고 나온 코드를 복사해 붙여 넣는다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187609" y="3448050"/>
            <a:ext cx="378846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82859" y="3448050"/>
            <a:ext cx="359796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설치가 없다. 지금 바로 쓸 수 있다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014174" y="3448050"/>
            <a:ext cx="313082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109424" y="3448050"/>
            <a:ext cx="294032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복사·붙여넣기를 손으로 해야 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517994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498944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② 편집기 내장 (VS Code 확장 · AI 에디터)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1043" y="4171950"/>
            <a:ext cx="378846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56293" y="4171950"/>
            <a:ext cx="359796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코드를 쓰는 자리에서 바로 물어본다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87609" y="4171950"/>
            <a:ext cx="378846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2859" y="4171950"/>
            <a:ext cx="359796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파일을 보고 답한다. 자동완성도 된다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014174" y="4171950"/>
            <a:ext cx="313082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109424" y="4171950"/>
            <a:ext cx="294032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설치·로그인이 필요하다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5179943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498944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 터미널(CLI)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61043" y="4895850"/>
            <a:ext cx="378846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56293" y="4895850"/>
            <a:ext cx="359796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터미널에서 명령으로 대화한다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87609" y="4895850"/>
            <a:ext cx="3788465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82859" y="4895850"/>
            <a:ext cx="359796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파일을 한 번에 고친다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014174" y="4895850"/>
            <a:ext cx="3130826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09424" y="4895850"/>
            <a:ext cx="2940326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터미널이 익숙해야 한다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수업에서는 ①로 시작하세요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1~7주차(HTML·CSS)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는 웹 대화형만으로 충분합니다. 붙여넣는 과정에서 코드를 한 번 더 보게 되는 것이 오히려 공부가 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10주차 이후(JavaScript)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부터 ②를 곁들이면 편합니다.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③은 Term 프로젝트처럼 파일이 여러 개일 때 힘을 발휘합니다. 관심 있으면 도전해 보세요.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어떤 갈래든 코드를 읽는 일은 줄지 않습니다. 도구가 좋아질수록 읽을 코드가 더 빨리 쌓입니다.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웹 대화형 — 가장 빠른 시작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브라우저에서 서비스에 접속해 계정을 만들면 끝입니다.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① 웹 대화형 — 가장 빠른 시작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대표적인 것으로 Claude(claude.ai), ChatGPT(chatgpt.com), Gemini(gemini.google.com) 가 있습니다.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요금제와 무료 사용 범위는 자주 바뀝니다.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여기에 적지 않는 이유입니다.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각 서비스 공식 페이지에서 지금 조건을 직접 확인하세요.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학교 이메일(@hs.ac.kr)로 가입하면 교육용 혜택이 있는 경우가 있으니 함께 확인해 보세요.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이렇게 물어보세요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웹 개발을 처음 배우는 대학교 1학년이야.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 파일 하나로 된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"내 소개 페이지"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를 만들어 줘.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제목, 사진 자리, 자기소개 두 문단, 취미 목록이 들어가야 해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CSS는 같은 파일 안에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&lt;style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로 넣어 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각 줄이 무슨 일을 하는지 주석으로 설명해 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 초보자가 이해할 수 있는 수준으로 부탁해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첫 대화 — 지금 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나온 코드를 week02/about.html 로 저장하고 Live Server로 열어 보세요.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그다음이 중요합니다 — 마음에 안 드는 부분을 말로 고쳐 보세요.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"제목을 가운데로 옮겨 줘", "배경을 연한 하늘색으로 바꿔 줘" 처럼요.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 반복이 바이브 코딩입니다.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② 편집기 안에서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② 편집기 안에서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350258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350258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31358" y="2781300"/>
            <a:ext cx="1361364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1358" y="2781300"/>
            <a:ext cx="1361364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235025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215975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VS Code 확장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31358" y="3448050"/>
            <a:ext cx="1361364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6608" y="3448050"/>
            <a:ext cx="1342314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쓰던 VS Code에 확장을 설치해 씁니다. 편집기를 바꾸지 않아도 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2350258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2159758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전용 에디터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31358" y="4171950"/>
            <a:ext cx="1361364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6608" y="4171950"/>
            <a:ext cx="1342314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VS Code를 바탕으로 AI 기능을 넣어 새로 만든 편집기입니다. 설정을 그대로 옮겨올 수 있습니다.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편집기 내장 도구를 쓸 때 알아 둘 것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코드가 서비스로 전송됩니다.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개인정보나 API 키가 든 파일이 열려 있지 않은지 확인하세요(5장).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자동완성이 계속 뜨는 것이 처음엔 방해가 됩니다. Esc 로 끄고, 필요할 때만 부르세요.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제안을 그대로 Tab 으로 받아들이는 습관이 가장 위험합니다.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읽고 받으세요.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 터미널에서 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 도구는 대개 Node.js가 깔려 있으면(2장) npm 으로 설치합니다.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npm 으로 설치하는 도구의 일반적인 형태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설치 (도구 이름은 공식 문서에서 확인)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npm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install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&lt;도구이름&gt;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프로젝트 폴더로 이동한 뒤 실행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web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-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2026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project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&lt;도구이름&gt;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BD0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설치 명령은 도구마다 다르니 공식 문서의 설치 안내를 그대로 따르세요.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③ 터미널에서 쓰기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-g 는 "컴퓨터 전체에 설치"라는 뜻입니다.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맥·리눅스에서 권한 오류가 나면 sudo 를 붙이기 전에 Node.js를 공식 설치 파일로 다시 깐 뒤 시도하는 편이 안전합니다.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도구가 얼마나 아는가 — 컨텍스트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AI는 내가 알려 준 것만 압니다.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도구가 얼마나 아는가 — 컨텍스트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이것을 컨텍스트(context) 라고 합니다.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같은 질문이라도 컨텍스트를 얼마나 주었느냐에 따라 답의 품질이 완전히 달라집니다.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도구가 얼마나 아는가 — 컨텍스트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387985" cy="590550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387985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상황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69085" y="2781300"/>
            <a:ext cx="3026113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69085" y="2781300"/>
            <a:ext cx="3026113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AI가 아는 것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33298" y="2781300"/>
            <a:ext cx="8511702" cy="5905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3298" y="2781300"/>
            <a:ext cx="8511702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그래서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38798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1974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대화형에 질문만 던짐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69085" y="3448050"/>
            <a:ext cx="302611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4335" y="3448050"/>
            <a:ext cx="283561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내가 친 문장뿐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33298" y="3448050"/>
            <a:ext cx="851170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28548" y="3448050"/>
            <a:ext cx="832120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파일 구조를 모른다 → 일반적인 답이 온다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38798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1974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코드를 붙여넣고 질문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569085" y="4171950"/>
            <a:ext cx="302611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4335" y="4171950"/>
            <a:ext cx="283561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붙여넣은 코드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33298" y="4171950"/>
            <a:ext cx="851170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28548" y="4171950"/>
            <a:ext cx="832120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코드에 맞는 답이 온다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38798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1974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편집기 내장 도구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69085" y="4895850"/>
            <a:ext cx="302611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4335" y="4895850"/>
            <a:ext cx="283561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열려 있는 파일들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33298" y="4895850"/>
            <a:ext cx="851170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28548" y="4895850"/>
            <a:ext cx="832120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변수 이름·구조에 맞춰 답한다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387985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BD0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197485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오류 메시지까지 붙여넣음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69085" y="5619750"/>
            <a:ext cx="3026113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4335" y="5619750"/>
            <a:ext cx="2835613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증상 + 코드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33298" y="5619750"/>
            <a:ext cx="8511702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28548" y="5619750"/>
            <a:ext cx="8321202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원인을 짚어 준다 ← 가장 좋은 상태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기억은 대화 안에서만 이어집니다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새 대화창을 열면 앞의 내용을 모릅니다. 이어서 물으려면 같은 대화창에서 계속하세요.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반대로, 대화가 너무 길어져 엉뚱한 답이 나오기 시작하면 새로 시작하는 편이 낫습니다.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과제처럼 오래 이어지는 작업은 대화 하나를 정해 두고 거기서만 진행하세요.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고를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고를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지금 무료로 얼마나 쓸 수 있나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공식 페이지에서 확인. 여기 적힌 숫자를 믿지 마세요.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내 코드가 학습에 쓰이나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설정에서 끌 수 있는 서비스가 많습니다. 개인정보 설정을 한 번 열어 보세요.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한국어가 자연스러운가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같은 질문을 두세 곳에 던져 비교해 보면 금방 압니다.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학교 계정 혜택이 있나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학생 인증으로 무료 제공되는 경우가 있습니다.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고를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766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766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41243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41910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9719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여러 개를 동시에 결제하지 마세요.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9244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92442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50196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하나를 정해 한 달 써 보고 부족하면 옮기면 됩니다.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9721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972175"/>
            <a:ext cx="47625" cy="9144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6219825"/>
            <a:ext cx="419100" cy="4191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62865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60674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수업 과제는 무료 범위로 충분합니다.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· 스스로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이만큼 되면 이 장은 끝입니다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AI 코딩 도구 세 갈래의 차이를 설명할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웹 대화형 서비스에 계정을 만들고 첫 대화를 해 봤다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나온 코드를 저장해 브라우저에서 실행해 봤다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말로 고쳐 달라고 해서 결과가 바뀌는 것을 확인했다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컨텍스트가 무엇인지, 왜 코드를 함께 붙여넣어야 하는지 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한신대학교 웹프로그래밍(AS006-E) 2026-2학기 · 바이브 코딩 3장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02A5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바이브 코딩 3장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3장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 코딩 도구 준비 — 예상 25분 · 읽음 표시는 학습사이트에서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학습사이트의 「이 장을 다 읽었습니다」 단추로 읽음 표시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회차마다 바뀌는 값(가격·한도·버전)은 공식 페이지에서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막히면 「질문있어요」 — 30분 넘게 혼자 막혀 있지 않기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D4ED8"/>
                </a:solidFill>
                <a:latin typeface="Pretendard"/>
                <a:ea typeface="Pretendard"/>
                <a:cs typeface="Pretendard"/>
              </a:rPr>
              <a:t>다음 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02A56"/>
                </a:solidFill>
                <a:latin typeface="Pretendard"/>
                <a:ea typeface="Pretendard"/>
                <a:cs typeface="Pretendard"/>
              </a:rPr>
              <a:t>4장 · 바이브 코딩 활용법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