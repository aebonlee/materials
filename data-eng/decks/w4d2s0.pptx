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4-2 · Apache Iceberg 레이크하우스 구축 · 수업 전 10분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실습점검 · 환경재설정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4-1 끝 상태 · 포트 · 메모리 · 이미지 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왜 점검하나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수업 전에 걸러 둘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4-1 의 minio·mc 나 raw 파일이 없다 — 오늘은 그 위에 더한다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8181·8888 을 다른 프로그램이나 예전 컨테이너가 쓰고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메모리가 모자라다 — spark-iceberg 만 927MiB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7GB 가 넘는 이미지 둘을 실습 중에 받으면 24분을 놓친다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점검(1~5단계)은 확인만 · 재설정(6단계)은 Iceberg 실습이 꼬였을 때만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여섯 단계 — 위에서부터 한 번씩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4-1 의 raw 버킷과 파일은 어느 단계에서도 건드리지 않는다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349500" cy="3143250"/>
          </a:xfrm>
          <a:prstGeom prst="roundRect">
            <a:avLst>
              <a:gd name="adj" fmla="val 202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3495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349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Docker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193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버전 한 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메모리 상한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73500" y="3924300"/>
            <a:ext cx="2349500" cy="3143250"/>
          </a:xfrm>
          <a:prstGeom prst="roundRect">
            <a:avLst>
              <a:gd name="adj" fmla="val 202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73500" y="3924300"/>
            <a:ext cx="23495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73500" y="4171950"/>
            <a:ext cx="2349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4-1 끝 상태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83050" y="5143500"/>
            <a:ext cx="193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 · ps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raw 다섯 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04000" y="3924300"/>
            <a:ext cx="2349500" cy="3143250"/>
          </a:xfrm>
          <a:prstGeom prst="roundRect">
            <a:avLst>
              <a:gd name="adj" fmla="val 202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04000" y="3924300"/>
            <a:ext cx="23495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0" y="4171950"/>
            <a:ext cx="2349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8181·8888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3550" y="5143500"/>
            <a:ext cx="193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ps -a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 OS별 한 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34500" y="3924300"/>
            <a:ext cx="2349500" cy="3143250"/>
          </a:xfrm>
          <a:prstGeom prst="roundRect">
            <a:avLst>
              <a:gd name="adj" fmla="val 202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34500" y="3924300"/>
            <a:ext cx="23495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34500" y="4171950"/>
            <a:ext cx="2349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이미지 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44050" y="5143500"/>
            <a:ext cx="193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746MB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6.46GB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065000" y="3924300"/>
            <a:ext cx="2349500" cy="3143250"/>
          </a:xfrm>
          <a:prstGeom prst="roundRect">
            <a:avLst>
              <a:gd name="adj" fmla="val 202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065000" y="3924300"/>
            <a:ext cx="23495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065000" y="4171950"/>
            <a:ext cx="2349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오늘 만들 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74550" y="5143500"/>
            <a:ext cx="193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순서만 확인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아직 치지 않음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795500" y="3924300"/>
            <a:ext cx="2349500" cy="3143250"/>
          </a:xfrm>
          <a:prstGeom prst="roundRect">
            <a:avLst>
              <a:gd name="adj" fmla="val 202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4795500" y="3924300"/>
            <a:ext cx="23495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795500" y="4171950"/>
            <a:ext cx="2349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6. 환경 재설정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05050" y="5143500"/>
            <a:ext cx="193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 만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꼬였을 때만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수업 전 10분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운영체제 세 갈래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운영체제마다 다른 것은 두 단계뿐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6822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6822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63340" y="2781300"/>
            <a:ext cx="47625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6334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Windows (WSL2)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63940" y="2781300"/>
            <a:ext cx="38023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6394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macOS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504420" y="2781300"/>
            <a:ext cx="46405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04420" y="2781300"/>
            <a:ext cx="4640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리눅스 (Ubuntu)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 메모리 상한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6334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5859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Resources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.wslconfig memory=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6394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5919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Settings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Resources → Memory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504420" y="3448050"/>
            <a:ext cx="4640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599670" y="3448050"/>
            <a:ext cx="4450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따로 없으면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컴퓨터 전체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 8181·8888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6334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5859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PowerShell netstat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LISTENING 줄 없음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6394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5919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lsof 두 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아무것도 안 나옴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504420" y="4171950"/>
            <a:ext cx="4640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599670" y="4171950"/>
            <a:ext cx="4450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sudo ss -ltnp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아무것도 안 나옴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 · 4 · 5 · 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6334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5859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명령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6394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5919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명령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504420" y="4895850"/>
            <a:ext cx="4640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599670" y="4895850"/>
            <a:ext cx="4450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명령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Windows 는 .wslconfig 를 고친 뒤 PowerShell 에서 wsl --shutdown — 포트 한 줄도 PowerShell 에서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수업 전 10분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 · 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를 켜고 4-1 끝 상태를 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info | grep -i "total memory"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버전 한 줄과 함께 — 4GiB 아래면 늘리기, 8GiB 를 권한다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 ~/lakehouse → docker compose up -d → 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· mc 두 컨테이너가 Up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exec mc mc ls --recursive local/raw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다섯 줄 — orders/orders_2026-08-01.csv 가 4-3 의 첫 입력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실측 macOS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29.6.1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7.749GiB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8181·8888 이 비어 있는지 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ps -a — iceberg-rest · spark-iceberg 가 없는가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있으면 already in use — 내 예전 실습이면 docker rm -f 로 지운다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운영체제별 한 줄에 아무 줄도 없는가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8888 은 켜 둔 Jupyter 가 자주 쓴다 — 그 창을 닫거나 Ctrl+C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리눅스 끝에 docker-proxy 가 보이면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도커 컨테이너가 잡고 있다 — docker ps 로 찾아 멈춘다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8181 · 8888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REST 카탈로그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Jupyter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이미지 두 개는 수업 전에 미리 받아 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iceberg-rest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pull …:1.6.0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746MB · 2분 52초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spark-iceberg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pull …:3.5.5_1.8.1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6.46GB · 20분 52초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확인 · 디스크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grep tabulario 두 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10GB 이상 비워 두기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실측 macOS 합계 7GB 넘음 · 약 24분 — 여럿이 동시에 받으면 더 걸린다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수업 전 10분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 · 순서만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만드는 것 — 아직 치지 않는다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2781300"/>
            <a:ext cx="50825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처음 만드는 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뒤에서 누가 받나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docker-compose.yml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네 서비스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897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환경 구성 1단계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히어독으로 통째로 교체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24360" y="34480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19610" y="34480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4-3 그대로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4-4 가 trino 를 더함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볼륨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lakehouse_rest-catalog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897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환경 구성 1단계 up -d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24360" y="41719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19610" y="41719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4-3 ~ 4-5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테이블 이름 목록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~/lakehouse/scripts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897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환경 구성 1단계 mkdir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24360" y="48958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19610" y="48958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4-3 PySpark 스크립트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demo.lakehouse.orders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(4행)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0372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897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테이블 실습 1·6단계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024360" y="56197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119610" y="56197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4-3 적재 · 4-4 Trino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지금 docker compose exec spark-iceberg … 를 치면 service is not running — 아직 만들기 전이라는 뜻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수업 전 10분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6단계 · 환경 재설정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꼬였을 때만 — Iceberg 만 지우고 다시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mc rm --recursive --force local/warehouse/lakehouse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Removed 줄 — up 직후엔 MinIO 가 뜨는 중이라 down 앞에 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down → docker volume rm lakehouse_rest-catalog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volume rm 이 이름을 한 줄로 되돌려 준다 — 두 명령은 함께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up -d → mc ls --recursive local/warehouse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아무것도 안 나오면 끝 — 테이블 실습 1단계부터 다시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down -v 금지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4-1 raw 도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사라짐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수업 준비가 끝났는지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버전 한 줄과 Total Memory 한 줄 — 4GiB 아래면 늘린다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minio·mc 가 Up 이고 raw 목록에 다섯 줄이 나온다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iceberg-rest·spark-iceberg 이름도, 포트 줄도 없다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grep tabulario 가 746MB · 6.46GB 두 줄을 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재설정은 rm → down → volume rm → up 순서 · down -v 는 4주차에 쓰지 않는다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4-2 · 수업 전 10분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레이크하우스와 테이블 포맷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점검을 마쳤으니 파일 위에 테이블을 얹는 이유부터 잡습니다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파일만 쌓으면 안 되는 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Iceberg 메타데이터 사슬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원자적 커밋 · 스키마 진화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카탈로그의 종류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막혔다면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 단계 아래 「막혔어요」 · 「질문」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