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requests·BeautifulSoup 기초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robots.txt 확인부터 한 페이지 파싱까지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가상환경에 requests·bs4·pymysql 을 설치하고 ok 를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확인을 코드의 첫 단계로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 로 받고 BeautifulSoup 으로 명언 10건을 뽑는다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선택자의 NoneType 오류를 겪고 방어 코드를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페이지 링크(li.next a)의 None 이 다음 1.5H 파이프라인의 종료 조건이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받는 것과 해석하는 것을 나눠서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~/data-eng/week2 에서 2-3 의 가상환경을 켜고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환경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robots.txt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check_robots.py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받기·뽑기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fetch_raw.py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fetch_one.py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선택자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NoneType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다음 페이지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li.next 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이면 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설치 · 확인 · MySQL 기동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6142" y="27813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8542" y="27813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6142" y="34290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8542" y="34290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requests beautifulsoup4 pymysql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6142" y="40767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8542" y="40767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requests, bs4, pymysql →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142" y="47244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8542" y="47244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de-mysql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robots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76142" y="53721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8542" y="53721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rp.can_fetch('*', URL) · rp.crawl_delay('*')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ok 가 출력되고 de-mysql 이 기동되면 준비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 가능 여부: True — 파일이 없어서 나온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출력: 수집 가능 여부: True · 권고 간격: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RobotFileParser 가 robots.txt 를 읽어 can_fetch 로 판정한다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그런데 브라우저로 열면 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없으면 「막는 규칙이 없다」로 보고 전부 허용 — 401·403 이면 반대로 전부 금지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권고 간격이 None 이어도 1초를 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없는 것과 허용한다고 적힌 것은 다르다 — 다른 사이트는 약관까지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상태 코드에 따라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결론이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뒤집힌다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fetch_raw.py → fetch_one.py — 받기와 해석을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headers = {'User-Agent': …}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정체와 목적을 밝힌다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814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814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requests.get(…, timeout=10)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9814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9814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받기만 — 파싱은 아직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5148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5148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res.status_code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5148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5148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 이면 성공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482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482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BeautifulSoup(res.text, 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0482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0482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문자열을 태그 트리로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816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816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soup.select('div.quote')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5816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5816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명언 덩어리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1150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1150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q.select_one('span.text')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1150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1150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 하나 — get_text()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6484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6484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[… for t in q.select('a.tag')]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4100" y="66484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39350" y="66484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 목록을 한 줄로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[… for t in …] 리스트 컴프리헨션 = 빈 목록에 for 로 append 한 것과 같은 결과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status: 200 뒤에 「저자 | 본문 앞부분 | 태그 목록」 10건이 찍힌다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선택자를 써 본다 — NoneType 오류를 미리 겪는다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실무에서 크롤러가 깨지는 가장 흔한 이유가 사이트 구조 변경입니다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오타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'div.quotes' 없음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빈 리스트 []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select_one 오타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'span.txt' 없음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.get_text()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에 호출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AttributeError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pick() 방어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found 검사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(없음)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터지는 코드와 방어하는 코드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터지는 쪽 — .get_text() 바로 호출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에 .get_text() 를 부르는 순간 터진다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→ 빈 리스트 []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select_one → None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AttributeError: 'NoneType' object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방어하는 쪽 — pick() 헬퍼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없을 수 있는 값은 검사하고 넘어간다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found = el.select_one(selector)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있으면 get_text(strip=True)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default — (없음), 멈추지 않음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li.next a — 다음 페이지 링크, None 이면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페이지: next href 가 /page/2/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soup.select_one('li.next a') 의 href 를 읽는다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페이지(/page/10/): 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select_one 이 None 을 돌려준다 — 이것이 순회를 멈추는 신호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에서 반복 종료 조건으로 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next_url 이 없으면 break — 있으면 그 주소로 계속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/page/2/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그리고 None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import 확인이 ok 를 찍고 de-mysql 이 떠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check_robots.py 가 True · None 을 찍는다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fetch_raw.py 가 status: 200 과 HTML 앞부분을 보여 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fetch_one.py 가 명언 10건을 저자 | 본문 | 태그로 찍는다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선택자는 (없음)으로 넘어가고 li.next a 는 None 을 만난다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수집 파이프라인 구축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fetch·parse·load 세 함수로 나눈 크롤러를 완성하고, 재실행해도 중복이 안 쌓이는지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 + UNIQUE 제약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로 3페이지 수집·적재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실행해 saved 0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 안전장치 붙이기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fetch_one.py 의 선택자와 헤더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