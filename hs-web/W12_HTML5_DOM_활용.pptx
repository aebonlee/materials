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1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D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12주차 · 11/19(목)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HTML5 DOM 활용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DOM 구조 이해 및 요소 제어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AI·SW계열 · 웹프로그래밍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hs-web.dreamitbiz.com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12주차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DOM이 무엇인지 설명하고 HTML 문서와의 관계를 말할 수 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querySelector로 요소를 찾고 내용·속성·클래스를 바꿀 수 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textContent와 innerHTML의 차이와 보안 위험을 설명할 수 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요소를 만들어 붙이고 지울 수 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querySelector가 null을 돌려주는 원인을 진단할 수 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12주차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12주차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핵심 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781300"/>
            <a:ext cx="756425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75642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DOM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94675" y="2781300"/>
            <a:ext cx="1668819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94675" y="2781300"/>
            <a:ext cx="1668819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querySelector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58744" y="2781300"/>
            <a:ext cx="1454685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58744" y="2781300"/>
            <a:ext cx="145468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textContent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8678" y="2781300"/>
            <a:ext cx="1357866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8678" y="2781300"/>
            <a:ext cx="1357866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innerHTML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1795" y="2781300"/>
            <a:ext cx="674340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1795" y="2781300"/>
            <a:ext cx="67434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XSS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31385" y="2781300"/>
            <a:ext cx="114013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31385" y="2781300"/>
            <a:ext cx="114013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classList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66765" y="2781300"/>
            <a:ext cx="101695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66765" y="2781300"/>
            <a:ext cx="101695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dataset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8970" y="2781300"/>
            <a:ext cx="1701790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8970" y="2781300"/>
            <a:ext cx="170179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createElement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학습사이트의 본문에서 이 낱말들을 찾아 읽으면 이 시간의 뼈대가 잡힙니다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12주차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12주차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DOM — 브라우저가 만든 문서의 지도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브라우저는 HTML 파일을 읽어 객체들의 나무(tree) 로 바꿔 메모리에 올립니다.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12주차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12주차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DOM — 브라우저가 만든 문서의 지도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이것이 DOM(Document Object Model) 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JavaScript는 이 나무를 타고 다니며 원하는 가지를 찾아 바꿉니다.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12주차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12주차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HTML이 나무가 되는 모습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18</a:t>
            </a:r>
          </a:p>
        </p:txBody>
      </p:sp>
      <p:pic>
        <p:nvPicPr>
          <p:cNvPr id="11" name="deckgen:code-ar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350" y="2552700"/>
            <a:ext cx="4257675" cy="497681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12주차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12주차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꼭 구분해야 할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HTML 파일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은 서버에 있는 글자 뭉치입니다 — 바뀌지 않습니다.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DOM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은 브라우저 메모리 안의 객체 나무입니다 — JavaScript가 바꾸는 것은 이쪽입니다.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그래서 JS로 화면을 바꿔도 새로고침하면 원래대로 돌아옵니다. 원본 파일은 그대로니까요.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12주차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12주차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요소 찾기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12주차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12주차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querySelector — CSS 선택자를 그대로 씁니다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document.querySelector(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'#title'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// id — 하나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document.querySelector(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'.list'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 // class — 첫 번째 하나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document.querySelector(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'li'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    // 태그 — 첫 번째 하나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document.querySelector(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'.list &gt; li'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// 복잡한 선택자도 그대로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document.querySelectorAll(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'li'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 // 전부 (NodeList)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// 못 찾으면 null을 돌려줍니다 — 이게 오류의 시작점입니다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const el = document.querySelector(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'#없는아이디'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console.log(el);            // null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el.textContent =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'안녕'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// ❌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TypeError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Cannot set properties of null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12주차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12주차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요소 찾기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getElementById · getElementsByClassName 같은 옛 방법도 있지만, querySelector 하나만 알면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CSS에서 쓰던 선택자를 그대로 쓸 수 있어 외울 것이 없습니다.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12주차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12주차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① 선택자 오타 ② script가 너무 일찍 실행됨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❌ head에 있는 script는 body보다 먼저 실행됩니다 --&gt;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&lt;head</a:t>
            </a: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&lt;script</a:t>
            </a: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document.querySelector(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'#btn'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// null — 아직 btn이 안 만들어졌다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&lt;/script</a:t>
            </a: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&lt;/head</a:t>
            </a: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&lt;body</a:t>
            </a: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&lt;button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"btn"</a:t>
            </a: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버튼</a:t>
            </a: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&lt;/button</a:t>
            </a: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&lt;/body</a:t>
            </a: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✅ 해결 1: script를 &lt;/body&gt; 바로 앞에 --&gt;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✅ 해결 2: defer 속성 — &lt;script src="app.js" defer&gt;&lt;/script&gt; --&gt;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✅ 해결 3: DOM이 다 만들어진 뒤 실행 --&gt;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&lt;script</a:t>
            </a: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document.addEventListener(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'DOMContentLoaded'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() =</a:t>
            </a: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document.querySelector(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'#btn'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// 이제 있습니다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});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&lt;/script</a:t>
            </a: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12주차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12주차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querySelectorAll은 배열이 아닙니다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items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querySelectorAll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'li'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items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forEach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textContent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✅ forEach는 됩니다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items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textContent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❌ map은 없습니다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arr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[...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items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];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배열로 바꾸면 전부 쓸 수 있습니다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arr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textContent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12주차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12주차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내용과 모양 바꾸기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12주차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12주차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글자 바꾸기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const title = document.querySelector(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'#title'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title.textContent =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'바뀐 제목'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// 글자만 — 안전 ✅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title.innerHTML =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'&lt;em&gt;기울임&lt;/em&gt;'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// HTML로 해석 — 조심 ⚠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// 읽기도 됩니다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console.log(title.textContent);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12주차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12주차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innerHTML을 조심해야 하는 이유 (XSS)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innerHTML 은 넣은 문자열을 HTML로 해석합니다. 그래서 사용자가 쓴 글을 그대로 넣으면 그 안의 &lt;script&gt; 나 onerror 가 실제로 실행됩니다.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이것을 XSS(Cross-Site Scripting) 공격이라 하며, 남의 로그인 정보를 훔치는 데 쓰입니다.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원칙: 사용자가 입력한 것은 반드시 textContent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 넣습니다. innerHTML 은 내가 직접 쓴 문자열에만 씁니다.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12주차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12주차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입력과 값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input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querySelector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'#name'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input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value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입력칸의 현재 값 (항상 문자열!)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input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value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'기본값'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Number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input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value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계산하려면 변환 필수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check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querySelector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'#agree'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check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checked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체크박스는 checked (true/false)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12주차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12주차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스타일 — 클래스로 바꿉니다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querySelector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'.box'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❌ 이렇게 직접 만지지 마세요 — 스타일이 JS 안에 흩어집니다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style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background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'red'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style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padding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'20px'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✅ 스타일은 CSS에 두고, JS는 클래스만 바꿉니다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classList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'is-active'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classList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remove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'is-active'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classList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toggle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'is-active'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있으면 빼고 없으면 넣기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classList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toggle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'is-active'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true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강제로 켜기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classList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contains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'is-active'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있는지 확인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12주차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12주차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속성 다루기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img.src = 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'new.jpg'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link.href = 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'https://example.com'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el.setAttribute(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'data-id'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'42'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el.getAttribute(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'data-id'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 // 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'42'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el.dataset.id;                    // 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'42'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← data-* 는 dataset으로 더 편하게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el.removeAttribute(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'disabled'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// 보이기/숨기기 — hidden 속성이 가장 간단합니다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panel.hidden = true;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panel.hidden = false;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⚠ CSS에 [hidden] { display: none !important } 를 함께 두세요.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다른 display 규칙이 hidden을 이겨 버리는 일이 실제로 자주 있습니다.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12주차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12주차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요소 만들고 붙이기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12주차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12주차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createElement + append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createElement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'li'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</a:t>
            </a: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만들고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textContent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'새 항목'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       </a:t>
            </a: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채우고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className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'item'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querySelector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'ul'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append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</a:t>
            </a: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붙인다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여러 개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'하나'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'둘'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'셋'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].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forEach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=&gt; {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createElement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'li'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textContent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ul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append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});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지우기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remove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                 </a:t>
            </a: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자기 자신 제거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ul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textContent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''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</a:t>
            </a: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자식 전부 비우기 (가장 간단한 방법)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12주차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12주차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요소 만들고 붙이기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974090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9740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메서드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22000" y="2781300"/>
            <a:ext cx="62230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22000" y="2781300"/>
            <a:ext cx="6223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어디에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9740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955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append(el)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22000" y="3448050"/>
            <a:ext cx="6223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17250" y="3448050"/>
            <a:ext cx="6032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자식의 맨 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9740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955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prepend(el)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22000" y="4171950"/>
            <a:ext cx="6223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17250" y="4171950"/>
            <a:ext cx="6032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자식의 맨 앞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9740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955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before(el) / after(el)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22000" y="4895850"/>
            <a:ext cx="6223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17250" y="4895850"/>
            <a:ext cx="6032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자기 앞 / 뒤 (형제로)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9740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955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replaceWith(el)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22000" y="5619750"/>
            <a:ext cx="6223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017250" y="5619750"/>
            <a:ext cx="6032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자기 자리를 대체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9740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955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remove()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22000" y="6343650"/>
            <a:ext cx="6223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017250" y="6343650"/>
            <a:ext cx="6032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자기 자신 제거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12주차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12주차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시간의 실습 3개 — 학습사이트의 코드 실습장에서 직접 치고 실행합니다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12주차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12주차 · 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1 · 기본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JS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버튼을 누르면 h1의 글자가 바뀌게 하세요. HTML은 JavaScript로 만들어도 되고, document.body.innerHTML로 먼저 넣어도 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querySelector로 찾고 addEventListener로 걸고 textContent로 바꿉니다.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12주차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12주차 · 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1 모범답안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body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innerHTML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'&lt;h1 id="title"&gt;처음 제목&lt;/h1&gt;&lt;button id="btn"&gt;바꾸기&lt;/button&gt;'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querySelector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'#btn'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addEventListener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'click'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() =&gt;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querySelector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'#title'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textContent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'바뀐 제목! 🎉'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12주차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12주차 · 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2 · 기본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JS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목록을 JavaScript로 만들어 화면에 붙이세요. 배열 ["HTML","CSS","JavaScript"]를 돌면서 li를 만들어 ul에 넣습니다. 사용자 입력이 아니어도 textContent를 쓰세요.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createElement로 만들고, textContent로 채우고, append로 붙입니다.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12주차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12주차 · 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2 모범답안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body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innerHTML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'&lt;h2&gt;배우는 것&lt;/h2&gt;&lt;ul id="list"&gt;&lt;/ul&gt;'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items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[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'HTML'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'CSS'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'JavaScript'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querySelector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'#list'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items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forEach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createElement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'li'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textContent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append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12주차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12주차 · 실습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3 · 응용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JS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버튼을 누르면 상자에 클래스가 붙었다 떨어지게 하세요. 스타일은 CSS에 두고 JavaScript는 클래스만 토글해야 합니다. 지금 상태를 화면 글자로도 표시하세요.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classList.toggle()은 붙였는지 여부를 true/false로 돌려줍니다. 그 값을 그대로 쓰면 편합니다.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12주차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12주차 · 실습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3 모범답안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body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innerHTML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`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&lt;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style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box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padding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24px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border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2px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solid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#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cbd5e1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border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radius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12px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transition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.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2s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box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is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on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background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#4338ca;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color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#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fff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border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color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#4338ca; }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&lt;/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style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&lt;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div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class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"box"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"box"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&gt;상자&lt;/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div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&lt;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button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"btn"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&gt;켜기 / 끄기&lt;/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button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&lt;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"state"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&gt;&lt;/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`;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box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querySelector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'#box'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state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querySelector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'#state'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querySelector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'#btn'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addEventListener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'click'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() =&gt; {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on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box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classList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toggle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'is-on'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state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textContent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on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? 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'켜짐'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: 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'꺼짐'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12주차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12주차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12주차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HTML5 DOM 활용 — 이 시간에 다룬 것을 학습사이트에서 다시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334000"/>
            <a:ext cx="6724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 주차 페이지의 절마다 「이해했어요 · 실습했어요 · 어려워요」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3개를 실습장에서 「확인」 까지 — 「실습했어요」 체크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362700"/>
            <a:ext cx="6724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퀴즈 10 「퀴즈 10 — HTML5 DOM 활용」 응시 (성적 미반영 · 학습 확인용)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「질문있어요」 또는 패들릿에 — 30분 넘게 혼자 막혀 있지 않기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다음 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13주차 · 이벤트 처리 기초 및 응용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