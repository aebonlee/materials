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deckgen:decor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deckgen:decor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2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deckgen:decor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deckgen:decor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decor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9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decor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6-5 · Kafka Connect와 MinIO 적재 · 실습 2.5H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9187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300" b="1" spc="-235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S3 Sink로 MinIO 적재와</a:t>
            </a:r>
          </a:p>
          <a:p>
            <a:pPr algn="l">
              <a:lnSpc>
                <a:spcPct val="105000"/>
              </a:lnSpc>
            </a:pPr>
            <a:r>
              <a:rPr sz="6300" b="1" spc="-235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엔드투엔드 검증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6033516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DB 변경이 파일로 떨어지는 전 과정을 눈으로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수도권ICT 이노베이션스퀘어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이 시간의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2.5시간 뒤에는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71788"/>
            <a:ext cx="16002000" cy="676275"/>
          </a:xfrm>
          <a:prstGeom prst="roundRect">
            <a:avLst>
              <a:gd name="adj" fmla="val 704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29432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0670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71788"/>
            <a:ext cx="145732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S3 Sink 플러그인을 마운트해 connector-plugins 에서 확인한다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662362"/>
            <a:ext cx="16002000" cy="676275"/>
          </a:xfrm>
          <a:prstGeom prst="roundRect">
            <a:avLst>
              <a:gd name="adj" fmla="val 704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373380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385762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662362"/>
            <a:ext cx="145732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minio 서비스를 띄우고 cdc-raw 버킷을 만든다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452938"/>
            <a:ext cx="16002000" cy="676275"/>
          </a:xfrm>
          <a:prstGeom prst="roundRect">
            <a:avLst>
              <a:gd name="adj" fmla="val 704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45243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46482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452938"/>
            <a:ext cx="145732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sink-minio.json 을 등록해 RUNNING 을 확인한다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243512"/>
            <a:ext cx="16002000" cy="676275"/>
          </a:xfrm>
          <a:prstGeom prst="roundRect">
            <a:avLst>
              <a:gd name="adj" fmla="val 704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531495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543877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243512"/>
            <a:ext cx="145732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INSERT 5건 → MinIO JSON 파일 생성을 엔드투엔드로 확인한다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034088"/>
            <a:ext cx="16002000" cy="676275"/>
          </a:xfrm>
          <a:prstGeom prst="roundRect">
            <a:avLst>
              <a:gd name="adj" fmla="val 704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90650" y="61055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90650" y="62293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0750" y="6034088"/>
            <a:ext cx="145732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파일이 안 생길 때 짚는 다섯 단계와 주차 산출물을 정리한다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토픽 목록과 sink-minio.json 이 주차 산출물 — 마지막 단계에서 README 로 정리합니다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6-5 · 실습 2.5H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실습 흐름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여덟 단계 — 6-4 스택 위에 minio 를 얹는다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06705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5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~/data-eng/week6 에서 6-4 스택과 mysql-cdc RUNNING, plugins/ 에 S3 Sink 를 풀어 둔 상태로 시작합니다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1. 플러그인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25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확인만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실습점검에서 받음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196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19600" y="3924300"/>
            <a:ext cx="289560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96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2·3. minio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91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compose 통째로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cdc-raw 버킷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962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962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962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4. Sink 등록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57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sink-minio.json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RUNNING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9728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972800" y="3924300"/>
            <a:ext cx="289560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5·6. 검증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823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INSERT 5건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파일 확인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2494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42494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2494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7·8. 정리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4589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안 생길 때 5곳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산출물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6-5 · 실습 2.5H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1~3단계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플러그인 확인 · compose 다시 쓰기 · 버킷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6002000" cy="1000125"/>
          </a:xfrm>
          <a:prstGeom prst="roundRect">
            <a:avLst>
              <a:gd name="adj" fmla="val 476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38488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290888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024188"/>
            <a:ext cx="1447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ls plugins/confluentinc-kafka-connect-s3/lib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481388"/>
            <a:ext cx="14478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jar 145개 — 판 번호(-12.1.15)가 붙어 있으면 실습점검 3단계의 mv 를 빠뜨린 것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105275"/>
            <a:ext cx="16002000" cy="1000125"/>
          </a:xfrm>
          <a:prstGeom prst="roundRect">
            <a:avLst>
              <a:gd name="adj" fmla="val 476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310062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462462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195762"/>
            <a:ext cx="1447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cat &gt; docker-compose.yml &lt;&lt; 'EOF' … EOF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652962"/>
            <a:ext cx="14478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조각을 덧붙이면 connect 키가 둘 — 파일 전체를 다시 쓴다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276850"/>
            <a:ext cx="16002000" cy="1000125"/>
          </a:xfrm>
          <a:prstGeom prst="roundRect">
            <a:avLst>
              <a:gd name="adj" fmla="val 476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481638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634038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367338"/>
            <a:ext cx="1447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up -d --force-recreate connect → up -d minio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5824538"/>
            <a:ext cx="14478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Container cdc-minio Started · 14초 뒤 connector-plugins 에 S3SinkConnector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448425"/>
            <a:ext cx="16002000" cy="1000125"/>
          </a:xfrm>
          <a:prstGeom prst="roundRect">
            <a:avLst>
              <a:gd name="adj" fmla="val 476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447800" y="6653212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47800" y="6805612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24100" y="6538912"/>
            <a:ext cx="1447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mc mb -p m/cdc-raw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24100" y="6996112"/>
            <a:ext cx="14478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Bucket created successfully — 버킷은 커넥터가 만들어 주지 않는다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758190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14450" y="758190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컨테이너 이름은 cdc-minio(4주차 minio 와 충돌), 부르는 이름은 서비스 이름 minio 그대로 — store.url 은 http://minio:9000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6-5 · 실습 2.5H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4단계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sink-minio.json 의 핵심 줄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540258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54025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설정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0" y="2781300"/>
            <a:ext cx="524256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2781300"/>
            <a:ext cx="52425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864340" y="2781300"/>
            <a:ext cx="528066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64340" y="2781300"/>
            <a:ext cx="52806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뜻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5402580" cy="445294"/>
          </a:xfrm>
          <a:prstGeom prst="roundRect">
            <a:avLst>
              <a:gd name="adj" fmla="val 855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521208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connector.class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0" y="3448050"/>
            <a:ext cx="524256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8930" y="3448050"/>
            <a:ext cx="505206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…s3.S3SinkConnector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864340" y="3448050"/>
            <a:ext cx="528066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959590" y="3448050"/>
            <a:ext cx="509016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S3 Sink 커넥터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3969544"/>
            <a:ext cx="5402580" cy="445294"/>
          </a:xfrm>
          <a:prstGeom prst="roundRect">
            <a:avLst>
              <a:gd name="adj" fmla="val 855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3969544"/>
            <a:ext cx="521208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topics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0" y="3969544"/>
            <a:ext cx="524256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8930" y="3969544"/>
            <a:ext cx="505206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shop.shop.orders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864340" y="3969544"/>
            <a:ext cx="528066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959590" y="3969544"/>
            <a:ext cx="509016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구독할 CDC 토픽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491038"/>
            <a:ext cx="5402580" cy="445294"/>
          </a:xfrm>
          <a:prstGeom prst="roundRect">
            <a:avLst>
              <a:gd name="adj" fmla="val 855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491038"/>
            <a:ext cx="521208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s3.bucket.name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0" y="4491038"/>
            <a:ext cx="524256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78930" y="4491038"/>
            <a:ext cx="505206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cdc-raw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864340" y="4491038"/>
            <a:ext cx="528066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959590" y="4491038"/>
            <a:ext cx="509016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미리 만든 버킷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012531"/>
            <a:ext cx="5402580" cy="445294"/>
          </a:xfrm>
          <a:prstGeom prst="roundRect">
            <a:avLst>
              <a:gd name="adj" fmla="val 855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012531"/>
            <a:ext cx="521208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store.url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83680" y="5012531"/>
            <a:ext cx="524256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78930" y="5012531"/>
            <a:ext cx="505206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http://minio:9000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864340" y="5012531"/>
            <a:ext cx="528066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959590" y="5012531"/>
            <a:ext cx="509016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MinIO 로 가는 갈림길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5534025"/>
            <a:ext cx="5402580" cy="445294"/>
          </a:xfrm>
          <a:prstGeom prst="roundRect">
            <a:avLst>
              <a:gd name="adj" fmla="val 855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5534025"/>
            <a:ext cx="521208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aws.access.key.id 등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583680" y="5534025"/>
            <a:ext cx="524256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78930" y="5534025"/>
            <a:ext cx="505206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minioadmin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1864340" y="5534025"/>
            <a:ext cx="528066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1959590" y="5534025"/>
            <a:ext cx="509016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compose 의 ROOT 값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143000" y="6055519"/>
            <a:ext cx="5402580" cy="445294"/>
          </a:xfrm>
          <a:prstGeom prst="roundRect">
            <a:avLst>
              <a:gd name="adj" fmla="val 855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238250" y="6055519"/>
            <a:ext cx="521208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format.class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583680" y="6055519"/>
            <a:ext cx="524256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678930" y="6055519"/>
            <a:ext cx="505206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JsonFormat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1864340" y="6055519"/>
            <a:ext cx="528066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1959590" y="6055519"/>
            <a:ext cx="509016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raw 그대로 JSON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143000" y="6577012"/>
            <a:ext cx="5402580" cy="445294"/>
          </a:xfrm>
          <a:prstGeom prst="roundRect">
            <a:avLst>
              <a:gd name="adj" fmla="val 855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238250" y="6577012"/>
            <a:ext cx="521208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flush.size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583680" y="6577012"/>
            <a:ext cx="524256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678930" y="6577012"/>
            <a:ext cx="505206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1864340" y="6577012"/>
            <a:ext cx="528066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1959590" y="6577012"/>
            <a:ext cx="509016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5건 모이면 파일 하나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143000" y="7098506"/>
            <a:ext cx="5402580" cy="445294"/>
          </a:xfrm>
          <a:prstGeom prst="roundRect">
            <a:avLst>
              <a:gd name="adj" fmla="val 855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238250" y="7098506"/>
            <a:ext cx="521208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behavior.on.null.values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583680" y="7098506"/>
            <a:ext cx="524256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678930" y="7098506"/>
            <a:ext cx="505206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ignore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11864340" y="7098506"/>
            <a:ext cx="528066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1959590" y="7098506"/>
            <a:ext cx="509016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툼스톤만 건너뛴다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등록하자마자 6-4 이벤트(실측 12건)부터 읽어 5건씩 파일 둘 — status 의 connector · tasks[0] 가 RUNNING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6-5 · 실습 2.5H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5단계 — 엔드투엔드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INSERT 5건 뒤 파일 셋 — 마지막이 방금 넣은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INSERT 5건 → sleep 10 → mc ls --recursive m/cdc-raw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…+0000000000 · …0006 · …0011.json — 앞 둘은 6-4 의 이벤트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0 → 6 처럼 5씩이 아닌 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끝 숫자는 첫 메시지의 오프셋 — 툼스톤을 건너뛴 자리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mc find … | tail -n 1 → python3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가장 최근 파일의 op 와 after — 방금 넣은 행이 c 로 나온다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73417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447800" y="698182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47800" y="713422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24100" y="694372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다섯 번째 INSERT 는 아직 없다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24100" y="734377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다음 다섯 건이 모일 때까지 Sink 가 들고 있다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3144500" y="2933700"/>
            <a:ext cx="4000500" cy="4895850"/>
          </a:xfrm>
          <a:prstGeom prst="roundRect">
            <a:avLst>
              <a:gd name="adj" fmla="val 1190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487400" y="4562475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mc 이미지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487400" y="4962525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awk·grep 없음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tail 은 있음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6-5 · 실습 2.5H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6단계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세 터미널로 전체 흐름을 한 번 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06705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5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어디서 얼마나 걸리는지 감을 잡습니다 — Kafka 까지는 즉시, 파일까지는 flush.size 만큼 기다린다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터미널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25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console-consumer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shop.shop.orders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196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19600" y="3924300"/>
            <a:ext cx="289560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96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터미널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91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for 1~5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INSERT · sleep 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962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962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962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터미널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57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consumer-groups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--list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9728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972800" y="3924300"/>
            <a:ext cx="289560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보이는 것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823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그룹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connect-minio-sink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2494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42494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2494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5건 차면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4589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MinIO 에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파일 하나 더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6-5 · 실습 2.5H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일부러 실패시키기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behavior.on.null.values 를 빼고 등록하면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빼면 — 태스크 FAILED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커넥터는 RUNNING 인데 tasks[0] 가 FAILED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47800" y="5016817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3353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trace 끝: Null valued records are not writeable</a:t>
            </a:r>
          </a:p>
        </p:txBody>
      </p:sp>
      <p:sp>
        <p:nvSpPr>
          <p:cNvPr id="13" name="Oval 12"/>
          <p:cNvSpPr/>
          <p:nvPr/>
        </p:nvSpPr>
        <p:spPr>
          <a:xfrm>
            <a:off x="1447800" y="552735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3353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6-4 DELETE 뒤 툼스톤(값 없음)이 원인</a:t>
            </a:r>
          </a:p>
        </p:txBody>
      </p:sp>
      <p:sp>
        <p:nvSpPr>
          <p:cNvPr id="15" name="Oval 14"/>
          <p:cNvSpPr/>
          <p:nvPr/>
        </p:nvSpPr>
        <p:spPr>
          <a:xfrm>
            <a:off x="1447800" y="603789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3353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파일에 쓸 수 없는 메시지라 멈춘다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7265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"ignore" 를 넣으면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7265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그 메시지만 건너뛰고 RUNNING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7265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077450" y="5016817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6318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DELETE 이벤트(op=d)는 값이 있어 쌓인다</a:t>
            </a:r>
          </a:p>
        </p:txBody>
      </p:sp>
      <p:sp>
        <p:nvSpPr>
          <p:cNvPr id="22" name="Oval 21"/>
          <p:cNvSpPr/>
          <p:nvPr/>
        </p:nvSpPr>
        <p:spPr>
          <a:xfrm>
            <a:off x="10077450" y="552735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6318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파일 이름 0 → 6 — 건너뛴 자리</a:t>
            </a:r>
          </a:p>
        </p:txBody>
      </p:sp>
      <p:sp>
        <p:nvSpPr>
          <p:cNvPr id="24" name="Oval 23"/>
          <p:cNvSpPr/>
          <p:nvPr/>
        </p:nvSpPr>
        <p:spPr>
          <a:xfrm>
            <a:off x="10077450" y="603789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6318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고치려면 DELETE 로 지우고 다시 등록</a:t>
            </a:r>
          </a:p>
        </p:txBody>
      </p:sp>
      <p:sp>
        <p:nvSpPr>
          <p:cNvPr id="26" name="Oval 25"/>
          <p:cNvSpPr/>
          <p:nvPr/>
        </p:nvSpPr>
        <p:spPr>
          <a:xfrm>
            <a:off x="8686800" y="3771900"/>
            <a:ext cx="914400" cy="914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0" y="405765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6-5 · 실습 2.5H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7단계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파일이 안 생길 때 짚는 다섯 곳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188214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18821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순서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63240" y="2781300"/>
            <a:ext cx="700278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63240" y="2781300"/>
            <a:ext cx="70027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무엇을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104120" y="2781300"/>
            <a:ext cx="704088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104120" y="2781300"/>
            <a:ext cx="70408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어디서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18821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16916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(1)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063240" y="3448050"/>
            <a:ext cx="70027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158490" y="3448050"/>
            <a:ext cx="68122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커넥터가 살아 있는가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104120" y="3448050"/>
            <a:ext cx="70408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199370" y="3448050"/>
            <a:ext cx="68503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…/minio-sink/status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18821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16916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(2)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063240" y="4171950"/>
            <a:ext cx="70027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158490" y="4171950"/>
            <a:ext cx="68122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구독 토픽 이름이 맞는가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104120" y="4171950"/>
            <a:ext cx="70408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199370" y="4171950"/>
            <a:ext cx="68503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…/config | grep topics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18821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16916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(3)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063240" y="4895850"/>
            <a:ext cx="70027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158490" y="4895850"/>
            <a:ext cx="68122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토픽에 메시지가 있는가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104120" y="4895850"/>
            <a:ext cx="70408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199370" y="4895850"/>
            <a:ext cx="68503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kafka-get-offsets.sh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18821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16916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(4)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063240" y="5619750"/>
            <a:ext cx="70027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158490" y="5619750"/>
            <a:ext cx="68122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Sink 가 어디까지 읽었는가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104120" y="5619750"/>
            <a:ext cx="70408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199370" y="5619750"/>
            <a:ext cx="68503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consumer-groups --describe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6343650"/>
            <a:ext cx="18821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6343650"/>
            <a:ext cx="16916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(5)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063240" y="6343650"/>
            <a:ext cx="70027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158490" y="6343650"/>
            <a:ext cx="68122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Connect 로그에 오류가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104120" y="6343650"/>
            <a:ext cx="70408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199370" y="6343650"/>
            <a:ext cx="68503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compose logs connect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(4) LAG 1~4 는 정상(실측 1) — 아직 flush.size 를 못 채워 들고 있는 것 · 대부분 (2) 토픽 오타나 (1) 버킷·자격증명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6-5 · 실습 2.5H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확인 포인트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 2.5시간이 끝날 때 확인할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76550"/>
            <a:ext cx="16002000" cy="542925"/>
          </a:xfrm>
          <a:prstGeom prst="roundRect">
            <a:avLst>
              <a:gd name="adj" fmla="val 877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2881312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005138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76550"/>
            <a:ext cx="145732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plugins/…/lib 에 jar 가 있고 connector-plugins 에 S3SinkConnector 가 보인다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533775"/>
            <a:ext cx="16002000" cy="542925"/>
          </a:xfrm>
          <a:prstGeom prst="roundRect">
            <a:avLst>
              <a:gd name="adj" fmla="val 877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3538538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3662362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533775"/>
            <a:ext cx="145732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localhost:9001 콘솔이 열리고 cdc-raw 버킷이 있다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191000"/>
            <a:ext cx="16002000" cy="542925"/>
          </a:xfrm>
          <a:prstGeom prst="roundRect">
            <a:avLst>
              <a:gd name="adj" fmla="val 877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4195762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4319588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191000"/>
            <a:ext cx="145732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minio-sink status 의 connector·tasks[0] 가 RUNNING 이다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848225"/>
            <a:ext cx="16002000" cy="542925"/>
          </a:xfrm>
          <a:prstGeom prst="roundRect">
            <a:avLst>
              <a:gd name="adj" fmla="val 877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4852988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4976812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4848225"/>
            <a:ext cx="145732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INSERT 5건 뒤 topics/shop.shop.orders/partition=0/ 에 JSON 이 있다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5505450"/>
            <a:ext cx="16002000" cy="542925"/>
          </a:xfrm>
          <a:prstGeom prst="roundRect">
            <a:avLst>
              <a:gd name="adj" fmla="val 877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90650" y="5510212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90650" y="5634038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0750" y="5505450"/>
            <a:ext cx="145732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가장 최근 파일의 c 줄이 방금 넣은 행과 같다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6162675"/>
            <a:ext cx="16002000" cy="542925"/>
          </a:xfrm>
          <a:prstGeom prst="roundRect">
            <a:avLst>
              <a:gd name="adj" fmla="val 877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390650" y="6167438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390650" y="6291262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90750" y="6162675"/>
            <a:ext cx="145732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kafka-topics --list 의 토픽 아홉의 용도를 설명할 수 있다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8단계 — compose · register-mysql.json · sink-minio.json + 토픽 구성을 README 로 정리해 제출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6-5 · 실습 2.5H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6-5 · 실습 2.5H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다음은 주차 회고 · 산출물 점검 (0.5H)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6주차를 되짚고 컨테이너를 정돈한 뒤, 7주차 RAG 로 넘어가는 다리를 놓습니다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76875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76875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6주차 다섯 차시와 남은 결과물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76875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76875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자주 겪는 오류 다섯 가지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05575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05575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 compose stop (down 금지)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05575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05575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7-1 LangChain 챗봇 기초 예고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가져갈 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토픽 목록 · 산출물 README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