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Docker로 MySQL 8.0 기동과 접속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하나, 접속 두 길, 볼륨으로 데이터 지키기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de-mysql 컨테이너를 띄우고 옵션을 읽을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로그에서 port: 3306 이 붙은 ready 줄로 준비 완료를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로 안에서, 포트로 밖에서 — 두 길로 접속해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de-mysql-data 가 /var/lib/mysql 에 붙어 있는지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de-mysql 컨테이너와 shop 데이터베이스는 2주차 내내 씁니다 — 2-2 분석 쿼리·2-4 ERD·2-5 크롤러 적재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띄우고 · 기다리고 · 안에서 · 밖에서 · 볼륨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「확인 포인트」가 보여야 다음으로 넘어갑니다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-d … mysql:8.0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에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로그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-f de-mysql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ready … port: 3306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안에서 접속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-it -e LANG=C.UTF-8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mysql&gt; 프롬프트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밖에서 접속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-h 127.0.0.1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문자열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볼륨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volume ls · inspect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de-mysql-data -&gt; /var/lib/mysql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—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옵션을 한 줄씩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-d --name de-mysql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583" y="27813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7983" y="27813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백그라운드 실행, 컨테이너 이름 de-mysql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-e MYSQL_ROOT_PASSWORD=dataeng123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583" y="34290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7983" y="34290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이미지가 요구하는 root 비밀번호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-e MYSQL_DATABASE=shop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5583" y="40767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7983" y="40767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 만들 데이터베이스 이름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-p 3306:3306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583" y="47244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7983" y="47244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 3306 → 컨테이너 3306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-v de-mysql-data:/var/lib/mysql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5583" y="53721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7983" y="53721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디렉터리를 볼륨에 — 지워도 남는다(1-3)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mysql:8.0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5583" y="60198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7983" y="60198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이름과 태그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ps 에 de-mysql 행이 보이고 STATUS 가 Up … 이면 성공 — 첫 실행은 이미지 다운로드로 1~2분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준비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이 곧 준비 완료는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 한 번은 초기화가 더 걸린다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컨테이너가 Up 이 된 뒤에도 10~30초 — 그 사이에 붙으면 실패할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-f de-mysql 로 기다린다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ready … port: 3306 줄이면 Ctrl+C — port: 0 · 33060 은 아직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마지막 몇 줄만 볼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--tail 5 de-mysql — MySQL 로그는 | tail 로 걸러지지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기억할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상태 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 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 — 접속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안에서 한 번, 밖에서 한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— 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-e LANG=C.UTF-8 de-mysql mysql -uroot -pdataeng123 shop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VERSION() → 8.0.x · DATABASE() → shop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TABLES → Empty set 이 정상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[Warning] Using a password … 는 오류 아님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 LANG=C.UTF-8 을 빼면 한글이 사라진다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 — 내 컴퓨터에서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로 열어 둔 문이 실제로 통하는지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-h 127.0.0.1 -P 3306 -uroot -p… shop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mysql:8.0 컨테이너를 클라이언트로 (-h host.docker.internal)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 denied 면 3306 을 설치된 MySQL 이 잡은 것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볼륨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붙어 있는지 확인 — 지워도 데이터가 남는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ls | grep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 목록에 de-mysql-data 가 있어야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inspect de-mysql --format '{{range .Mounts}}…{{end}}'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{{.Name}} -&gt; {{.Destination}} 으로 컨테이너에 실제로 연결됐는지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de-mysql-data -&gt; /var/lib/mysql 이 나오면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지웠다 다시 만들어도 데이터가 남는다 — 심화 과제에서 직접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에서 배운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삭제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≠ 데이터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시간에 자주 걸리는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한글이 사라지거나 ???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때 LANG 이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-it -e LANG=C.UTF-8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접속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밖에서만 Access denied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이 3306 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잡고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을 멈춘다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(실습점검 2단계)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host.docker.internal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리눅스·WSL2 의 도커 엔진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--add-host=…:host-gateway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로컬 mysql 클라이언트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초기화 중 접속 실패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port: 3306 줄 전에 붙었다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확인 후 재시도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SQL 끝에 세미콜론(;)을 잊으면 프롬프트가 -&gt; 로 바뀐다 — 나가기는 exit 또는 \q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개가 다 보이면 이 시간은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de-mysql 행, STATUS 가 Up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에 ready for connections … port: 3306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프롬프트에서 VERSION() 이 8.0.x, DATABASE() 가 shop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밖에서 두 방법 중 하나로 VERSION() 8.0.x 가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inspect 에 de-mysql-data -&gt; /var/lib/mysql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기초 쿼리 실습 — DDL·DML·SELECT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띄운 shop 데이터베이스에 products 표를 만들고, 넣고, 조건으로 뽑고, 그룹으로 접어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products 와 DESC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제약조건을 일부러 어겨 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와 HAVING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-e LANG=C.UTF-8 로 mysql&gt; 접속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