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7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5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EE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오리엔테이션 · 13:20~13:30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이력서부터 자기소개서까지,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AI와 함께하는 취업준비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2026. 11. 6.(금) 13:30~17:30 · 경산상공회의소 5층 대회의실 · 강사 정동엽 · 성예종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 · 경산고용복지+센터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2026년 제1차 취업특강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환영합니다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4시간, 이렇게 함께합니다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나를 소개하고 흥미에 맞는 직종을 찾습니다 — 1교시 워크숍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생성형 AI로 직무를 분석합니다 — 2교시 강의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 · 자기소개서 · 면접을 준비합니다 — 3교시 강의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공고에 맞춰 고치고 다음 걸음을 정합니다 — 4교시 워크숍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듣고 끝나지 않고, 내 서류와 다음 걸음이 남는 4시간입니다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오리엔테이션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오늘의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강의 · 강의 · 워크숍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3340" y="2781300"/>
            <a:ext cx="124206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40" y="2781300"/>
            <a:ext cx="12420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3500" y="2781300"/>
            <a:ext cx="716280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 · 강사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13:20~13:30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3340" y="3448050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8590" y="3448050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3500" y="3448050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8750" y="3448050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등록 · 와이파이 · 학습사이트와 패들릿 열기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044043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044043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13:30~14:25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63340" y="4044043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8590" y="4044043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044043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044043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워크숍 · 내 소개 · 흥미검사 (정동엽)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044043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044043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 · 흥미검사 결과지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640036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640036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14:25~15:20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63340" y="4640036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8590" y="4640036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43500" y="4640036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8750" y="4640036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강의 · 생성형 AI 기초와 직무분석 (성예종)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640036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640036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236029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236029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15:20~15:30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63340" y="5236029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8590" y="5236029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43500" y="5236029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8750" y="5236029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휴식(다과)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0" y="5236029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39650" y="5236029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832021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832021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15:30~16:25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63340" y="5832021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8590" y="5832021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43500" y="5832021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38750" y="5832021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강의 · 이력서 · 자기소개서 · 면접 (성예종)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5832021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439650" y="5832021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428014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428014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16:25~17:20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63340" y="6428014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58590" y="6428014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43500" y="6428014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38750" y="6428014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워크숍 · 총정리 · 맞춤 수정 (정동엽)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344400" y="6428014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439650" y="6428014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수정본 · 다음 걸음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7024007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7024007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17:20~17:30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63340" y="7024007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58590" y="7024007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43500" y="7024007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38750" y="7024007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설문 · 취업상담 연계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2344400" y="7024007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439650" y="7024007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학습사이트 gyeongsan.jobability.co.kr · 패들릿 padlet.com/dreamitbiz/gyeongsan2611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오리엔테이션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오늘의 강사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두 강사가 함께 진행합니다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33750"/>
            <a:ext cx="7810500" cy="4095750"/>
          </a:xfrm>
          <a:prstGeom prst="roundRect">
            <a:avLst>
              <a:gd name="adj" fmla="val 116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33750"/>
            <a:ext cx="78105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54330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657600"/>
            <a:ext cx="7162800" cy="3448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정동엽 · 1 · 4교시 워크숍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AI미래직업연구소 소장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커리어 설계 · 미래예측 · 생성형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333750"/>
            <a:ext cx="7810500" cy="4095750"/>
          </a:xfrm>
          <a:prstGeom prst="roundRect">
            <a:avLst>
              <a:gd name="adj" fmla="val 116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333750"/>
            <a:ext cx="78105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54330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657600"/>
            <a:ext cx="7162800" cy="3448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성예종 · 2 · 3교시 강의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성공인생경영연구소 대표 · 상담심리학 박사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취업 · 진로 강의 24년 · 생성형 AI 전문강사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오리엔테이션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시작 전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10분 안에 네 가지를 열어 둡니다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막히면 손을 들어 주세요 — 옆자리와 함께해도 좋습니다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와이파이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노트북을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학습사이트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gyeongsan.jobability.co.kr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또는 QR 코드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패들릿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학습사이트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첫 화면 QR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계정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ChatGPT · Claude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· Gemini 중 하나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오리엔테이션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학습사이트 둘러보기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쓰는 화면은 다섯 곳입니다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교시별 수업 — 1교시 워크숍 · 2 · 3교시 강의 · 4교시 총정리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흥미검사 — 30문항 · 약 10분, 결과는 이 브라우저에만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강의안 — 시간대마다 슬라이드, PDF · PPTX 내려받기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프롬프트 — 복사해서 붙여 넣는 실습 프롬프트와 점수 평가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패들릿 — 내 소개 · 결과 나누기 · 질문 · 소감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특강이 끝난 뒤에도 같은 주소로 다시 볼 수 있습니다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오리엔테이션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패들릿 · AI 공통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어디에도 올리지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79654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전화번호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연락은 상담 때 따로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7378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79857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66903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집 주소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「경산시」 정도면 충분합니다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57581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67106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주민등록번호 · 생년월일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경우에도 넣지 않습니다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57784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580263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67309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이메일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받고 싶으면 상담 때 알려 주세요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57987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680466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667512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회사 내부 자료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다니는 · 다녔던 회사 문서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패들릿은 링크를 아는 누구나 보는 공개 보드입니다 — 이름 대신 별명도 좋습니다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오리엔테이션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오리엔테이션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준비가 끝났다면 1교시로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오늘의 첫 재료는 「나」입니다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학습사이트와 패들릿을 열었습니다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계정 하나에 로그인했습니다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개인정보는 어디에도 올리지 않습니다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궁금한 것은 패들릿 「질문 있어요」에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13:30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1교시 · 워크숍 ① 나를 소개하고, 나에게 맞는 일 찾기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