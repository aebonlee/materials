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M3 · 기초 미니 · 코랩 · 3~4시간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지하철 혼잡 시간표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오전 8시, 어디서 타고 어디서 내리나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자료가 두 번 들어간 달을 찾고 지운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48개짜리 넓은 표를 긴 표로 바꾸는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오전 8시 타는 역 1위와 내리는 역 1위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에 올린 파일을 SQL 엔진이 바로 읽는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레이크하우스의 축소판 — Trino 자리는 DuckDB httpfs 가 맡습니다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역별 · 시간대별 승하차 인원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OA-12252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1~9월(월별)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6,830행 · 52개 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CP949(gz 압축)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1유형(출처표시)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전체(2015년부터, 8만 5천여 행)에서 2026년 1~9월만 원본 그대로 잘랐다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넓은 CSV 에서 s3:// 조회까지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넓은 표 52열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 · 긴 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폴더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버킷에 올리기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s3://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Colab 에는 Docker 가 없어 MinIO 실행 파일을 받아 백그라운드로 띄운다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읽기 · 긴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키 검사로 겹친 행 찾기, melt 와 정규식으로 시각 · 승하차 꺼내기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Parquet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ym 으로 폴더를 나누는 Hive 파티션, 다시 돌려도 같은 파일 이름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5~6. MinIO ·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체크섬 확인 후 띄우기, SECRET 등록, 시간대마다 rank()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7~8. 그래프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시간대별 승하차 막대, 8시 하차 1~3위 역의 하루 모양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번 막혀 보고 고칩니다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키가 겹친다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3월 · 7월이 두 번 실림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열 같으면 drop_duplicates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글자를 숫자로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'04시-05' 는 숫자 아님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정규식 extract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ym 열이 없다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폴더 이름에만 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hive_partitioning=true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없이 올리기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버킷을 먼저 만들지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make_bucket 뒤 올리기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 403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비밀번호가 틀림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63436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63436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바른 값으로 다시 등록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 제거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겹친 1,241행 삭제 → 5,589행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긴 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268,272행(5,589 × 48), Parquet 파일 9개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8시 1위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타는 역 2호선 신림 · 내리는 역 7호선 가산디지털단지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18시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중 가장 붐비는 시간, 타는 역 1위는 2호선 강남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M3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M3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M3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겹친 두 달을 지우지 않으면 승객이 두 배로 잡힙니다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승차 + 하차로 역 전체 혼잡 순위 다시 매기기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달마다 8시 하차 1위가 같은지 확인하기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2019년과 2026년의 8시 승하차 비교하기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M4 보도자료 모으기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