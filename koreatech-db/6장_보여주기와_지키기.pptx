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보여주기와 지키기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시각화·대시보드·데이터 품질과 윤리 — 여섯 장을 하나의 보고서로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표와 그래프의 차이를 설명하고 상황에 맞는 표현 방식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추이·비교·구성비·관계 등 목적에 맞는 차트 유형 선택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축 조작·3D 왜곡 같은 나쁜 그래프의 착시를 알아보고 바로잡기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품질 6요소를 설명하고 품질 사고의 원인 진단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데이터를 다룰 때의 개인정보 보호와 데이터 윤리 원칙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경영데이터의 이해 6장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왜 그림으로 보여줄까 — 표 vs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차트 선택의 기본 — 질문이 차트를 정한다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나쁜 그래프 알아보기 — 착시를 만드는 습관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대시보드 만들기 — 한 화면에 담는 현황판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품질 — 쓰레기를 넣으면 쓰레기가 나온다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0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개인정보와 데이터 윤리 — 데이터는 맡은 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830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마무리 — 여섯 개의 장이 하나의 보고서로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30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왜 그림으로 보여줄까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 vs 그래프 — 눈은 숫자보다 모양을 먼저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정확한 값 확인, 소수의 항목을 정밀하게 대조할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12개월 매출은 숫자 12개를 일일이 비교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수치를 붙일 때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정확히 얼마인지 따질 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그래프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흐름과 패턴을 한눈에 잡을 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「여름에 올랐다가 가을에 내렸구나」 1초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추세·비교·비율·이상치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보고서에서는 둘을 함께 — 그래프로 패턴, 표로 근거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차트 선택의 기본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질문이 차트를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추천 차트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추이(시간 변화)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매출이 어떻게 변했나?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 그래프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항목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4종 중 어디가 가장 팔렸나?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막대 그래프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구성비(비율)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매출에서 각 카테고리가 차지하는 비중은?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 막대 (항목이 적으면 파이)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관계(상관)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방문 횟수가 늘면 구매액도 늘까?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산점도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금액은 어느 구간에 몰려 있나?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3436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3436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파이 차트는 조각 3~4개 이하일 때만 — 사람의 눈은 각도보다 길이를 훨씬 정확하게 비교한다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예쁜 것을 고르는 게 아니라 답하려는 질문에 맞춰 고른다 — 질문이 두 개면 차트도 두 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차트 선택의 기본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지표별 추천 차트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 그래프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178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178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매출 추이 — 계절 패턴이 기울기로 보인다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막대 그래프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662362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662362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가전·식품·생활용품·문구 카테고리별 매출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누적 막대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45293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45293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매출 안에서 카테고리 구성비 변화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파이 차트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243512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243512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VIP·GOLD·SILVER 등급별 고객 수 비중 — 3조각이라 허용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산점도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03408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03408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구매 횟수와 총구매액의 관계 — 등급별로 색을 다르게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차트를 그리기 전에 「이 그림으로 답하려는 질문은 무엇인가?」를 한 문장으로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나쁜 그래프 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축을 0에서 시작하지 않는 막대 그래프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축을 9,000만 원부터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지점 9,500만 원 vs 1억 원 — 두 배 차이처럼 보인다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0650" y="4876800"/>
            <a:ext cx="68770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세로축 9,000만 원 시작 (왜곡)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5346382"/>
            <a:ext cx="626912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A지점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3762" y="5403056"/>
            <a:ext cx="2641675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8787" y="534638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9,500만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5621655"/>
            <a:ext cx="626912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B지점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93762" y="5678329"/>
            <a:ext cx="5283351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0462" y="562165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축을 0부터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차이는 약 5% — 막대 그래프 축은 반드시 0에서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0300" y="4876800"/>
            <a:ext cx="68770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세로축 0 시작 (정직)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0300" y="5346382"/>
            <a:ext cx="626912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A지점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23412" y="5403056"/>
            <a:ext cx="5019183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875945" y="534638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9,500만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0300" y="5621655"/>
            <a:ext cx="626912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B지점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23412" y="5678329"/>
            <a:ext cx="5283351" cy="1619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40112" y="562165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1억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나쁜 그래프 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3D 효과와 그 밖의 착시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3D 파이·3D 막대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앞쪽 조각이 실제보다 크게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멋있어도 쓰지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이중 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축 범위에 따라 「두 선이 만난다」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착시를 마음대로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너무 많은 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10가지 색이면 강조가 없다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한둘만 진하게, 나머지 회색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그림 크기 왜곡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가로·세로 모두 2배면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넓이는 4배로 과장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가지만 확인 — 축이 0에서 시작하나, 눈금 간격이 일정한가, 색·입체가 크기 판단을 방해하나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대시보드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화면에 담는 경영 현황판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화면, 한 질문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하나가 답하는 질문이 하나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보는 사람이 길을 잃지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위에서 아래로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 지표(큰 숫자) → 추이 그래프 → 상세 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중요한 것일수록 왼쪽 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주기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주문은 일 단위, 매출은 일·주, 등급은 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갱신 시각을 구석에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지표를 하나 더 넣고 싶을 때 — 「이 숫자를 보고 누가 무엇을 결정하는가?」 답이 없으면 뺀다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대시보드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경영 대시보드 구성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배치 위치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들어갈 내용 (가정 예시)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요약 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맨 위 한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4480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34480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매출 3억 2천만 원 · 전월 대비 +6% · 신규 고객 120명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추이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가운데 왼쪽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41719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8970" y="41719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12개월 월별 매출 선 그래프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가운데 오른쪽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8958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48958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카테고리별 매출 막대 그래프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 왼쪽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56197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8970" y="56197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VIP·GOLD·SILVER 등급별 매출 비중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 오른쪽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63436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8970" y="63436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주문 상위 10건 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숫자를 실시간으로 갱신할 필요는 없다 — 의사결정 주기에 맞춘다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신문 1면처럼 — 시선은 위에서 아래로, 왼쪽에서 오른쪽으로 흐른다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데이터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품질의 6요소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 질문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정확성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실제 사실과 일치하는가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금액이 실제 결제 금액과 같은가?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완전성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있어야 할 값이 빠짐없이 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14337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14337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연락처가 비어 있지 않은가?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일관성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대상이 어디서든 같은 값인가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83870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83870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표와 배송 표의 고객명이 서로 같은가?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적시성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시점에 최신 상태인가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553402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553402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주문이 오늘 아침 집계에 반영됐는가?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유일성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대상이 한 번만 등록됐는가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622935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290" y="622935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고객이 두 번 등록되지 않았는가?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유효성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형식과 범위를 지키는가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692467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9290" y="692467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 칸에 VIP·GOLD·SILVER 외의 값이 없는가?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쓰레기를 넣으면 쓰레기가 나온다(Garbage In, Garbage Out) — 분석보다 먼저 챙길 것이 데이터 품질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데이터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다온유통에서 생길 법한 품질 사고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중복 등록 (유일성)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「김하늘」과 「김 하늘」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 안내 두 번, 고객 수 부풀림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미입력 연락처 (완전성)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문자를 보낼 수 없어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캠페인 대상이 실제보다 작게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표기 불일치 (일관성)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「생활용품」과 「생활 용품」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매출이 둘로 쪼개짐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주문일 미갱신 (적시성)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저녁 주문이 빠져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아침 회의 숫자가 작다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무서운 점은 틀린 줄 모르고 결정한다는 것 — 입력 단계 형식 검사와 정기 중복·누락 점검 규칙을 미리 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개인정보와 데이터 윤리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개인정보를 다루는 세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수집 최소화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꼭 필요한 정보만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배송에 가족관계는 필요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목적 내 사용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배송용 연락처를 동의 없이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용도·외부에 쓰지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가명처리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대신 「고객A」·고객번호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가치는 그대로, 유출 피해는 줄어든다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고객의 이름·연락처·구매 내역은 회사의 소유물이 아니라 고객이 믿고 맡긴 것 — 맡은 사람의 자세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개인정보와 데이터 윤리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지표를 조작하고 싶은 유혹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숫자를 정직하게 다루는 태도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축을 조작하거나 불리한 데이터만 빼고 집계하고 싶은 유혹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 조작된 지표는 다음 결정을 틀리게 하고, 발각되면 모든 숫자가 의심받는다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헷갈릴 때의 판단 기준 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데이터의 주인(고객)이 지금 내 화면을 본다면 뭐라고 할까?」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떳떳하지 않다면 하지 않는다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분석가의 가장 큰 자산은 화려한 차트가 아니라 「저 사람 숫자는 믿을 수 있다」는 신뢰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여섯 개의 장이 하나의 보고서로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 정하기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보고서가 답할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질문 한 문장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꺼내기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SQL로 필요한 표를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조회하고 요약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보여주기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질문에 맞는 차트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착시 요소 점검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지키기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6요소 점검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개인정보 가명처리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제안하기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숫자가 말하는 결론과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행동을 정직하게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여섯 장에서 배운 내용이 각각 보고서의 한 부분이 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「데이터로 회사의 이야기를 어떻게 정직하고 설득력 있게 전할 것인가?」 — 실습 총괄보고서가 이 질문에 답하는 자리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막대그래프의 세로축을 0이 아니라 90에서 시작하면 생기는 문제는?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그래프가 더 정확해진다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작은 차이가 극적으로 커 보이는 착시가 생긴다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아무 차이가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인쇄가 안 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작은 차이가 극적으로 커 보이는 착시가 생긴다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막대의 길이 비교가 왜곡되어 92와 95의 차이가 몇 배처럼 보인다. 막대그래프 축은 0에서 시작하는 것이 원칙이다. 반면 선 그래프는 기울기를 보는 차트라서 축 범위를 좁히는 것이 허용될 때가 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표는 정확한 값, 그래프는 패턴 — 보고서에서는 둘을 함께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차트는 질문이 정한다 — 추이는 선, 비교는 막대, 구성비는 누적 막대, 관계는 산점도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막대 축은 0에서 — 3D·이중 축·과다한 색은 착시를 만든다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대시보드는 한 화면 한 질문, 요약에서 상세로, 갱신 주기 명시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6요소: 정확성·완전성·일관성·적시성·유일성·유효성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데이터는 맡은 것 — 수집 최소화·목적 내 사용·가명처리, 지표 조작 금지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분석가의 자산은 정직한 숫자 — 「저 사람 숫자는 믿을 수 있다」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되돌아보기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경영데이터의 이해 — 여섯 개의 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1장 데이터 리터러시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말하는 경영 — 읽기·다루기·분석하기·말하기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2장 경영 기능별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마케팅·영업·재무·인사·기획이 쓰는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3장 경영 지표(KPI)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성장·고객·운영·수익성 지표와 지표 트리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4장 숫자 읽기의 기본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대푯값·흩어짐·%와 %p·숫자의 함정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5장 분석의 4단계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가설·드릴다운·A/B 테스트·의사결정 순환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6장 보여주기와 지키기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차트·대시보드·품질·윤리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6장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여섯 장에서 배운 것을 실습 총괄보고서 한 편으로 완성합니다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질문이 차트를 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막대 축은 0에서, 착시 세 가지 점검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대시보드는 한 화면 한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품질 6요소와 개인정보 세 원칙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 6장 자가 점검 퀴즈 · 실습 총괄보고서 구상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