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7-1 · LangChain 챗봇 기초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부품 일곱 개를 한 장으로, 7-2 문서 처리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LangChain 부품 일곱 개의 역할과 코드 모양을 한 장으로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체크리스트를 스스로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7-2 문서 분할에 쓸 패키지와 실습 문서를 준비한다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모델이 지어낸 답을 봤다면 오늘은 성공 — 그 문제를 고치는 것이 이번 주의 일입니다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부품 일곱 개 — 역할과 코드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호출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ChatOpenAI(...).invoke(...)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PromptTemplate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044043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044043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044043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044043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from_messages([...])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OutputParser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640036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640036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원하는 형태로 꺼내기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640036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640036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StrOutputParser()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236029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236029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부품 잇기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236029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236029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prompt | llm | parser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SystemMessage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832021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5832021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역할·규칙 지정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5832021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9370" y="5832021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체인의 첫 메시지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428014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428014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멀티턴 기억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04120" y="6428014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99370" y="6428014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 목록을 매번 다시 보냄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temperature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80" y="7024007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8730" y="7024007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답의 무작위성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04120" y="7024007"/>
            <a:ext cx="70408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9370" y="7024007"/>
            <a:ext cx="68503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조회는 0 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ChatOpenAI 를 ChatOllama 로 바꿔도 나머지는 그대로 돈다 — 심화 과제 ④에서 직접 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정리·회고 0.5H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열두 개를 여덟 줄로 —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이 학습 시점까지만 알고 모르는 것을 지어낼 수 있다는 것을 확인했다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가 그 한계를 어떻게 푸는지 한 문장으로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키(또는 Ollama)로 llm.invoke() 첫 호출에 성공했다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응답 메타데이터에서 토큰 사용량을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ChatPromptTemplate 의 {빈칸}에 값을 채워 체인을 실행했다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파서 유무에 따라 결과 타입이 달라지는 것을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시스템 메시지·temperature 를 바꿔 답이 달라지는 것을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이력을 안 보내면 잊고, 누적하면 기억하고, 턴이 늘면 토큰이 커진다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401 /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AuthenticationError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OPENAI_API_KEY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비었거나 오타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$OPENAI_API_KEY 확인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터미널이면 export 다시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refused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(포트 11434)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Ollama 서버가 안 떠 있거나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모델을 안 받았다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ollama serve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ollama pull llama3.1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model not found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모델명 오타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키로 못 쓰는 모델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공식 문서 이름과 대조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Ollama 는 ollama list 이름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429 Rate limit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시간 과다 호출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무료 한도 초과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6197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6197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호출 사이 간격 두기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 실험 횟수 줄이기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따옴표 포함 복사·앞뒤 공백도 401 의 흔한 원인 · 429 는 2-5 의 크롤링 예절과 같은 이야기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파인튜닝과 RAG 중 뭘 써야 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문서가 자주 바뀌거나 출처를 밝혀야 하면 RAG — 말투·형식을 바꾸는 것이 목적이면 파인튜닝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로컬 모델로도 충분한가요?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구조를 배우는 데는 충분 — 답의 품질은 상용 모델이 낫지만 파이프라인은 완전히 같다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이력을 DB 에 저장하면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된다 — 다만 저장한다고 토큰이 줄지는 않는다, 보낼 때는 여전히 전체가 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답이 매번 달라서 테스트가 어렵습니다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temperature 0 — 그래도 완전히 같진 않으니 「필요한 내용이 들어 있는가」로 테스트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7-2 를 위한 준비 — 지금 세 줄만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가상환경 켜기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~/data-eng/week7 → source .venv/bin/activate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langchain-text-splitters pypdf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7-2 에서는 문서를 잘라 본다 — 개요의 langchain-community 까지 함께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실습용 문서 하나 — ls 로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텍스트나 PDF · 없으면 이 사이트 학습 노트를 복사해 텍스트로 저장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 설치됨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 파일 있음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7-2 · 텍스트 데이터 Chunking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RAG 파이프라인과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Chunking 개념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Document Loader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와 텍스트 분할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 파라미터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튜닝·품질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7-1 가상환경 그대로 · pip install langchain-community langchain-text-splitters pypdf · 한글 텍스트 1개 + PDF 1개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7-1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7-2 텍스트 데이터 Chunking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RAG 는 오픈북 시험 — 책을 「찾기 좋은 크기」로 미리 잘라 두는 Chunking 을 배웁니다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파이프라인 전체에서 Chunking 의 위치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TextLoader·PyPDFLoader 로 한글 문서 로드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chunk_size·chunk_overlap 조절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조합별 분할 결과를 비교해 기준값 정하기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week7 가상환경 · 한글 텍스트와 PDF 각 1개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