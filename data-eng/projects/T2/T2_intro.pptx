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T2 · 팀 · 코랩 · 따라하기 4~5시간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정책 · 민원 인텔리전스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늘어난 민원 분야 × 국회 발언 잇기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2024 → 2025년 고충민원이 가장 많이 늘어난 분야와 증가율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분야 소관 상임위원회의 관련 발언(날짜 · 발언자 · 직위)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태스크로 나눌 때 어디서 끊고 무엇을 파일로 남기는지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5~8주차의 Spark · 스트리밍 · Qdrant · Airflow 로 숫자와 글을 엮습니다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T2 · 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 없이 받는 실제 공개 자료 두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고충민원 통계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국회 회의록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공공데이터포털 · 국민권익위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열린국회정보 API ·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2015~2025년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2025년 9~12월 회의 8건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286행 · 26개 분야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발언 2,788건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· cp949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JSONL(gz) 스냅샷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제한 없음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저작권법 제24조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둘 다 2026-10-28 에 받아 둔 스냅샷 — 2 · 3단계에서 직접 받는 코드도 돌린다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T2 · 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원본에서 위원회 발언 검색까지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민원 CSV 그대로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회의마다 파일 하나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bronze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Structured Streaming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silver · gold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· 분야↔위원회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발언 조각 색인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소관 위원회 필터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함수를 Airflow DAG 의 태스크 다섯 개로 묶는다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T2 · 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11단계로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민원 CSV 를 raw 에 그대로, 회의록 API · 원문을 발언 단위로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4~6. 스트리밍 · 레이크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landing → bronze, lag() 로 분야별 증감, 발언 정제 · 연결표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7~9. RAG · 서비스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청킹 · 임베딩 · Qdrant, 위원회 필터 검색, 요약 · Streamlit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10~11. DAG · 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다섯 개로 나눠 DAG 로, 더 해 보기 · 한계 밝히기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T2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단계마다 한 번씩 깨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 보는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나오는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바른 방법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 를 UTF-8 로 읽기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UnicodeDecodeError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cp949 로 읽기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에서 인코딩 빼기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없이 깨진 글자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433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433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인코딩을 지정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필수 값 빼기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 200 · ERROR-300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3870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3870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RESULT.CODE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스키마 없이 readStream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Schema must be specified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53402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53402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스키마를 먼저 준다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필터 없이 넓은 질문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국방위 발언 0개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2293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2293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소관 위원회 필터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bronze 전에 build_gold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PATH_NOT_FOUND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9246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9246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의 &gt;&gt; 로 순서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T2 · 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스트리밍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9908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9908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1차 2,034건, 다시 돌려도 2,034건, 12월 도착 뒤 2,788건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증가 1위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9814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9814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재정 936 → 3,796건(+305.6%), 2위 교통 +185.4%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9720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9720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40자 이상 발언 1,321건 — 정무위 647 · 기재위 67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색인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9626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9626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발언 조각 1,696개가 모두 Qdrant 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필터 대조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9532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9532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넓은 질문에 필터가 없으면 국방위 0개, 걸면 1위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T2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팀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갈래로 나눠 키웁니다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 · 스트리밍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2~4단계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민원 · 회의록 · landing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 · Spark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5~6단계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증감 · 분야 연결표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· 서비스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7~9단계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· Streamlit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오케스트레이션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다섯 · DAG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먼저 모두가 노트북을 한 번 따라한 뒤 자기 역할의 단계를 늘려 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T2 · 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T2 · 팀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T2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숫자가 가리킨 분야로 글 검색을 좁혀 두 데이터를 엮었습니다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인증키로 한 해 국토위 회의를 받아 Kafka 토픽으로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질문 20개로 필터 유무 정답률 재기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bronze · silver · gold 를 MinIO + Iceberg 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T3 쇼핑몰 CDC → AI 상담봇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