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Python 기반의 크롤러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크롤링 원리와 크롤링 예절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요청과 응답, 그리고 남의 가게에 들어가는 예절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HTTP 요청-응답과 상태코드 200·403·429 의 대응을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robots.txt 를 읽고 수집 가능 여부를 판단한다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CSS 선택자로 HTML 에서 원하는 요소를 고른다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fetch·parse·load 로 나누는 이유와 DB 중복 방지 원칙을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robots.txt 확인부터 한 페이지 파싱까지 직접 해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크롤러는 손님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크롤러는 남의 가게에 들어가는 손님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안내문 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 앞의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robots.txt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허락된 곳만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Disallow 경로는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들어가지 않는다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천천히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사이에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간격을 둔다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정체 밝히기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User-Agent 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목적을 적는다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요청을 몰아치면 상대 서버에 장애를 일으킬 수 있다 — 회사에서는 이용약관까지 확인하는 것이 보통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예절을 어기면 가게(서버)에 부담을 주고 출입이 막힌다(차단) — 매너가 아니라 실무 요건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HTTP 요청과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상태코드 — 크롤러가 할 일이 달라진다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크롤러가 할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44805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344805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본문을 파싱한다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301 / 302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주소가 옮겨졌다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14337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9290" y="414337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 가 자동으로 따라간다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거부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483870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483870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차단됐을 수 있다 — 멈추고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페이지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553402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553402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건너뛰고 로그에 남긴다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429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너무 많이 요청함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622935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9290" y="622935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반드시 간격을 늘린다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5xx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쪽 문제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692467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9290" y="692467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잠시 쉬었다 재시도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크롤러가 URL 로 요청(request)을 보내면 서버가 HTML 문서를 응답(response)으로 돌려준다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HTTP 요청과 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요청에 꼭 넣는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User-Agent — 나는 누구인가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헤더에 담는 표시 — 정체를 숨기지 말고 목적을 밝힌다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timeout — 무한정 기다리지 않게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빠뜨리면 서버가 응답하지 않을 때 프로그램이 멈춰 버린다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raise_for_status() — 오류를 예외로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이 아닌 응답을 예외로 바꿔 조용히 넘기지 않게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429 가 보이면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반드시 간격을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늘린다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robots.txt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robots.txt — 문 앞의 안내문 네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User-agent: 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34480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4480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크롤러에게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Disallow: /admin/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41719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1719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경로는 들어가지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Crawl-delay: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8958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150" y="48958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사이 1초 쉬라는 권고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User-agent: BadBot / Disallow: 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6197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56197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 크롤러는 전부 금지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사이트 루트(example.com/robots.txt)에 있는 수집 규칙 안내문 — Disallow 경로는 수집하지 않는 것이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법이 아니라 약속이지만, 어기면 차단·분쟁의 근거가 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HTML 구조와 선택자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HTML 을 트리로 읽는다 — CSS 선택자 다섯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선택자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고르는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div.quote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4480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9010" y="34480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class 가 quote 인 div 전부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span.text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1719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010" y="41719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class 가 text 인 span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div.tags a.tag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8958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8958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div.tags 안에 있는 a.tag 전부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a[href^="/tag/"]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56197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9010" y="56197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href 가 /tag/ 로 시작하는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li.next 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6343650"/>
            <a:ext cx="9921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9010" y="6343650"/>
            <a:ext cx="9730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next 인 li 안의 a — 다음 페이지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파싱 = HTML 문자열을 태그 트리로 해석 · BeautifulSoup 의 select() 에 선택자를 넣는다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선택자는 외우지 않는다 — F12 → 요소 우클릭 → 검사 → Copy selector 로 시작해 손으로 줄인다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수집·정제·적재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함수에 다 넣기 vs 세 함수로 나누기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함수에 다 넣으면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짧지만 하나가 바뀔 때 전체를 다시 봐야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요청·파싱·저장이 한 덩어리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구조가 바뀌면 전부 손댄다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따로 시험할 수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 · parse ·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 따로 고치고 따로 시험한다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fetch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20300" y="5583555"/>
            <a:ext cx="2152015" cy="635317"/>
          </a:xfrm>
          <a:prstGeom prst="roundRect">
            <a:avLst>
              <a:gd name="adj" fmla="val 74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53650" y="5583555"/>
            <a:ext cx="1885315" cy="6353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방식이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바뀔 때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82818" y="5583555"/>
            <a:ext cx="2152015" cy="635317"/>
          </a:xfrm>
          <a:prstGeom prst="roundRect">
            <a:avLst>
              <a:gd name="adj" fmla="val 74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16168" y="5583555"/>
            <a:ext cx="1885315" cy="6353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구조가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바뀔 때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745335" y="5583555"/>
            <a:ext cx="2152015" cy="635317"/>
          </a:xfrm>
          <a:prstGeom prst="roundRect">
            <a:avLst>
              <a:gd name="adj" fmla="val 74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78685" y="5583555"/>
            <a:ext cx="1885315" cy="6353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저장소가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바뀔 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0300" y="6542722"/>
            <a:ext cx="6877050" cy="631508"/>
          </a:xfrm>
          <a:prstGeom prst="roundRect">
            <a:avLst>
              <a:gd name="adj" fmla="val 7541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6542722"/>
            <a:ext cx="6877050" cy="631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load → MinIO·Iceberg · 6주차 fetch → Kafka — parse 는 그대로</a:t>
            </a:r>
          </a:p>
        </p:txBody>
      </p:sp>
      <p:sp>
        <p:nvSpPr>
          <p:cNvPr id="36" name="Oval 3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중복 방지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중복은 코드가 아니라 DB 가 막게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크롤러는 같은 페이지를 다시 만난다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재실행·여러 대 실행이 보통 — 파이썬에서 「이미 있는지」 검사하면 뚫린다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UNIQUE 제약 + INSERT IGNORE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가 거부하게 한다 — ON DUPLICATE KEY UPDATE 도 같은 역할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무엇이 「같은 것」인지가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여기서는 (저자, 본문)을 같은 명언으로 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과정 내내 반복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도 같다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전에 robots.txt 를 확인하고, User-Agent 를 밝히고, 간격을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상태코드 429·403 이 보이면 멈추고 간격부터 늘린다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선택자는 개발자 도구에서 찾는다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fetch·parse·load 를 나누면 한 단계만 갈아 끼울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 방지는 코드가 아니라 DB 제약으로 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requests·BeautifulSoup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robots.txt 확인을 코드의 첫 단계로 넣고, 한 페이지에서 명언 10건을 뽑아냅니다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 install requests beautifulsoup4 pymysql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check_robots.py 로 수집 가능 여부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fetch_raw.py → fetch_one.py 로 받기와 해석 나누기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선택자를 일부러 틀려 NoneType 오류 겪기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기동 · 2-3 의 가상환경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