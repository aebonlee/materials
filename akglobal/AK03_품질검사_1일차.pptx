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C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12" name="Picture 11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품질·검사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활용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품질 데이터 분석·보고 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1일차 · 10/30(금) · 모듈 1·2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동양에이케이코리아 × 한국표준협회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 산업·일자리 전환 교육 · ReBuild 아카데미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 품질 검사 데이터를 AI 로 정제·분류·분석한다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파레토·관리도를 AI 보조로 만들고 자연어로 해석한다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월간 품질 보고서·8D·클레임 응대 문서를 자동 작성한다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비전 AI 외관검사를 체험하고 정확도와 한계를 이해한다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검사 → 집계 → 분석 → 보고 → 피드백, 품질 업무 흐름 전체에 AI 를 붙입니다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 · 22시간 · 6개 모듈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111633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11163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1일차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생성형 AI 품질 활용과 데이터 정제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584680" y="344805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79930" y="344805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1일차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4337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14337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데이터 분류와 AI 통계 분석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584680" y="414337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79930" y="414337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2일차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3870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83870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 보고서·임원 요약 자동화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584680" y="483870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79930" y="483870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2일차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53402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553402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8D·5Why·재발방지 자동화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584680" y="553402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679930" y="553402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622935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8530" y="622935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클레임 응대·협력사 공문 자동화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584680" y="622935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679930" y="622935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83280" y="692467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8530" y="692467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비전 AI 외관검사 입문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584680" y="692467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679930" y="692467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10/30(금) ~ 11/1(일) · 집합 · 강의 + 실습 — 모든 프롬프트는 학습사이트에서 복사할 수 있습니다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대상 · 방법 · 준비물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대상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품질관리·QA·QC·검사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클레임 담당자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방법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짧은 개념 설명 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바로 따라 하는 실습 중심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준비물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ChatGPT 또는 Claude 계정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엑셀 · 학습사이트 접속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실습 데이터는 전부 가상의 검사 데이터입니다 — 회사 실제 데이터는 가져오지 않습니다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시작하기 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에 입력하지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줄로 기억하기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기술·공정 비밀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도면·배합비·공정 조건·설비 파라미터·원가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고객·거래 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고객사 이름·단가·계약 조건·클레임 원문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개인·인사 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이름·연락처·사번·평가·급여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공시·재무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공시 전 실적·미확정 재무 수치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IT 보안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63436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63436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비밀번호·서버 주소·계정·내부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 화면의 제품명·수치·이름은 전부 가상의 값이거나 [빈칸]입니다 — 회사가 허용한 AI 서비스만 씁니다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진행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모든 실습은 다섯 단계로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화면을 보며 따라 하고, 잘된 프롬프트는 빈칸째 저장합니다 — 첫 답은 초안, 두 번째 요청에서 쓸 만해집니다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학습사이트의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복사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가상의 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표로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점검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이어서 던질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빈칸째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폴더에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· 모듈 1 · 3시간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생성형 AI 품질 활용과 데이터 정제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 데이터가 흐르는 다섯 단계 가운데 AI 가 맡을 자리를 찾고, 엑셀 검사 데이터를 분석할 수 있는 상태로 만듭니다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품질 업무 데이터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검사 → 집계 → 분석 → 보고 → 피드백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측정·외관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 기록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집계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엑셀 정리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정제·표준화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파레토·관리도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추출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월간 보고서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임원 요약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피드백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시정조치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표준 개정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44140" y="5086350"/>
            <a:ext cx="38100" cy="20955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605760" y="5086350"/>
            <a:ext cx="38100" cy="20955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44140" y="5295900"/>
            <a:ext cx="13037820" cy="3810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2453640" y="5162550"/>
            <a:ext cx="381000" cy="26670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집계·분석·보고 세 단계가 AI 적용 효과가 가장 큰 자리입니다 — 검사와 피드백은 사람이 결정합니다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품질 도메인 용어를 프롬프트에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용어를 먼저 정의해 주면 답이 달라집니다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용어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70027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우리 현장에서의 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프롬프트에 쓰는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불량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857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치수·외관·표면 등 규격을 벗어난 제품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「불량 = 검사 결과 NG 로 표시된 행」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CTQ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857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고객이 가장 민감한 핵심 품질 특성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「CTQ 는 [두께·표면 조도]」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SPC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857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관리도로 공정 안정성을 보는 통계적 공정 관리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「SPC 룰은 Nelson 8가지 기준」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결측·이상치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6197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56197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비어 있거나 분포를 크게 벗어난 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「IQR 1.5배 밖은 이상치로 표시만」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프롬프트 첫 줄에 「용어 정의」 한 줄을 넣으면 AI 가 일반 뜻이 아니라 우리 현장의 뜻으로 답합니다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 검사 데이터 정제와 컬럼 표준화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바꾼 내용을 표로 보고받기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알루미늄 제품 검사 데이터를 오래 다룬 품질 데이터 담당자로서, 아래 엑셀 표를 분석 가능한 형태로 정제해줘. 열 이름을 [날짜·라인·품번·검사항목·측정값·판정] 로 통일하고, 날짜·숫자 형식을 맞추고, 무엇을 어떻게 바꿨는지 변경 내역 표로 먼저 보여줘.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값이 바뀐 행이 없는지 — 형식만 바뀌어야 합니다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 검사 데이터 정제와 컬럼 표준화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열 이름은 회사 양식대로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 뒤 사내 양식에 그대로 붙일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원본은 건드리지 않게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「새 시트에 정제본을 만들어줘」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변경 내역을 먼저 받기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바꾼 것을 사람이 승인한 뒤 진행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원칙은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값은 그대로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형식만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카테고리 자동 부여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기준 목록 밖은 '기타'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검사 비고란의 자유 서술을 아래 카테고리 [치수·외관·표면·조립·포장] 가운데 하나로 분류해줘. 결과는 원문·카테고리·근거 세 열 표로 주고, 어느 것에도 맞지 않으면 '기타'로 표시하고 지어내지 마.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'기타'로 분류된 행만 모아 새 카테고리 후보 제안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카테고리 자동 부여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기준 목록을 먼저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목록이 없으면 AI 가 제멋대로 나눈다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근거 열을 요구하기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분류 이유가 보이면 검토가 빨라진다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출구를 열어 두기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'기타'가 있어야 억지 분류가 사라진다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분류는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표로 받아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줄씩 대조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결측치·이상치 처리와 데이터 품질 리포트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삭제 대신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측정값 열의 결측치와 이상치를 찾아줘. 이상치는 IQR 1.5배와 Z-score 3 두 기준으로 각각 표시하고, 중복 행은 어떤 열 기준으로 중복인지 밝혀줘. 삭제하지 말고 '처리 제안' 열에 적고, 마지막에 데이터 품질 리포트를 다섯 줄로 요약해줘.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이상치로 표시된 값이 실제 불량일 수 있는지 — 지우면 안 됩니다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3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결측치·이상치 처리와 데이터 품질 리포트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두 기준을 같이 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IQR 과 Z-score 가 겹치는 값부터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이상치는 단서다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분포 밖의 값이 진짜 공정 이상일 수 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리포트는 숫자로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결측 n건·이상치 n건·중복 n건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처리는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표시만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삭제는 사람이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1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열 이름·형식이 통일된 정제본 시트와 변경 내역 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비고란 자유 서술을 카테고리로 나눈 분류 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결측·이상치·중복을 표시한 데이터 품질 리포트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품질 용어 정의를 첫 줄에 넣은 나만의 프롬프트 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정제가 끝난 데이터만이 다음 모듈의 분석에 들어갑니다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· 모듈 2 · 3시간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불량 데이터 분류와 AI 통계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말로 적힌 불량 사례를 표준 코드로 묶고, 파레토와 관리도로 어디부터 손댈지 찾아냅니다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불량 코드 정비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자연어 불량 설명을 표준 코드로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코드표가 흔들리면 집계가 흔들립니다 — 먼저 코드표를 고정하고, 그다음 AI 에 매핑을 맡깁니다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코드표 점검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중복·비슷한 코드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통합 후보 찾기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정의 보강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코드마다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 정의·예시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매핑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자유 서술 →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 + 근거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표본 추출해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사람이 대조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틀린 사례를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정의에 추가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품질 도구 한눈에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파레토 · 관리도 · SPC 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파레토 차트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유형별 건수 막대 + 누적 비율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상위 20% 가 80% 인지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관리도 X-bar · R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X-bar 평균 · R 범위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중심선과 UCL·LCL 로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SPC 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한계 밖 1점 · 한쪽 9점 · 추세 6점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규칙 이름을 프롬프트에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세 도구 모두 엑셀로 그리고 AI 에는 「해석」을 맡기는 것이 이 모듈의 방식입니다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불량 설명을 표준 코드로 매핑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코드표 밖은 '미분류'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불량 코드표(코드·정의·예시)를 기준으로, 검사원이 적은 불량 설명 [붙여 넣기] 을 코드로 매핑해줘. 결과는 원문·코드·확신도(상·중·하)·근거 네 열 표로 주고, 어떤 코드에도 맞지 않으면 '미분류'로 두고 새 코드 후보를 따로 제안해줘.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확신도 '하' 행을 사람이 전부 검토했는지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4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불량 설명을 표준 코드로 매핑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코드표를 통째로 넣기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정의·예시가 있어야 매핑이 안정된다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확신도 열을 요구하기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검토 순서가 정해진다 — '하'부터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표본 검증은 20건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틀린 사례를 코드 정의에 되먹인다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매핑은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확신도로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검토 순서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대량 불량 사례 자동 분류·라벨링 검증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나눠 넣고 합치기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불량 사례 [200건] 을 앞서 정한 코드표로 분류해줘. 50건씩 나눠 처리하고 매 묶음마다 코드별 건수를 집계해줘. 끝나면 전체 집계표와 함께, 같은 원문이 다른 코드로 분류된 사례가 있으면 목록으로 보여줘.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무작위 20건을 뽑아 사람 판정과 일치율 계산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5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대량 불량 사례 자동 분류·라벨링 검증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긴 목록은 나눠 넣기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번에 넣으면 뒤쪽 품질이 떨어진다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일관성 검사를 요구하기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원문 다른 코드 = 정의가 모호한 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일치율은 숫자로 남기기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20건 중 n건 일치 — 다음 회차 개선 지표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검증은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무작위 표본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사람 판정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파레토 80/20 과 관리도 해석 코멘트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데이터에 없는 원인은 쓰지 않기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불량 유형별 건수 표로 파레토 분석을 해줘. 누적 비율 80% 까지의 핵심 유형을 뽑고, 각 유형에 대해 데이터로 말할 수 있는 사실만 두 줄 코멘트해줘. 이어서 아래 X-bar·R 관리도 데이터에 SPC 룰 [Nelson 1·2·3] 을 적용해 이상 신호가 나온 부분군과 규칙 이름을 표로 정리해줘.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이상 신호가 나온 부분군 번호가 데이터와 맞는지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6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파레토 80/20 과 관리도 해석 코멘트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차트는 엑셀로 그리기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는 집계·해석, 그림은 엑셀이 정확하다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규칙 이름을 명시하기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'이상하면' 대신 「Nelson 룰 1·2·3」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원인 추정은 금지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밖 원인은 '추가 조사 필요'로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해석은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사실과 추정을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나눠서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2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정의·예시가 보강된 불량 코드표와 매핑 결과 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대량 사례 분류 집계표와 표본 일치율 기록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파레토 핵심 불량 목록과 SPC 이상 신호 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사실과 추정을 나눠 쓴 해석 코멘트 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어디부터 손댈지 — 숫자로 말할 수 있게 됐습니다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검사 데이터에서 IQR 1.5배 밖의 값이 나왔습니다. 가장 알맞은 처리는?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① 분석을 위해 바로 삭제한다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② 평균값으로 바꿔 넣는다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③ 표시만 하고 실제 불량인지 확인한다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④ AI 에 삭제 여부를 맡긴다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이상치는 입력 실수일 수도 있지만 진짜 공정 이상의 단서일 수도 있습니다. 삭제·대체는 사람이 확인한 뒤 결정하고, AI 에는 '표시와 처리 제안'까지만 맡깁니다.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