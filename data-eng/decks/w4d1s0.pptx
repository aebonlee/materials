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4-1 · MinIO 오브젝트 스토리지 구축 · 수업 전 10분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실습점검 · 환경재설정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2주 만의 도커 — 켜짐 · 포트 · 이미지 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왜 점검하나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수업 전에 맞춰 둘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가 꺼져 있다 — Cannot connect to the Docker daemon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9000·9001 을 다른 프로그램이나 예전 컨테이너가 쓰고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MinIO 이미지 두 개를 실습 중에 받으면 그동안 손을 놓는다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만드는 ~/lakehouse 를 미리 안다 — 아직 치지 않는다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3주차 폴더는 그대로 — 3주차 산출물 마감은 오늘 10-16 23:59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4-1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다섯 단계 — 위에서부터 한 번씩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점검(1~4단계)은 확인만, 재설정(5단계)은 실습이 꼬였을 때만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Docker 켜짐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Server 버전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9000·9001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ps -a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 OS별 한 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이미지 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pgsty/minio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pgsty/mc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오늘 만들 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순서만 확인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아직 치지 않음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환경 재설정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down -v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꼬였을 때만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4-1 · 수업 전 10분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운영체제 세 갈래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운영체제마다 다른 것은 두 단계뿐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6822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6822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63340" y="2781300"/>
            <a:ext cx="47625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6334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Windows (WSL2)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63940" y="2781300"/>
            <a:ext cx="38023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6394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macOS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504420" y="2781300"/>
            <a:ext cx="46405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04420" y="2781300"/>
            <a:ext cx="4640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리눅스 (Ubuntu)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 Docker 켜기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6334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5859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Desktop · WSL Integration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63940" y="34480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59190" y="34480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Desktop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504420" y="3448050"/>
            <a:ext cx="4640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599670" y="3448050"/>
            <a:ext cx="4450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systemctl · docker 그룹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 9000·9001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6334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5859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PowerShell netstat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LISTENING 줄 없음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63940" y="41719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59190" y="41719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lsof 두 줄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아무것도 안 나옴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504420" y="4171950"/>
            <a:ext cx="4640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599670" y="4171950"/>
            <a:ext cx="4450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sudo ss -ltnp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아무것도 안 나옴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26822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24917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 · 4 · 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6334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5859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명령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63940" y="48958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59190" y="48958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명령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504420" y="4895850"/>
            <a:ext cx="4640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599670" y="4895850"/>
            <a:ext cx="4450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명령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2단계는 공통 docker ps -a 먼저, 그다음 운영체제별 한 줄 — Windows 만 그 한 줄을 PowerShell 에서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4-1 · 수업 전 10분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 · 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를 켜고 9000·9001 을 비운다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version --format '{{.Server.Version}}'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29.6.1 처럼 한 줄 — Cannot connect 면 Docker 를 켜고 다시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ps -a — minio · mc 이름이 없는가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있으면 up 이 already in use 로 멈춘다 → docker rm -f minio mc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운영체제별 한 줄에 아무 줄도 없는가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com.docker · docker-proxy 가 보이면 도커 컨테이너 — ps 로 찾아 멈춘다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9000 · 9001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S3 API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웹 콘솔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4-1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MinIO 이미지 두 개를 미리 받아 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pull pgsty/minio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216MB — 이론 시간이 시작될 때 걸어 두면 실습 전에 끝난다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pull pgsty/mc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76.5MB — 이미 받았다면 Image is up to date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images --format … | grep pgsty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pgsty/minio:latest 216MB · pgsty/mc:latest 76.5MB 두 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실측 macOS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18초 · 8초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동시엔 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4-1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 · 순서만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만드는 것 — 아직 치지 않는다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2781300"/>
            <a:ext cx="50825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처음 만드는 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뒤에서 누가 받나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docker-compose.yml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897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구축 1단계 히어독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024360" y="34480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119610" y="34480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4-2 가 확장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minio · mc · 볼륨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897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구축 1단계 up -d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024360" y="41719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119610" y="41719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4-2 ~ 4-5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버킷 raw · warehouse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897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mc 실습 1단계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024360" y="48958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19610" y="48958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warehouse 4-2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raw 4-3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raw/orders/ 첫 CSV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03720" y="56197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8970" y="56197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mc 실습 5단계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024360" y="56197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119610" y="56197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4-3 첫 배치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.venv + boto3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s3_demo.py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03720" y="63436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98970" y="63436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mc 실습 4단계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024360" y="63436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119610" y="63436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· 4주차 심화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지금 docker compose exec mc … 를 치면 no configuration file provided — 아직 만들기 전이라는 뜻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4-1 · 수업 전 10분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 · 환경 재설정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꼬였을 때만 — 볼륨까지 지우고 다시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cd ~/lakehouse → docker compose down -v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 · mc · 네트워크 · lakehouse_minio-data 볼륨이 Removed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ps -a · volume ls --filter name=minio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제목 줄만 나오면 끝 — 구축 1단계 up -d 부터 다시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남는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compose 파일 · data/ · .venv · s3_demo.py · 받아 둔 이미지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되돌릴 수 없음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버킷·파일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모두 사라짐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4-1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수업 준비가 끝났는지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version --format … 이 29.6.1 처럼 한 줄을 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ps -a 에 minio·mc 가 없고, 포트 명령에 아무 줄도 없다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grep pgsty 가 216MB · 76.5MB 두 줄을 낸다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compose 파일은 구축 1단계에서 처음 만든다는 것을 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4-2 이후의 down -v 는 Iceberg 테이블까지 지운다 — 재설정은 정말 처음부터 할 때만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4-1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4-1 · 수업 전 10분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오브젝트 스토리지의 이해 (1H)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점검을 마쳤으니 저장 방식의 차이부터 잡습니다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블록 · 파일 · 오브젝트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버킷 · 키 · 접두사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키를 dt=날짜로 짓기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S3 API 와 MinIO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막혔다면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그 단계 아래 「막혔어요」 · 「질문」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