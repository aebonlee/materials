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CDC(Debezium) 실시간 캡처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83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700" b="1" spc="-324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 구축과 변경 이벤트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985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커넥터를 등록하고 네 가지 op 를 눈으로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에 mysql·connect 를 추가하고 binlog 설정을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REPLICATION 권한의 debezium 계정과 orders 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API 로 mysql-cdc 커넥터를 등록해 RUNNING 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 = r · c · u · d 네 가지를 파이썬으로 읽어 정리한다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호스트명을 localhost 로 틀려 FAILED 의 trace 를 읽어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compose 추가부터 파이썬 정리까지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6-2 의 compose 가 떠 있는 ~/data-eng/week6 에서 시작합니다 — kafka 서비스는 그대로 둡니다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스택 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· connect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binlog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계정·표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debezium 계정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2행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커넥터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/connectors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RUNNING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이벤트 관찰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 = r 스냅숏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 · u ·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파이썬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cdc_reader.py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앱 수정 없음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mysql·connect 추가와 binlog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compose 추가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687" y="27813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9087" y="27813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mysql:8.0 · debezium/connect:2.7.3.Final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687" y="34290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9087" y="34290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→ docker compose 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binlog 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687" y="40767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79087" y="40767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VARIABLES LIKE 'log_bin' / 'binlog_format'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Connect 응답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687" y="47244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79087" y="47244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-s http://localhost:8083/ | head -c 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687" y="53721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9087" y="53721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-s …/connector-plugins | grep "class"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기대: log_bin=ON · binlog_format=ROW · 플러그인 목록에 io.debezium.connector.mysql.MySqlConnector — Connect 기동은 수십 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계정과 orders 표 — Debezium 은 읽기만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debezium 계정 — REPLICATION 권한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REPLICATION SLAVE·CLIENT 가 binlog 를 읽는 권한 — 쓰기 권한은 주지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표 — id · customer · amount ·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 기본값 'CREATED' — user1 12000 · user2 35000 두 행 INSERT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orders; 로 2행이 조회되면 성공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3306 이 겹치면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register-mysql.json — 여섯 설정과 REST 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 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connector.class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…mysql.MySqlConnector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Debezium MySQL 커넥터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database.hostname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43375"/>
            <a:ext cx="5760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43375"/>
            <a:ext cx="5570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이름으로 접속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database.user / password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debezium / dbz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38700"/>
            <a:ext cx="5760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38700"/>
            <a:ext cx="5570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2단계에서 만든 계정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topic.prefix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534025"/>
            <a:ext cx="5760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534025"/>
            <a:ext cx="5570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 이름 맨 앞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database.include.list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6229350"/>
            <a:ext cx="5760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6229350"/>
            <a:ext cx="5570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캡처할 DB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schema.history…servers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kafka:29092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384280" y="6924675"/>
            <a:ext cx="5760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79530" y="6924675"/>
            <a:ext cx="5570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리스너(6-2)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POST --data @register-mysql.json …/connectors 뒤 status 에서 connector·tasks[0] 모두 RUNNING 이면 성공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곁가지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hostname 을 localhost 로 — FAILED 를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정리·회고의 「자주 겪는 오류」 첫 번째를 직접 겪어 봅니다 — 커넥터를 삭제한 뒤 틀린 값으로 다시 등록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mysql-cdc 제거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JSON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database.hostname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localhost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trace 첫 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오류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로 고쳐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삭제 → 재등록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가지 op 를 터미널 두 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실행한 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18821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before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after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 등록 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 있던 2행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('user3', 9900)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901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넣은 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status='PAID'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id=1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status=CREATED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status=PAID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 WHERE id=2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지워진 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터미널 1: kafka-console-consumer --topic shop.shop.orders 를 켜 둔 채, 터미널 2 에서 한 줄씩 실행하며 대조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6·7단계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cdc_reader.py — 그리고 「앱을 고치지 않는다」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로 shop.shop.orders 구독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group.id cdc-reader · auto.offset.reset earliest — 스냅숏부터 다시 읽는다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payload 에서 op·before·after 만 찍는다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 = {r: 스냅숏, c: INSERT, u: UPDATE, d: DELETE} 로 사람이 읽기 좋게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7단계 — 평범한 SQL 여러 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2건 + UPDATE amount*1.1 → cdc_reader 에 즉시 나타난다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cdc_reader.py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log_bin=ON · binlog_format=ROW · curl 8083 에 버전 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* FROM orders 에 2행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status 의 connector.state·tasks[0].state 가 RUNNING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목록에 shop.shop.orders 와 schema-changes.shop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op=r(before=null) → c · u(CREATED→PAID) · d(after=null)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cdc_reader 에 네 종류가 한 줄씩 — 7단계 SQL 이 즉시 나타난다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실습 2.5H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 REST API 를 한 장으로 정리하고, 6-5 적재를 위해 커넥터와 토픽이 살아 있는지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API 여덟 명령 요약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 자가 점검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 준비: 커넥터·토픽 상태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이벤트의 before·after status 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