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DataFrame과 SparkSQL 가공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도구를 한 표로, 5-5 를 위해 파티션 수를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· PySpark API · SQL 문법을 한 표로 나란히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테이블 세 개와 셔플 파티션 수를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5-5 파티셔닝·셔플링 최적화의 준비를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데이터가 5행인데 200조각으로 나누는 것이 얼마나 낭비인지 — 5-5 의 출발점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도구 대조표 — 이름이 거의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Pandas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PySpark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021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116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고르기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448050"/>
            <a:ext cx="38023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8530" y="3448050"/>
            <a:ext cx="36118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df[['a']]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3448050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9010" y="3448050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df.select("a")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3969544"/>
            <a:ext cx="22021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3969544"/>
            <a:ext cx="20116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969544"/>
            <a:ext cx="38023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8530" y="3969544"/>
            <a:ext cx="36118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df[df.a&gt;1]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3969544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3969544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df.filter(F.col("a")&gt;1)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3969544"/>
            <a:ext cx="4160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3969544"/>
            <a:ext cx="3970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a&gt;1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491038"/>
            <a:ext cx="22021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491038"/>
            <a:ext cx="20116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491038"/>
            <a:ext cx="38023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4491038"/>
            <a:ext cx="36118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df.assign(c=…)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4491038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4491038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df.withColumn("c", …)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491038"/>
            <a:ext cx="4160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491038"/>
            <a:ext cx="3970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… AS 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012531"/>
            <a:ext cx="22021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012531"/>
            <a:ext cx="20116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0" y="5012531"/>
            <a:ext cx="38023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8530" y="5012531"/>
            <a:ext cx="36118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groupby('g').agg()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223760" y="5012531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9010" y="5012531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groupBy("g").agg()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012531"/>
            <a:ext cx="4160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012531"/>
            <a:ext cx="3970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22021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20116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83280" y="5534025"/>
            <a:ext cx="38023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8530" y="5534025"/>
            <a:ext cx="36118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merge(b, on='k')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23760" y="5534025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9010" y="5534025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join(b, on="k")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5534025"/>
            <a:ext cx="4160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5534025"/>
            <a:ext cx="3970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JOIN … 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055519"/>
            <a:ext cx="22021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055519"/>
            <a:ext cx="20116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윈도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83280" y="6055519"/>
            <a:ext cx="38023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78530" y="6055519"/>
            <a:ext cx="36118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rolling / rank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23760" y="6055519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9010" y="6055519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F.row_number().over(w)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984480" y="6055519"/>
            <a:ext cx="4160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079730" y="6055519"/>
            <a:ext cx="3970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(PARTITION BY …)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6577012"/>
            <a:ext cx="22021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6577012"/>
            <a:ext cx="20116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383280" y="6577012"/>
            <a:ext cx="38023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78530" y="6577012"/>
            <a:ext cx="36118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sort_values('a')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223760" y="6577012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9010" y="6577012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orderBy("a")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984480" y="6577012"/>
            <a:ext cx="4160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079730" y="6577012"/>
            <a:ext cx="3970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a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43000" y="7098506"/>
            <a:ext cx="22021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" y="7098506"/>
            <a:ext cx="20116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83280" y="7098506"/>
            <a:ext cx="38023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78530" y="7098506"/>
            <a:ext cx="36118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to_parquet()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223760" y="7098506"/>
            <a:ext cx="57226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19010" y="7098506"/>
            <a:ext cx="55321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writeTo(…).createOrReplace()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2984480" y="7098506"/>
            <a:ext cx="4160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079730" y="7098506"/>
            <a:ext cx="3970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… 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헷갈리면 「Pandas 로는 뭐였지」를 먼저 떠올리세요 — 다른 점은 지연 평가와 F.col 정도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정리·회고 0.5H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차시를 위한 준비 — 테이블과 파티션 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spark.sql("SHOW TABLES IN lake.db").show()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· product_sales · daily_revenue 세 개가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sales.rdd.getNumPartitions()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sales 의 파티션 수 — 5-5 의 주제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spark.conf.get("spark.sql.shuffle.partitions")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 으로 나온다 — 데이터 5행을 200조각으로 나누고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셔플 파티션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문법이 Pandas 와 거의 같은 이름이라는 것을 확인했다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와 SQL 이 같은 논리 계획으로 수렴한다는 것을 이해했다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join · withColumn · filter · groupBy 를 체인으로 이어 파이프라인을 만들었다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키를 문자열로 지정해 중복 컬럼 없이 조인했다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전후 행 수와 오른쪽 키의 고유성을 직접 확인했다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윈도 함수로 날짜별 순위를 매겨 봤다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집계를 API 와 SQL 로 작성하고 explain() 구조가 같음을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나눈 SQL 을 쓰고 가공 결과를 Iceberg 테이블로 저장했다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cannot resolve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컬럼명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오타이거나 가공 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DataFrame 을 참조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직전 DataFrame 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printSchema()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Reference 'product_id'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is ambiguous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양쪽에 같은 이름의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컬럼이 남았다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on="product_id" 문자열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alias("o")·alias("p")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결과가 없거나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 으로 잘림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action 미호출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show() 기본 20행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show() 붙이기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show(truncate=False)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후 행 수가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원본보다 많다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키에 중복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와 distinct().count()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 · 4-3 방식으로 정리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네 가지 모두 「그 시점의 DataFrame 에 무엇이 있나」를 printSchema() · count() 로 먼저 보면 잡힌다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API 와 SQL 중 뭘 배워야 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— SQL 은 2주차 MySQL · 3주차 DuckDB · 4주차 Trino 에서도 쓰이니 투자 대비 효과가 크다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임시 뷰와 Iceberg 테이블은 뭐가 다른가요?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임시 뷰는 세션이 끝나면 사라진다 — Iceberg 테이블은 MinIO 에 파일로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F.col 없이 문자열로 써도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간단한 조건은 된다 — 이름에 공백이 있거나 복잡한 식에서는 F.col 이 안전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코드를 그대로 옮길 수 있나요?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— 인덱스가 없고, apply 같은 행 단위 함수는 느리니 내장 함수로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볼 것 넷 — 5-5 예습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날짜별 매출 두 방식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API · SQL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대조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 그래프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탭에서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Exchange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를 크게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Broadcast →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SortMerge 지점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의 orders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lake.db.orders 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방식으로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수만 행으로 키우면 조인 방식이 BroadcastHashJoin 에서 SortMergeJoin 으로 바뀌는 지점이 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5-5 · 파티셔닝과 셔플링 최적화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파티셔닝과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셔플링 원리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coalesce 셔플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배치 스크립트로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 마트 산출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5-3~5-4 compose(스파크 클러스터 + MinIO) · lake.db.orders · product_sales — 배치 스크립트와 마트 테이블이 주차 산출물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5-4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5-5 파티셔닝과 셔플링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「왜 느린가」를 파티션과 셔플로 다루고, 지금까지의 가공을 배치 스크립트로 묶어 5주차 산출물 데이터 마트를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= 태스크 병렬성의 단위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좁은 변환·넓은 변환과 셔플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 과 coalesce 의 차이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 의 Shuffle Read/Write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기동 · orders·product_sales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