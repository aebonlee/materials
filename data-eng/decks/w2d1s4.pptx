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한 장 요약과 2-2 를 위한 환경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에서 한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표·행·열·기본 키·NULL — 관계형 DB 의 낱말과 「DB 가 막아 준다」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de-mysql 기동, 로그로 준비 확인, 두 길로 접속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표를 만들고 제약을 어겨 본 뒤 5건을 넣었다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· ORDER BY · LIMIT · GROUP BY · HAVING · UPDATE · DELETE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de-mysql 컨테이너와 shop 데이터베이스는 2주차 내내 이어서 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SQL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SQL 을 한 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기억할 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표 만들기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이름 (…)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타입과 NOT NULL 을 먼저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… VALUES (…), (…)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3969544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3969544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건을 한 번에 넣을 수 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조회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… WHERE 조건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491038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491038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· &gt; · BETWEEN · IN · LIKE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컬럼 ASC|DESC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012531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012531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컬럼을 쉼표로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개수 제한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n OFFSET 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5534025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5534025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페이지 넘기기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묶어 집계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컬럼 + 집계 함수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055519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055519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COUNT·SUM·AVG·MAX·MIN 로 접는다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조건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 집계조건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6577012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6577012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는 묶기 전, HAVING 은 묶은 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바꾸기 / 지우기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· DELETE … WHERE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064240" y="7098506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159490" y="7098506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없으면 전체가 대상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구조 보기는 DESC 표이름 · SHOW TABLES — 코드 전문은 학습 노트 2-1 실습 챕터에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빈 칸이 있으면 2-2 전에 채워 두세요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13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079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테이블·행·열·기본키·NULL 의 뜻을 각각 한 문장으로 말할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7211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7211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3876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3943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8163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de-mysql 이 Up — exec 와 포트, 두 길로 접속해 봤다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5847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5847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47402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48069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6799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테이블을 만들고 DESC 로 구조를 확인했다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4483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4483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56038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56705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435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NULL 과 타입 제약을 일부러 어겨 DB 가 막는 것을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119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3119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64674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65341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64071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WHERE·ORDER BY·LIMIT 을 써 봤고 GROUP BY 로 카테고리별 요약을 만들었다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71755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" y="71755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28750" y="7331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28750" y="7397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72707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와 HAVING 을 구별하고, UPDATE·DELETE 전 SELECT 를 지켰다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already allocated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밖에서만 Access denied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3306 을 다른 MySQL 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쓰고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중지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rm -f 뒤 -p 3307:3306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 denied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user root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 오타, 기동 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값과 다르다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입력값 확인 — 기동 때 틀렸으면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rm -f + volume rm 후 재기동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1046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database selected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데이터베이스를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지정하지 않았다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 shop; 먼저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접속 명령 끝에 shop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프롬프트가 -&gt; 로 바뀜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세미콜론(;)을 안 붙였다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; 입력 후 Enter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빠져나오려면 \c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비밀번호는 볼륨에 남는다 — 처음 기동 때 틀렸다면 rm -f 뒤 docker volume rm de-mysql-data 까지(데이터도 지워진다)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차시(2-2)를 위한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컨테이너는 켜 둔 채로 — 데이터가 남아 있는지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| grep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행이 보여야 한다 — 2-2 에서 그대로 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id 1~5 와 이름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id, name FROM products ORDER BY id; — 2-4 가 id 2·3·4 를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컴퓨터를 끄더라도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2-2 에 docker start de-mysql 로 다시 켜면 된다 — 볼륨 덕분에 데이터는 남는다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어긋났다면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TRUNCATE 뒤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한 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컨테이너를 지우면 데이터가 사라지나요?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 de-mysql-data:/var/lib/mysql 로 볼륨을 붙였으니 남는다 — 볼륨 없이 띄웠다면 사라진다(1-3)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에 없는 컬럼을 SELECT 에 쓰면?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안 여러 값 중 무엇을 보여 줄지 정할 수 없어 오류 — MySQL 8.0 은 기본으로 막는다(ONLY_FULL_GROUP_BY)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대소문자를 구분하나요?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키워드는 구분하지 않는다 — 테이블 이름은 컨테이너(리눅스)라 구분한다. 소문자로 통일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GUI 도구를 써도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DBeaver·MySQL Workbench 모두 좋다 — 접속 정보는 그대로 127.0.0.1 · 3306 · root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실험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rm -f de-mysql 로 지운 뒤 같은 -v 옵션으로 다시 만들어 products 가 남는지 확인(volume rm 은 하지 않는다)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표 설계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테이블을 직접 설계해 products 와 함께 조회(JOIN)까지 시도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DECIMAL vs FLOAT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DECIMAL(10,2) 컬럼을 추가하고 FLOAT 과 값을 비교해 소수 계산 차이를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 SELECT … 로 기본 키 조회와 이름 조회의 출력이 어떻게 다른지 살펴보기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· CTE, Window Function 분석 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WITH 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복잡한 쿼리를 단계별로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분리해 이름을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와 달리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접지 않고 집계한다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 · 누적 · 전월 비교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ROW_NUMBER · RANK · SUM OVER · LAG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카테고리별 상위 N 추출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사전 준비: docker start de-mysql — 컨테이너를 지웠다면 2-1 의 1단계 명령으로 새로 만든다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마무리 — 다음은 2-2 분석 쿼리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「카테고리별로 매달 1위는 누구인가」「이번 달은 지난달보다 얼마나 늘었나」에 답하는 도구 두 가지를 배웁니다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쿼리 구조화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 개념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· RANK 순위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 OVER · LAG 누적·전월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준비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start de-mysql 로 다시 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