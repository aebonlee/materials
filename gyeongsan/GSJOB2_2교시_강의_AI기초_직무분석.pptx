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1부 · 2교시 · 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741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5647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14:25~15:20 · 강사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