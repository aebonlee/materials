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5-3 · Iceberg · MinIO 연결과 대용량 분석 준비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레이크하우스와 Spark 연동 구조 이해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라이브러리 둘 · 설정 세 덩어리 — 줄마다 하는 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가 s3a 커넥터로 MinIO 를 S3 처럼 읽고 쓰는 구조를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hadoop-aws 와 iceberg-spark-runtime 이 각각 왜 필요한지 구분한다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설정을 (1) 주소 (2) SQL 확장 (3) 카탈로그 등록 세 덩어리로 읽는다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warehouse 값과 카탈로그 타입(hadoop · rest)을 고른 이유를 말한다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이 설정을 lake-pyspark.sh 에 담아 MinIO 왕복을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s3a 커넥터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커넥터 — 스토리지에 닿는 길, 여행용 어댑터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 코드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read · write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그대로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하둡 파일시스템 계층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 체계를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 고른다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s3a 커넥터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hadoop-aws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어댑터 본체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MinIO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 API 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읽고 쓴다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주소 앞부분만 바뀐다 — file:// · hdfs:// · s3a://버킷/키(오늘) · gs:// · Spark 코드는 그대로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콘센트 규격이 다른 나라의 여행용 어댑터처럼, s3a:// 주소로 MinIO 를 로컬 폴더처럼 다룬다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라이브러리 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왜 둘인가 — 길과 눈, 둘 다 있어야 레이크하우스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hadoop-aws — 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s3a 어댑터 본체, 스토리지에 닿는 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s3a:// 주소로 읽고 쓰기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ClassNotFoundException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S3AFileSystem 을 못 찾는다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iceberg-spark-runtime — 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무더기를 「테이블」로 읽는 번역기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테이블 읽고 쓰기 · 메타테이블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USING iceberg 를 모른다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버전이 어긋나면 클래스·메서드 못 찾음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 세 덩어리 — 덩어리마다 하는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(1) 스토리지에 닿는 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endpoint · access.key · secret.key · path.style.access — 4-3 과 같다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(2) Iceberg SQL 확장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spark.sql.extensions — 없으면 MERGE INTO · VERSION AS OF 가 문법 오류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(3) 카탈로그 등록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 는 내가 정한 이름 · type=hadoop · warehouse=s3a://warehouse/lake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3.5_2.12 읽기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3.5 = Spark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2.12 = Scala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Spark 3.5 에 3.4 용 런타임을 넣으면 클래스·메서드를 못 찾는 오류 — 4-3 hadoop-aws 버전 문제와 같은 종류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설정 · warehouse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warehouse 는 버킷 안 폴더 하나로 준다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s3a://warehouse/lake — 오늘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 warehouse 안의 폴더 lake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경로는 warehouse/lake/db/orders/…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TABLES 가 제대로 나온다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에서는 lake.db.orders 로 부른다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s3a://warehouse/ — 버킷 바로 아래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 은 되지만 목록에서 실패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TABLES 가 s3a://warehousedb 를 만든다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hadoop 카탈로그가 주소를 이어 붙이는 방식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실측 — 그래서 폴더 하나를 둔다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카탈로그 타입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 = 「어떤 테이블이 어디에」 전화번호부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전화번호부가 어디에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장단점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hadoop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스토리지의 폴더 구조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34480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9330" y="34480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단순 · 동시 쓰기 약함 (오늘)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별도 카탈로그 서비스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41719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9330" y="41719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엔진 간 공유 (4주차 Spark+Trino)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hive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Hive Metastore (RDB)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48958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9330" y="48958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기존 자산이 있을 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glue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AWS 관리형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56197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56197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AWS 에서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hadoop 의 전화번호부 = warehouse 폴더 + version-hint.text · rest 로 4주차에 붙이기는 심화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이론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path-style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에는 path.style.access=true 가 필수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path style — MinIO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호스트 뒤에 버킷이 경로로 붙는다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minio:9000/warehouse/lake/db/…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fs.s3a.path.style.access=true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4-3 에서도 같은 옵션을 넣었다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virtual host style — 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버킷 이름이 호스트 앞에 붙는다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warehouse.s3.amazonaws.com/lake/…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빼면 warehouse.minio 로 붙으려다 실패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Unable to execute HTTP request (실측)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6. 복습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 테이블의 3층 구조 — 오늘은 내가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카탈로그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목록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lake.db.orders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메타데이터 파일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스키마 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스냅샷 이력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파일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Parquet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실습에서 MinIO 콘솔로 이 세 층이 실제 폴더(metadata/ · data/)로 만들어지는 것을 눈으로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4-2 에서 본 구조 — 그때는 완성된 이미지가 만들어 줬고, 오늘은 내가 설정해 만든다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이론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는 스토리지에 닿는 길, iceberg-spark-runtime 은 테이블로 읽는 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버전이 Spark·Scala 와 어긋나면 클래스·메서드를 못 찾는다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설정은 (1) 스토리지 주소 (2) SQL 확장 (3) 카탈로그 등록 세 덩어리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warehouse 는 버킷 안 폴더 하나 — s3a://warehouse/lake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혼자 쓰면 hadoop, 엔진끼리 공유하면 rest · MinIO 엔 path style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5-3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Spark ↔ MinIO(s3a) 연결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5-2 compose 에 MinIO 를 붙이고, 이 설정을 lake-pyspark.sh 에 담아 Parquet 왕복으로 연결을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에 minio 추가 · warehouse 버킷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bash lake-pyspark.sh — 첫 실행 jar 1~2분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s3a 로 Parquet 쓰고 읽기 — count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일부러 틀려 열쇠·주소·path style 오류 구분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5-2 compose 파일 · 4주차 MinIO 는 stop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