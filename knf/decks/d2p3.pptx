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빠르게 계산하고, Excel 로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파일 분석으로 공정별 OEE 를 계산시킨다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 로 같은 값을 다시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 · 합계 · 한 행 손계산으로 틀린 숫자를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6개 공정 + 라인 전체의 가동률·성능·양품률·OEE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OEE 는 합계로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 (정답)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분·개수를 먼저 더한 뒤 비율을 구한다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Σ운전 ÷ Σ계획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Σ이론 ÷ Σ운전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Σ양품 ÷ Σ생산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 방식 (오답)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행별 비율을 평균 내면 행의 크기를 무시한다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세 평균의 곱 79.5%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방식은 79.7%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 평균 85.2% vs 85.3%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계산하고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Excel 로 다시 계산한 다음에만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수·공정·합계부터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방식을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 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운전시간·이론시간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피벗·SUMIFS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값을 Excel 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칸의 원인 찾기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1단계 기준값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 공정 × 248행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Σ생산수량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Σ양품수량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6,549,532개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하나라도 다르면 「CLEAN 시트만, 1행은 머리글」이라고 짚어 다시 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Excel 로 다시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 두 개 + SUMIFS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M2 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=F2-G2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 − 비가동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N2 이론시간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=I2*J2/60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=SUMIFS(F, D, 공정)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=Σ운전/Σ계획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합계끼리 나누기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=가동률*성능*양품률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 계산 필드는 합계끼리 나누므로 합계 방식이 저절로 지켜진다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기준값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194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9595" y="2886075"/>
            <a:ext cx="13907655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30600" y="28194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89595" y="3209925"/>
            <a:ext cx="13891887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14832" y="31432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71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89595" y="3533775"/>
            <a:ext cx="1386035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3295" y="34671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909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9595" y="3857625"/>
            <a:ext cx="1376574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88685" y="37909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148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9595" y="4181475"/>
            <a:ext cx="12614653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37598" y="41148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386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9595" y="4505325"/>
            <a:ext cx="12567348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90293" y="44386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라인 전체 OEE 85.3% · 정답 파일 06_kpi_workbook.xlsx OEE_BY_PROCESS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는 같아도 손실의 모양은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98.94%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93.0%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97.63%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96.53%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시간 손실 중심, 소결은 시간 손실과 품질 손실이 함께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숫자를 틀릴 때 확인하는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의심할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Σ생산이 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시트·행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합계는 같은데 OEE 다름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합계로 다시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성능이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6행 손계산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가동률이 이상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 착각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Σ계획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6행 기준: 가동률 97.5% · 성능 94.1% · 양품률 97.2%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1,488행 · 공정별 248행을 읽었다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계산 열이 손계산(468분 · 440.4분)과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가 기준값과 0.1%p 안에서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칸은 행 수 · 합계 · 한 행 순서로 추적했다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데이터는 외부 AI 에 올리지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Cpk 산출과 시각화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Cpk 를 Excel 수식으로 구하고 히스토그램·막대·추세 차트로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AVERAGEIFS · STDEV.S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히스토그램과 규격선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 팩트체크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열을 넣은 생산일지 파일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