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8-3 · 수집→Lake→Spark→VectorDB 흐름 자동화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임베딩→VectorDB 적재와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전체 DAG 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마지막 태스크를 붙이고, 트리거 한 번으로 끝까지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embed_and_load 를 붙여 collect → transform → validate → embed_and_load 를 완성한다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트리거 한 번으로 Qdrant lecture_docs 의 points_count 가 3 이 되는 것을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돌려도 개수가 그대로인 것(멱등)과 @daily 의 Next Run 을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SparkSubmitOperator 제출 형태와 오늘 방식의 DAG 모양이 같음을 설명한다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7주 동안 손으로 하던 일이 트리거 한 번으로 끝나는 시간입니다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적재 태스크에서 실행 이력까지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에서 초록이 된 세 태스크 뒤에 마지막 하나를 붙입니다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1·2. 적재·배선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embed_and_load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&gt;&gt; t_load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전체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trigger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points_count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두 번 돌리기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개수 그대로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멱등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스케줄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@daily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Next 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Spark·이력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list-runs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embed_and_load — 함수 안에서 일어나는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curated/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docs.json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임베딩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OpenAI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text-embedding-3-small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접속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QdrantClient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host="qdrant"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컬렉션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lecture_docs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1536 · COSINE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upsert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PointStruct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id=순번 · payload 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collection_exists 로 있으면 건너뛰고 없을 때만 create_collection — 몇 번 돌려도 같은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import 는 함수 안에 — DAG 파일 최상위에 두면 스케줄러가 파일을 읽을 때마다 임포트가 돌아 전체가 느려진다(8-2 마지막 오류)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배선을 마무리하고 전체를 돌린다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6387" y="27813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787" y="27813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t_collect &gt;&gt; t_transform &gt;&gt; t_validate &gt;&gt; t_load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6387" y="34290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8787" y="34290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trigger rag_pipeline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컬렉션 보기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6387" y="40767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8787" y="40767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-s http://localhost:6333/collections/lecture_docs | python -m json.tool | head -20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개수만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26387" y="47244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8787" y="47244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-s … /collections/lecture_docs | grep -o '"points_count":[0-9]*'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성공 기준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26387" y="53721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8787" y="53721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points_count 가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Graph 에 collect → transform → validate → embed_and_load 순서도 · Grid 에서 4개가 초록이 된 뒤 curl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돌려 멱등을 확인한다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지금 개수를 적어 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-o '"points_count":[0-9]*' →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번 더 trigger, sleep 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trigger rag_pipeline — Grid 가 초록이 될 때까지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세면 3 그대로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 를 순번으로 줬기 때문에 같은 자리를 덮어쓴 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남아 있는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 수가 줄면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뒤쪽이 남는다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7-4 에서 본 그 문제가 그대로 있다 — 8-5 최종본에서 다룬다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스케줄을 붙인다 — 사람이 손대지 않아도 매일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schedule=None 을 "@daily" 로 바꿔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인자 한 줄만 바뀐다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catchup=False 는 반드시 유지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과거 날짜 실행이 쏟아진다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sleep 40 뒤 dags list | grep rag_pipeline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스케줄러가 파일을 다시 읽을 시간을 준다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 UI DAG 목록의 Next Run 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실행 시각이 표시되면 이번 주의 목표에 닿은 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이번 주의 목표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손대지 않아도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매일 돈다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제출 — 태스크 안의 실행 방식만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— PythonOperator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경량 파이썬 변환, 단일 노트북에서 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task_id="transform"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python_callable=transform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t_collect &gt;&gt; t_transform &gt;&gt; t_validate &gt;&gt; t_load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실무 — SparkSubmitOperator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클러스터에 잡을 제출한다(구조만 확인)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application=/opt/airflow/jobs/transform.py(5주차 잡)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conn_id="spark_default"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t_collect &gt;&gt; transform_spark &gt;&gt; t_validate &gt;&gt; t_load — 배선 동일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실패시키기 — 자주 겪는 오류로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embed_and_load 만 죽는 세 갈래 — 미리 겪어 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호스트를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찾을 수 없음·연결 거부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따로 docker run 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 — 네트워크가 다름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에 서비스 추가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docker network connect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ModuleNotFoundError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qdrant_client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.env 추가 뒤 재생성 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변수 이름 오타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철자 확인 → up -d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 -c "import …"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호출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인증 오류(API key)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.env 에는 있지만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environment: 줄이 없다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yaml 한 줄 → up -d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env | grep OPENAI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여유가 있으면 yaml 의 OPENAI_API_KEY 전달 줄을 잠시 지우고 up -d 해 인증 오류를 직접 본 뒤 되돌린다 — 실패를 봐야 이유가 남는다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Graph 에 collect → transform → validate → embed_and_load 가 보인다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트리거 뒤 lecture_docs 의 points_count 가 3 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번째 실행 뒤에도 points_count 가 3 그대로다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@daily 로 바꾼 뒤 Next Run 에 다음 실행 시각이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dags list-runs · tasks states-for-dag-run 에 태스크별 상태·시간이 남아 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run_id 는 따옴표 안에 — &lt; &gt; 로 감싸면 쉘이 리다이렉션으로 읽어 syntax error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8-3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만든 자동화의 방법을 표 하나로 정리하고, 8-4 챗봇이 읽을 lecture_docs 가 채워져 있는지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하려는 일 ↔ 방법 여덟 줄 요약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체크리스트로 스스로 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8-4 Streamlit 챗봇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points_count 3 인 lecture_docs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