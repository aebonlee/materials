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3-5 · Pandas·DuckDB 하이브리드 가공 · 정리·회고 0.5H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주차 회고 · 산출물 점검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도구는 목적에 따라 고른다 — 3주차 한 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30분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3-1 ~ 3-5 에서 배운 것과 남은 결과물을 한 표로 되짚는다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오늘의 체크리스트로 산출물 3종이 완성됐는지 점검한다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자주 겪는 오류 네 가지의 원인과 해결을 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4주차 레이크하우스로 무엇이 이어지는지 안다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한 주를 관통한 생각 — Pandas 가 좋다 DuckDB 가 좋다가 아니라, 크기와 작업 성격에 따라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3-5 · 정리·회고 0.5H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3주차에 지나온 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다섯 차시 — 배운 것과 남은 결과물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188214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18821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차시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63240" y="2781300"/>
            <a:ext cx="668274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63240" y="2781300"/>
            <a:ext cx="66827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배운 것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4080" y="2781300"/>
            <a:ext cx="736092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84080" y="2781300"/>
            <a:ext cx="73609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남은 결과물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18821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16916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3-1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63240" y="3448050"/>
            <a:ext cx="66827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58490" y="3448050"/>
            <a:ext cx="6492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Pandas 기본기와 타입 정리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84080" y="3448050"/>
            <a:ext cx="73609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9330" y="3448050"/>
            <a:ext cx="71704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orders.csv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orders_step1.parquet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18821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16916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3-2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063240" y="4171950"/>
            <a:ext cx="66827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58490" y="4171950"/>
            <a:ext cx="6492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groupby·merge·resample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784080" y="4171950"/>
            <a:ext cx="73609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79330" y="4171950"/>
            <a:ext cx="71704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customers.csv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orders_enriched.parquet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18821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16916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3-3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63240" y="4895850"/>
            <a:ext cx="66827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158490" y="4895850"/>
            <a:ext cx="6492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DuckDB와 열 지향 저장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784080" y="4895850"/>
            <a:ext cx="73609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79330" y="4895850"/>
            <a:ext cx="71704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events.csv/parquet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크기·속도 실측표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18821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16916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3-4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63240" y="5619750"/>
            <a:ext cx="66827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158490" y="5619750"/>
            <a:ext cx="6492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SQL 분석과 Pandas 왕복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784080" y="5619750"/>
            <a:ext cx="73609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79330" y="5619750"/>
            <a:ext cx="71704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user_segments.parquet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343650"/>
            <a:ext cx="18821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343650"/>
            <a:ext cx="16916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3-5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063240" y="6343650"/>
            <a:ext cx="66827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158490" y="6343650"/>
            <a:ext cx="6492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하이브리드 파이프라인과 품질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784080" y="6343650"/>
            <a:ext cx="73609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879330" y="6343650"/>
            <a:ext cx="71704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orders_clean.parquet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품질 리포트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4주차부터는 이 데이터를 여러 사람이 함께 쓰는 저장소에 올린다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3-5 · 정리·회고 0.5H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4주차로 이어지는 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오늘까지 만든 것이 어디로 가는가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40005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Parquet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4주차 레이크하우스의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저장 형식 그대로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387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3875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80962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626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파티셔닝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3-3 PARTITION_BY 가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Iceberg 에서 정교하게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345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3450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21920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583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SQL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4주차 Trino ·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5주차 SparkSQL 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4302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43025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541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품질 검증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8주차 Airflow 에서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단계마다 검증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3주차 파일을 오브젝트 스토리지에 올려 보는 것은 4-1 심화 과제에서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3-5 · 정리·회고 0.5H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오늘의 체크리스트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여덟 개를 스스로 확인해 보세요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86075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2881312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005138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86075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품질 점검 항목 다섯 가지를 말할 수 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524250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3519488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3643312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524250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DuckDB 로 before 를 재고, 오염된 카테고리 값을 눈으로 봤다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62425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4157662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4281488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162425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정제 규칙을 clean() 하나로 모으고 두 번 돌려 같은 것을 확인했다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00600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4795838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4919662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4800600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정제 순서가 결과를 바꿀 수 있음을 실험으로 확인했다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438775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5434012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5557838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5438775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유효성 검사기를 일부러 깨뜨려 보고, 실패 시 종료 코드 1 로 멈춘다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076950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90650" y="6072188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90650" y="6196012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0750" y="6076950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after 의 결측·중복 0, 카테고리 4 — DuckDB 로 교차 검증했다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6715125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390650" y="6710362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90650" y="6834188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90750" y="6715125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처리마다 근거를 적은 리포트 문서를 작성했다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43000" y="7353300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390650" y="7348538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390650" y="7472362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90750" y="7353300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재현 확인 뒤 산출물 3종을 제출했다 (10-16 23:59)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3-5 · 정리·회고 0.5H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자주 겪는 오류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증상으로 찾는 원인과 해결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증상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2781300"/>
            <a:ext cx="55626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2781300"/>
            <a:ext cx="55626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원인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544300" y="2781300"/>
            <a:ext cx="56007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544300" y="2781300"/>
            <a:ext cx="56007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해결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before 와 after 가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똑같다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3448050"/>
            <a:ext cx="5562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8850" y="3448050"/>
            <a:ext cx="5372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before 를 정제본으로 만듦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또는 원본을 덮어씀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544300" y="3448050"/>
            <a:ext cx="5600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639550" y="3448050"/>
            <a:ext cx="5410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원본은 읽기 전용 ·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before 는 orders.csv 에서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중복이 기대만큼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안 지워진다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0" y="4171950"/>
            <a:ext cx="5562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8850" y="4171950"/>
            <a:ext cx="5372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subset 없이 모든 열이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행만 중복으로 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544300" y="4171950"/>
            <a:ext cx="5600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639550" y="4171950"/>
            <a:ext cx="5410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subset='order_id' ·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keep 도 의도대로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보정 후 통계가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미묘하게 다르다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0" y="4895850"/>
            <a:ext cx="5562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8850" y="4895850"/>
            <a:ext cx="5372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중복 제거 전 중앙값 ·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채운 뒤 결측률 측정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544300" y="4895850"/>
            <a:ext cx="5600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639550" y="4895850"/>
            <a:ext cx="5410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측정 → 중복 제거 →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결측 보정 → 측정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ModuleNotFoundError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clean_orders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0" y="5619750"/>
            <a:ext cx="5562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8850" y="5619750"/>
            <a:ext cx="5372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그 폴더에서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실행하지 않음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544300" y="5619750"/>
            <a:ext cx="5600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639550" y="5619750"/>
            <a:ext cx="5410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cd ~/data-eng/week3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뒤 실행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측정과 수정을 섞지 않는다 — 순서를 고정해야 「얼마나 고쳤는가」를 말할 수 있다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3-5 · 정리·회고 0.5H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예상 질문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자주 나오는 질문 네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결측을 중앙값으로 채우는 게 정말 맞나요?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결측 3% 라 영향이 작아 선택 — 30% 라면 「그 열을 쓰지 않는다」가 나을 수 있다. 비율을 먼저 보고 정한다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중복을 지울 때 어느 것을 남기나요?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keep='first' 는 먼저 나온 것, 'last' 는 나중 것 — 갱신 이력이면 last, 최초 기록이 중요하면 first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품질 검사를 매번 손으로 하나요?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validate() 처럼 함수로 두고 8주차 Airflow 의 단계로 — 실패하면 다음 단계로 안 넘어가게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원본을 고치면 안 되나요?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안 된다 — 정제 전이 어땠는지 영영 알 수 없고, 규칙을 바꿔 다시 돌릴 수도 없다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3-5 · 정리·회고 0.5H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심화 과제 (선택)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넷 중 하나 — 시간이 남을 때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40005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값 범위 점검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가격 0 이하·수량 6 이상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profile() 열로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387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3875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80962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626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100만 행 DuckDB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events.parquet 에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측정 전부 SQL 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345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3450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21920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583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로깅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무엇을 몇 건 고쳤는지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실행마다 출력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4302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43025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541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quotes 점검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2주차 수집 데이터 ·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쉼표 태그 문제 리포트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참고: Pandas · DuckDB · Apache Parquet 공식 문서 링크는 사이트 본문 맨 아래에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3-5 · 정리·회고 0.5H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다음 회차 예고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4-1 · MinIO 오브젝트 스토리지 구축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40005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이론 1H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오브젝트 스토리지의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387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0D2B5E"/>
          </a:solidFill>
          <a:ln w="9525">
            <a:solidFill>
              <a:srgbClr val="0D2B5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3875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80962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3B4B7C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626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 1.5H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MinIO 컨테이너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구축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345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3450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21920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583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실습 1H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mc CLI 와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S3 API 활용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4302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43025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541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정리 0.5H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정리·회고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내일 10-16(금) 19시 — 실습 폴더는 ~/lakehouse, 9000(S3 API)·9001(웹 콘솔) 포트를 쓴다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3-5 · 정리·회고 0.5H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4-1 준비 — 도커로 돌아갑니다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도커 다시 켜기 — 각자 운영체제대로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12242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1224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운영체제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0" y="2781300"/>
            <a:ext cx="540258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0" y="2781300"/>
            <a:ext cx="54025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켜기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744200" y="2781300"/>
            <a:ext cx="64008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44200" y="2781300"/>
            <a:ext cx="64008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Windows (WSL2)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0" y="34480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98770" y="34480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Desktop 실행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744200" y="34480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839450" y="34480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고래 아이콘 멈춤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WSL Integration Ubuntu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macOS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0" y="41719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98770" y="41719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Desktop 실행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744200" y="41719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839450" y="41719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메뉴 막대 고래 멈춤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리눅스 (Ubuntu)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303520" y="48958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98770" y="48958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sudo systemctl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enable --now docker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744200" y="48958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839450" y="48958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명령은 터미널에서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켠 뒤 pull pgsty/minio(216MB) · pgsty/mc(76.5MB) — Cannot connect 면 Docker 가 꺼진 것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3-5 · 정리·회고 0.5H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3-5 · 정리·회고 0.5H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 회차는 4-1 MinIO 오브젝트 스토리지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3주차까지는 내 노트북의 파일 — 4주차부터는 여러 사람과 도구가 함께 쓰는 저장소, 그 바닥층을 직접 구축합니다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블록·파일·오브젝트 스토리지의 차이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S3 API 가 표준이 된 이유와 버킷·키 구조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Compose 로 MinIO 서버·웹 콘솔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mc CLI 로 버킷 생성·업로드·목록 조회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오늘 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도커 켜기 · 이미지 두 개 받기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