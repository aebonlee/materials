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10/8(목)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01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0" b="1" spc="-302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CSS3 기본 이해 및 스타일링 시작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1629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선택자, 색상, 글꼴, 배경 등 기초 속성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CSS를 문서에 붙이는 세 가지 방법을 알고 실무 표준을 고를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태그·클래스·아이디 선택자를 상황에 맞게 골라 쓸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같은 요소에 규칙이 여럿일 때 무엇이 이기는지 판단할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색과 글꼴을 지정하고 대비를 확인할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한국어 문서에 맞는 줄바꿈 설정을 적용할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68229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8229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547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547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선택자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25788" y="2781300"/>
            <a:ext cx="143104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25788" y="2781300"/>
            <a:ext cx="143104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클래스/아이디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083" y="2781300"/>
            <a:ext cx="117218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2083" y="2781300"/>
            <a:ext cx="117218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캐스케이드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19518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19518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특정도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24759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4759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상속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48903" y="2781300"/>
            <a:ext cx="858286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48903" y="2781300"/>
            <a:ext cx="858286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색 표기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02439" y="2781300"/>
            <a:ext cx="666056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439" y="2781300"/>
            <a:ext cx="666056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font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3745" y="2781300"/>
            <a:ext cx="140157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3745" y="2781300"/>
            <a:ext cx="140157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한국어 줄바꿈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CSS를 붙이는 세 가지 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CSS(Cascading Style Sheets) 는 HTML로 만든 구조에 어떻게 보일지를 입히는 언어입니다.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세 가지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① 인라인 — 태그에 직접. 급할 때만, 실무에서는 거의 안 씁니다 --&gt;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style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"color: red;"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빨간 글씨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② 내부 스타일 — head 안의 &lt;style&gt;. 한 페이지짜리 연습용 --&gt;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&lt;head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&lt;style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p { color: red; }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&lt;/style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&lt;/head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③ 외부 스타일 — 별도 .css 파일 (실무 표준) --&gt;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&lt;head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&lt;link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rel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"stylesheet"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"style.css"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&lt;/head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BD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붙이는 방법은 세 가지인데, 실무에서 쓰는 것은 사실상 하나입니다.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CSS를 붙이는 세 가지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1844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184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5500" y="2781300"/>
            <a:ext cx="48514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5500" y="2781300"/>
            <a:ext cx="485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장점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55000" y="2781300"/>
            <a:ext cx="70739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5000" y="2781300"/>
            <a:ext cx="7073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367000" y="2781300"/>
            <a:ext cx="17780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367000" y="2781300"/>
            <a:ext cx="1778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184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1993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인라인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65500" y="3448050"/>
            <a:ext cx="485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60750" y="3448050"/>
            <a:ext cx="466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즉시 적용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5000" y="3448050"/>
            <a:ext cx="7073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0250" y="3448050"/>
            <a:ext cx="6883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재사용 불가, HTML이 지저분, 특정도가 너무 높아 나…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367000" y="3448050"/>
            <a:ext cx="1778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462250" y="3448050"/>
            <a:ext cx="1587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거의 안 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184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1993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내부 &lt;style&gt;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65500" y="4171950"/>
            <a:ext cx="485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60750" y="4171950"/>
            <a:ext cx="466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하나로 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55000" y="4171950"/>
            <a:ext cx="7073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0250" y="4171950"/>
            <a:ext cx="6883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페이지마다 복사해야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367000" y="4171950"/>
            <a:ext cx="1778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462250" y="4171950"/>
            <a:ext cx="1587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연습·한 장짜리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184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1993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외부 .css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65500" y="4895850"/>
            <a:ext cx="485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60750" y="4895850"/>
            <a:ext cx="466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페이지가 공유, 캐시됨, 역할 분리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55000" y="4895850"/>
            <a:ext cx="7073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50250" y="4895850"/>
            <a:ext cx="6883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파일이 하나 늘어남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367000" y="4895850"/>
            <a:ext cx="1778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462250" y="4895850"/>
            <a:ext cx="1587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 문법 한 덩어리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선택자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속성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값;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속성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값;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실제 예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h1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#4338ca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속성: 값; — 세미콜론을 빠뜨리면 다음 줄까지 죽습니다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font-size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32px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CSS 주석은 이 모양입니다. HTML 주석(&lt;!-- --&gt;)과 다릅니다.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CSS를 붙이는 세 가지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세미콜론(;)을 빠뜨리는 것이 초보자의 오류 1위입니다.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CSS는 오류가 나도 조용합니다 — 그 줄만 무시하고 넘어갑니다.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"왜 안 먹지?" 할 때 세미콜론부터 확인하세요.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선택자 — 무엇을 고를 것인가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세 가지 기본 선택자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태그 선택자 — 그 태그 전부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#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333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클래스 선택자 — class="note"인 것 전부. 점(.)으로 시작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background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#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fef3c7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아이디 선택자 — id="lead" 하나. 샵(#)으로 시작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lead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size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전체 선택자 — 모든 요소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*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sizing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border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2.1 기본 선택자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013438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01343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선택자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94538" y="2781300"/>
            <a:ext cx="4885592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94538" y="2781300"/>
            <a:ext cx="488559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8231" y="2781300"/>
            <a:ext cx="2834054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8231" y="2781300"/>
            <a:ext cx="283405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몇 개에 적용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90385" y="2781300"/>
            <a:ext cx="615461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90385" y="2781300"/>
            <a:ext cx="615461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01343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18229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94538" y="3448050"/>
            <a:ext cx="488559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89788" y="3448050"/>
            <a:ext cx="469509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&lt;p&gt;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8231" y="3448050"/>
            <a:ext cx="283405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3481" y="3448050"/>
            <a:ext cx="264355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태그 전부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90385" y="3448050"/>
            <a:ext cx="615461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85635" y="3448050"/>
            <a:ext cx="59641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스타일 잡을 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01343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18229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.note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94538" y="4171950"/>
            <a:ext cx="488559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89788" y="4171950"/>
            <a:ext cx="469509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class="note"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8231" y="4171950"/>
            <a:ext cx="283405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3481" y="4171950"/>
            <a:ext cx="264355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90385" y="4171950"/>
            <a:ext cx="615461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85635" y="4171950"/>
            <a:ext cx="59641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대부분의 경우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01343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18229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#lead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94538" y="4895850"/>
            <a:ext cx="488559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89788" y="4895850"/>
            <a:ext cx="469509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id="lead"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8231" y="4895850"/>
            <a:ext cx="283405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3481" y="4895850"/>
            <a:ext cx="264355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90385" y="4895850"/>
            <a:ext cx="615461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85635" y="4895850"/>
            <a:ext cx="59641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JS로 잡을 때·링크 목적지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2.1 기본 선택자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스타일은 거의 항상 클래스로 줍니다.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id는 특정도가 너무 높아서(아래 참조) 나중에 덮어쓰기가 어려워집니다.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id는 JavaScript로 요소를 찾거나 href="#id" 로 이동할 때 씁니다.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관계로 고르기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card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{ }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자손 — .card 안 어디든 있는 p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card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{ }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자식 — .card 바로 아래 p만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{ }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인접 형제 — h2 바로 다음에 오는 p 하나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~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{ }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이후 형제 — h2 다음에 오는 모든 형제 p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{ }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목록 — 셋 다에 적용 (쉼표)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{ }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컴파운드 — p이면서 class="note"인 것 (붙여 씀)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{ }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class에 a와 b가 둘 다 있는 것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2.2 조합 선택자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 .note(띄어쓰기)와 p.note(붙여쓰기)는 완전히 다릅니다.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앞은 "p 안에 있는 .note", 뒤는 "p이면서 .note인 것".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공백 하나가 의미를 바꿉니다.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자주 쓰는 가상 클래스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hover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마우스를 올렸을 때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focus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outline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solid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키보드로 초점이 왔을 때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button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active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transform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scale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(.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97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}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누르고 있는 동안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disabled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background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#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eee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비활성 상태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checked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{ } 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체크된 상태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first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child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} 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첫째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last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child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border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none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막내 — 마지막 구분선 없애기에 자주 씀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child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(2n) 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background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#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f5f5f5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짝수번째 — 줄무늬 표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item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active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opacity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.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6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active가 "없는" 것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2.3 가상 클래스 — 상태로 고르기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:focus 스타일을 지우지 마세요.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outline: none 만 쓰고 대체 스타일을 안 주면 키보드 사용자는 지금 어디에 있는지 전혀 알 수 없게 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접근성에서 가장 흔하고 심각한 실수입니다.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캐스케이드 — 누가 이기는가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CSS의 C는 Cascading(폭포처럼 흘러내리는) 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캐스케이드 — 누가 이기는가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같은 요소에 여러 규칙이 걸릴 때, 세 가지 기준으로 순서대로 판정합니다.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중요도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!important 가 붙은 것이 이깁니다. (쓰지 마세요, 뒤에 설명합니다)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특정도(specificity)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더 구체적으로 지목한 선택자가 이깁니다.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순서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특정도가 같으면 나중에 쓴 것이 이깁니다.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3.1 특정도 계산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36335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3633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종류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17435" y="2781300"/>
            <a:ext cx="1353378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17435" y="2781300"/>
            <a:ext cx="135337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점수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08913" y="2781300"/>
            <a:ext cx="1043608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8913" y="2781300"/>
            <a:ext cx="1043608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3633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4583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인라인 style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7435" y="3448050"/>
            <a:ext cx="135337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12685" y="3448050"/>
            <a:ext cx="116287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08913" y="3448050"/>
            <a:ext cx="1043608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4163" y="3448050"/>
            <a:ext cx="1024558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&lt;p style="..."&gt;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13633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94583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아이디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17435" y="4171950"/>
            <a:ext cx="135337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12685" y="4171950"/>
            <a:ext cx="116287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08913" y="4171950"/>
            <a:ext cx="1043608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4163" y="4171950"/>
            <a:ext cx="1024558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#lead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13633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94583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클래스·가상클래스·속성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17435" y="4895850"/>
            <a:ext cx="135337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12685" y="4895850"/>
            <a:ext cx="116287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8913" y="4895850"/>
            <a:ext cx="1043608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04163" y="4895850"/>
            <a:ext cx="1024558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.note · :hover · [type="text"]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13633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94583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태그·가상요소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17435" y="5619750"/>
            <a:ext cx="135337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12685" y="5619750"/>
            <a:ext cx="116287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08913" y="5619750"/>
            <a:ext cx="1043608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04163" y="5619750"/>
            <a:ext cx="1024558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 · ::before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누가 이길까?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          { color: blue; }    /* 1점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.note      { color: green; }   /* 10점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p.note     { color: red; }     /* 1 + 10 = 11점  ← 이깁니다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#lead      { color: black; }   /* 100점 ← 이게 걸리면 이게 이깁니다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/*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"note"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"lead"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글자는 무슨 색일까요?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→ black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실무에서 반복해 밟는 함정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style.css 100번째 줄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@media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max-width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768px)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 .grid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모바일에서 1열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style.css 200번째 줄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.grid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repeat(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}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← 이게 이깁니다!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결과: 휴대폰에서도 3열 그대로. "왜 안 접히지?"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@media 안에 있다고 우선권이 있는 게 아닙니다.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특정도가 같으면 나중에 온 쪽이 이깁니다.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함정을 피하는 규칙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반응형 규칙은 파일 뒤쪽에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씁니다. 여러 CSS 파일을 쓴다면 responsive.css 를 마지막에 불러옵니다.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개발자도구 Elements → Styles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에서 취소선이 그어진 규칙을 보세요. 그게 진 규칙입니다. 왜 졌는지 바로 알 수 있습니다.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문제는 실제로 이 학습사이트를 포함한 여러 사이트에서 반복해 발견된 것입니다 — 여러분만 겪는 일이 아닙니다.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3.3 !important 를 쓰지 않는 이유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!important 는 모든 규칙을 이깁니다.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편해 보이지만, 나중에 그 스타일을 바꾸려면 또 !important 를 써야 하고, 그렇게 늘어나면 결국 아무도 무엇이 이기는지 모르는 CSS가 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특정도를 조절해 해결하는 것이 정석입니다.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어떤 속성은 자식에게 물려집니다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body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#333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상속됨 — 안의 모든 글자가 이 색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font-family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sans-serif;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상속됨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line-height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1.7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상속됨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border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solid;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상속 안 됨 — 테두리는 물려주지 않는다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글자 관련 속성(color, font-*, line-height, text-align)은 대체로 상속됩니다.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상자 관련 속성(margin, padding, border, background)은 상속되지 않습니다.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3.4 상속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상속 때문에 생기는 함정: h1~h6 { color: #111 } 같은 전역 규칙이 있으면, 어두운 배경 위에 올린 제목이 검은 글씨로 묻혀 안 보이게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어두운 배경 컴포넌트에서는 색을 명시해 주어야 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색과 글꼴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같은 색을 쓰는 여러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색 이름 — 140여 개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#4338ca;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16진수 — 가장 많이 씀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#43c; 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3자리 축약 (#4433cc와 같음)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rgb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67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56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빨강·초록·파랑 0~255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rgba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67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56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0.5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마지막은 투명도 0~1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hsl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245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58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%,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%);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색상·채도·밝기 — 색을 조절하기 편하다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색을 고를 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글자색과 배경색의 대비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 충분해야 합니다. 본문 글자는 4.5:1 이상이 기준입니다. 크롬 개발자도구에서 색을 클릭하면 대비율을 바로 보여 줍니다.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면과 그 위에 올라가는 것에 같은 색을 쓰지 않습니다.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배경이 --primary 인데 그 안 아이콘도 --primary 면 대비 1:1로 사라집니다.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색만으로 정보를 전달하지 않습니다.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색각 이상이 있는 사람이 못 알아봅니다 — 색 + 아이콘, 색 + 글자를 함께 씁니다.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font 관련 속성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body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font-family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'Noto Sans KR'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-apple-system,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'Malgun Gothic'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sans-serif;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           ①              ②              ③               ④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① 원하는 글꼴 ② 시스템 기본 ③ 없으면 대안 ④ 최후의 보루(종류)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앞에서부터 있는 것을 찾아 씁니다 — "폰트 스택"이라고 부릅니다.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font-size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16px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본문은 16px 아래로 내리지 않습니다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font-weight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400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100~900. 400=보통, 700=굵게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line-height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1.7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단위 없이 쓰는 게 좋습니다 (글자 크기의 배수)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letter-spacing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-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0.01em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웹폰트 불러오기 (구글 폰트)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HTML의 head에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&lt;link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rel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"preconnect"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"https://fonts.googleapis.com"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&lt;link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rel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"preconnect"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"https://fonts.gstatic.com"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crossorigin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&lt;link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"https://fonts.googleapis.com/css2?family=Noto+Sans+KR:wght@400;700&amp;display=swap"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rel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"stylesheet"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반드시 한 세트로 씁니다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p, li, td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word-break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keep-all;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어절(단어) 중간에서 끊지 않는다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overflow-wrap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break-word;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단, 공백 없는 긴 URL은 예외로 꺾는다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❌ word-break: break-word; 하나만 쓰면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"한신대학교웹프로그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래밍" 처럼 낱말 중간이 끊깁니다.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4.3 한국어 줄바꿈 — 이 수업의 표준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영어는 단어 사이에 공백이 있어 자연히 어절 단위로 끊기지만, 한국어는 조사가 붙어 어절이 길어집니다.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한국어 페이지에는 이 두 줄이 사실상 필수입니다.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학습사이트도 이 규칙을 씁니다.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나머지 자주 쓰는 것들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align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center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left | center | right | justify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decoration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none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링크 밑줄 없애기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transform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uppercase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영문 대문자로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white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space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line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소스의 줄바꿈을 화면에 반영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opacity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0.6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투명도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cursor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pointer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마우스 커서를 손가락으로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시간의 실습 2개 — 학습사이트의 코드 실습장에서 직접 치고 실행합니다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·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CSS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h1은 파란색 36px, class="intro"인 것은 굵은 글씨에 연노랑 배경, id="lead"인 것은 글자 20px가 되도록 CSS를 쓰세요.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태그는 그냥, 클래스는 앞에 점(.), 아이디는 앞에 샵(#)을 붙입니다.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h1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#2563eb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font-size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36px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.intro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font-weight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bold;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background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#fef3c7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#lead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font-size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20px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· 심화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CSS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본문 읽기 설정을 갖추세요. body에 글꼴 스택·16px·줄 간격 1.7·글자색을 주고, 문단과 목록에 한국어 줄바꿈 규칙(keep-all + break-word)을 적용하고, 링크의 밑줄을 없앤 뒤 마우스를 올렸을 때만 밑줄이 나오게 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font-family는 여러 개를 쉼표로 나열해 앞에서부터 찾아 쓰게 합니다. :hover 를 씁니다.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모범답안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body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font-family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'Noto Sans KR'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-apple-system,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'Malgun Gothic'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sans-serif;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font-size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16px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line-height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1.7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#111827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p, li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word-break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keep-all;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overflow-wrap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break-word;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모범답안 (2/2)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a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#4338ca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text-decoration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none;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hover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text-decoration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underline;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6주차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6주차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6주차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CSS3 기본 이해 및 스타일링 시작 — 이 시간에 다룬 것을 학습사이트에서 다시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3340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주차 페이지의 절마다 「이해했어요 · 실습했어요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2개를 실습장에서 「확인」 까지 — 「실습했어요」 체크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3627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퀴즈 5 「퀴즈 5 — CSS3 기본 이해와 스타일링」 응시 (성적 미반영 · 학습 확인용)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또는 패들릿에 — 30분 넘게 혼자 막혀 있지 않기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다음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7주차 · CSS3 기본 속성 활용하기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