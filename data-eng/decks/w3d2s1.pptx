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3-2 · Pandas를 활용한 데이터 분석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그룹 집계·결합의 원리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묶고, 붙이고, 시간축으로 접는 세 동작의 원리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groupby 의 분할–적용–결합 세 단계를 말로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명명 집계(agg)로 결과 열 이름을 내가 정한다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merge 의 how 네 가지를 SQL JOIN 에 대응시킨다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조인에서 행이 불어나는 사고와 validate 를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1.5H 실습에서 키를 일부러 중복시켜 행이 불어나는 것을 직접 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groupby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groupby — 나누고, 계산하고, 모은다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분할 split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시험지를 반별로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나눠 쌓는다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3095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적용 apply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955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290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반마다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평균을 낸다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74750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결합 combine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9761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094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결과를 한 표로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모은다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결과의 행 수 = 그룹 개수 — SQL GROUP BY 와 같다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2-2 에서 배운 SQL GROUP BY 와 같은 동작 — 도구만 바뀌었으니 그때 잡은 감각 그대로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이론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groupby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명명 집계 — 결과 열 이름을 내가 정한다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방법 A — 리스트로 넘기기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 이름이 두 겹(MultiIndex)으로 나온다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agg({'amount': ['sum', 'mean']})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열 ('amount','sum') · ('amount','mean')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단계에서 계속 걸림돌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방법 B — 명명 집계(권장)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겹, 이름도 내가 정한 대로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agg(orders=('order_id', 'count'), …)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total=('amount', 'sum')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열 orders · total · avg_price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merge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merge — how 네 가지와 SQL JOIN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70027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SQL 로 치면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inner (기본)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 다 있는 키만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INNER JOIN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left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719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719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왼쪽 전부 + 짝이 있으면 오른쪽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LEFT JOIN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right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958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958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오른쪽 전부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RIGHT JOIN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outer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6197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6197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 전부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6197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6197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FULL OUTER JOIN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파이프라인에서는 left 를 가장 많이 쓴다 — 원본 행은 잃지 않고, 붙일 수 있는 정보만 붙인다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이론 1H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merge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조인에서 행이 불어나는 사고 — 오류도 나지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키가 한쪽에서 중복되면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행이 여러 행과 짝지어져 행이 불어난다 — 오류는 하나도 없다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부풀려진 SUM · 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2-4 의 COUNT(DISTINCT) 문제와 같다 — 잘못된 숫자를 보고하게 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최소한의 방어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결합 전후 행 수 비교 · validate='many_to_one' 이면 즉시 오류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규칙 한 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조인했으면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행 수 확인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validate 값: 'one_to_one' · 'one_to_many' · 'many_to_one' · 'many_to_many' — 오류로 멈추는 것이 틀린 숫자보다 낫다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pivot_table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pivot_table — 두 축의 교차표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인자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index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축이 될 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columns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719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719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 축이 될 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values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958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958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칸을 채울 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aggfunc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6197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6197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어떻게 접을지 (sum · mean · count)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fill_value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3436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3436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조합이 없는 칸을 무엇으로 채울지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피벗은 재배열할 뿐 총합을 바꾸지 않는다 — 「교차표 총합 == 원본 총합」으로 실수를 잡는다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이론 1H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resample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resample — 시간 단위로 다시 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빈도 문자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719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719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 (일요일 기준)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958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958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6197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6197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3436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3436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매일 쓴 용돈 기록을 주 단위로 합산해 보는 것과 같다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인덱스가 날짜 타입일 때만 된다 — set_index 로 먼저 올린다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이론 1H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resample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resample 은 접고, rolling 은 유지한다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resample — 시간 상자에 다시 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행이 접힌다 — 일·주·월 단위로 행 수가 줄어든다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빈도 문자 D · W · ME · h · min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 인덱스일 때만 동작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행 수 = 시간 상자 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rolling — 최근 N개의 평균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수를 유지한 채 창 평균을 옆에 붙인다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수는 그대로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「최근 N개의 평균」을 붙인다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2-2 의 Window Function 과 같은 발상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groupby 는 나누고·계산하고·모은다 — 결과 행 수는 그룹 수와 같다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집계는 명명 집계 agg(새이름=(열, 함수)) 로 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merge 는 대개 how='left' — 결합 전후 행 수를 반드시 비교한다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validate='many_to_one' 이 행 불어남을 오류로 잡아 준다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pivot_table 의 총합은 원본 총합과 같아야 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resample 은 접고, rolling 은 유지한다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이론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3-2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집계·결합·피벗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3-1 산출물에 고객 마스터를 붙이고, 일부러 키를 중복시켜 행이 불어나는 것을 직접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make_customers.py 로 고객 마스터 200명 생성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명명 집계로 카테고리별 요약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validate 로 결합하고 전후 행 수 비교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지역×카테고리 교차표와 melt·pivot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orders_step1.parquet 와 venv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