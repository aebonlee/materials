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8-5 · 데이터 파이프라인 구축 및 최종 RAG 챗봇 개발 · 이론 1H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최종 아키텍처 점검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8주를 한 장으로, 배치와 실시간이 만나는 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8주 전 구간을 하나의 아키텍처 그림으로 그려 데이터 흐름을 설명한다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배치(DAG)와 실시간(챗봇)이 Qdrant 컬렉션 하나로 만나는 구조를 말한다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8-3 버전에서 최종본으로 진화하는 다섯 가지를 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전 구간을 관통하는 엔드투엔드 검증이 왜 강한지 설명한다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오늘은 새 기술을 배우지 않습니다 — 8주의 조각을 하나의 시스템으로 묶는 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8-5 · 이론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1. 8주를 한 줄로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여덟 주 — 배운 것과 최종 시스템에서의 자리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주차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50825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무엇을 배웠나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064240" y="2781300"/>
            <a:ext cx="60807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0" y="2781300"/>
            <a:ext cx="60807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최종 시스템에서의 자리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76250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5720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1주 Linux·Docker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448050"/>
            <a:ext cx="508254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8850" y="3448050"/>
            <a:ext cx="48920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컨테이너·Compose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064240" y="3448050"/>
            <a:ext cx="60807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9490" y="3448050"/>
            <a:ext cx="58902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 구성 요소가 컨테이너로 뜬다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3969544"/>
            <a:ext cx="476250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3969544"/>
            <a:ext cx="45720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2주 DB·수집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3969544"/>
            <a:ext cx="508254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3969544"/>
            <a:ext cx="48920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SQL·크롤링·ERD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064240" y="3969544"/>
            <a:ext cx="60807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9490" y="3969544"/>
            <a:ext cx="58902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원천에서 데이터를 가져온다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491038"/>
            <a:ext cx="476250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491038"/>
            <a:ext cx="45720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3주 Pandas·DuckDB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4491038"/>
            <a:ext cx="508254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8850" y="4491038"/>
            <a:ext cx="48920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 다루기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064240" y="4491038"/>
            <a:ext cx="60807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59490" y="4491038"/>
            <a:ext cx="58902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변환 로직의 기초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012531"/>
            <a:ext cx="476250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012531"/>
            <a:ext cx="45720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4주 Lake·Iceberg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5012531"/>
            <a:ext cx="508254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8850" y="5012531"/>
            <a:ext cx="48920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MinIO·테이블 형식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064240" y="5012531"/>
            <a:ext cx="60807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159490" y="5012531"/>
            <a:ext cx="58902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원본 보관(Lake)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5534025"/>
            <a:ext cx="476250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5534025"/>
            <a:ext cx="45720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5주 Spark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0" y="5534025"/>
            <a:ext cx="508254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38850" y="5534025"/>
            <a:ext cx="48920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분산 처리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064240" y="5534025"/>
            <a:ext cx="60807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159490" y="5534025"/>
            <a:ext cx="58902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대용량 변환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055519"/>
            <a:ext cx="476250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055519"/>
            <a:ext cx="45720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6주 Kafka·CDC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3600" y="6055519"/>
            <a:ext cx="508254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38850" y="6055519"/>
            <a:ext cx="48920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스트리밍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064240" y="6055519"/>
            <a:ext cx="60807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159490" y="6055519"/>
            <a:ext cx="58902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실시간 수집 경로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43000" y="6577012"/>
            <a:ext cx="476250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38250" y="6577012"/>
            <a:ext cx="45720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7주 LLM·RAG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943600" y="6577012"/>
            <a:ext cx="508254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038850" y="6577012"/>
            <a:ext cx="48920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임베딩·검색·생성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1064240" y="6577012"/>
            <a:ext cx="60807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159490" y="6577012"/>
            <a:ext cx="58902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VectorDB 와 챗봇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43000" y="7098506"/>
            <a:ext cx="476250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38250" y="7098506"/>
            <a:ext cx="45720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8주 Airflow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943600" y="7098506"/>
            <a:ext cx="508254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038850" y="7098506"/>
            <a:ext cx="48920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오케스트레이션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1064240" y="7098506"/>
            <a:ext cx="60807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159490" y="7098506"/>
            <a:ext cx="58902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전부를 자동으로 잇는다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1주의 컨테이너 위에 2~7주의 조각이 올라가고, 8주 Airflow 가 전부를 자동으로 잇는다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8-5 · 이론 1H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2. 전체 아키텍처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배치 흐름 — Airflow 가 매일 자동으로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수집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원천에서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가져온다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6433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Lake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293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MinIO 에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원본 보관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41426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변환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4286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621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Spark /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Python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66419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임베딩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9279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2614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문서를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벡터로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391412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Qdrant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4272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7607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컬렉션에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쓴다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실시간 흐름은 반대편 — 질문 → 임베딩 → Qdrant 검색 → LLM → 답변 + 출처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두 흐름은 서로를 모른다 — 만나는 곳은 Qdrant 의 컬렉션 하나뿐, DAG 는 쓰고 챗봇은 읽는다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8-5 · 이론 1H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2. 전체 아키텍처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주방(배치)과 홀(실시간) — 같은 진열대를 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배치 — Airflow 가 매일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원천 → 수집 → Lake → 변환 → 임베딩 → Qdrant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DAG 가 컬렉션에 쓴다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주방이 멈춰도 진열대에 있는 것은 남는다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DAG 가 실패해도 챗봇은 계속 답한다(내용은 낡는다)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실시간 — 사람이 쓸 때마다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질문 → 임베딩 → Qdrant 검색 → LLM → 답변 + 출처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챗봇이 컬렉션에서 읽는다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한쪽을 고쳐도 다른 쪽을 멈추지 않는다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「얼마나 낡았나」는 payload 의 적재 시각으로 안다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8-5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3. 무엇이 진화하는가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8-3 버전에서 최종본으로 — 다섯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항목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781300"/>
            <a:ext cx="57226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781300"/>
            <a:ext cx="57226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8-3 버전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04120" y="2781300"/>
            <a:ext cx="70408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04120" y="2781300"/>
            <a:ext cx="70408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최종본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수집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4480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8650" y="34480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DOCS 상수 고정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04120" y="3448050"/>
            <a:ext cx="70408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99370" y="3448050"/>
            <a:ext cx="68503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incoming/ 폴더의 파일을 읽음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스케줄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41719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8650" y="41719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None (수동만)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04120" y="4171950"/>
            <a:ext cx="70408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99370" y="4171950"/>
            <a:ext cx="68503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@daily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재시도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48958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8650" y="48958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없음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04120" y="4895850"/>
            <a:ext cx="70408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99370" y="4895850"/>
            <a:ext cx="68503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retries=2, 3분 간격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포인트 id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56197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8650" y="56197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순번(enumerate)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04120" y="5619750"/>
            <a:ext cx="70408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99370" y="5619750"/>
            <a:ext cx="68503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내용 기반 uuid5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빈 입력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43400" y="63436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38650" y="63436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오류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104120" y="6343650"/>
            <a:ext cx="70408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199370" y="6343650"/>
            <a:ext cx="68503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건너뛰고 정상 종료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순번 id 는 문서 순서가 바뀌면 엉뚱한 자리를 덮어쓴다 — 내용 기반 uuid5 는 몇 번을 돌려도 한 건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8-5 · 이론 1H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3. 무엇이 진화하는가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멱등 id — 경로로도 내용으로도 만들 수 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순번(enumerate)이면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문서 순서가 바뀔 때 엉뚱한 자리를 덮어쓴다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내용 기반 uuid5 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문서는 항상 같은 id — 몇 번을 돌려도 한 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7-4 에서 이미 했던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경로로 만들던 id 를 내용으로 만드는 것뿐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코드 한 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uuid5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내용 기반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8-5 · 이론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4. 엔드투엔드 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검사 하나로 일곱 구간을 관통한다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질문 하나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「새 문서가 답변에 나오는가」 — 어디가 끊겨도 실패하므로 가장 강한 검사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통과하면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수집·저장·변환·임베딩·적재·검색·생성 일곱 구간이 전부 살아 있다는 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실패하면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Grid 와 로그로 어디서 끊겼는지 좁혀 간다 — 태스크를 나눠 둔 것이 여기서 값을 한다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배포할 때마다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 검증을 돌린다 — 사람이 매번 눈으로 확인하는 것보다 확실하다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8-5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1시간에서 꼭 가져갈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배치와 실시간은 저장소 하나를 사이에 두고 만난다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두 흐름이 서로를 모르게 두는 것이 좋은 설계다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멱등 id 는 경로로도 내용으로도 만들 수 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전 구간을 관통하는 검증 하나가 단계별 확인보다 강하다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자동화의 목적은 「사람이 안 봐도 돌게」 만드는 것이다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8-5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8-5 · 이론 1H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통합 구축 실습 (1.5H)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최종 DAG 를 완성하고, 챗봇에 출처·갱신 시각·지식베이스 상태를 붙여 두 흐름이 만나는 지점을 화면으로 확인합니다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전 구성 요소 전수 점검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rag_pipeline_final — @daily·재시도·uuid5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근거에 적재 시각, 사이드바에 문서 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설정을 한곳에, 컬렉션 이름 세 곳 대조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Airflow·Qdrant 기동 · 8-4 가상환경과 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