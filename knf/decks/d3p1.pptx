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1교시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전통 품질 기법과 생성형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펼치기는 AI, 판정은 데이터와 현장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5Why·특성요인도·4M1E·QC 7도구·FMEA 의 쓰임을 구별한다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는 가설을 펼치고, 판정은 데이터와 현장이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균열 특성요인도 초안을 AI 로 받아 현장 지식으로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어제 찾은 「SF-02 가 8/10 무렵부터 나빠졌다」에서 「왜」로 들어갑니다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도구마다 맡은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원인분석 기법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답하는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일어났나 — 한 줄기를 끝까지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사슬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특성요인도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후보가 어디어디 있을 수 있나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지도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4M1E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나눌 칸은 무엇인가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범주별 후보 목록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QC 7도구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무엇을 볼 것인가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표·그래프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FMEA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일어난 고장을 미리 막으려면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 우선순위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하나로 다 하려 하지 말고, 질문에 맞는 도구를 고른다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5Why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「왜?」를 거듭 물어 대책이 나오는 깊이까지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기계 정지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과부하로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퓨즈 끊어짐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윤활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베어링에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기름이 모자람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펌프 불량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윤활 펌프가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제대로 안 돎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 마모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펌프 축이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닳았다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거름망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쇳가루가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약점: 첫 대답이 틀리면 아래가 다 틀린다 — 대답마다 [사실]/[추정]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널리 알려진 예 — 퓨즈를 가는 대신 거름망을 다는 대책이 나온다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특성요인도 · 4M1E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생선 뼈의 큰 뼈 = 서랍 다섯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소결에서 떠올릴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작업자·교대·작업 준수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장입 방법, 교대 습관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설비·계측기·보전 상태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히터, 열전대, 보전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Material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원료·로트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로트, 분말 특성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Method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작업표준·공정 조건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프로파일, 유지 시간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Environment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온도·습도 등 주변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계절, 성형실 습도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측정(Measurement)을 한 칸 더 두는 5M1E·6M 도 있다 — 오늘은 측정 칸을 따로 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QC 7도구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데이터를 보는 기본 공구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체크시트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현장에서 빠르게 세어 기록 — 불량 기록이 그 결과물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0521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052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파레토도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052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052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많은 것부터 차례로 늘어놓아 중요한 소수 찾기 — 2일차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33863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3386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특성요인도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3386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3386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후보를 범주별로 펼치기 — 오늘 1교시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07206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07206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07206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07206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퍼진 모양 보기 — 2일차 Cpk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548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8054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58054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58054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값이 함께 움직이는지 — 2일차 상관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538912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5389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65389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65389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설비·교대·로트로 나눠 비교 — 오늘 2·4교시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72338"/>
            <a:ext cx="2857500" cy="61912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72723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그래프·관리도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0500" y="72723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72723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시간에 따른 변화와 이상 신호 — 2일차 추세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FMEA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아직 안 일어난 고장을 미리 막는 예방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심각도 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고장이 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 큰 피해인가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발생도 O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 자주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일어날 수 있나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검출도 D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나가기 전에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잡아낼 수 있나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RPN(S×O×D) → AP 조치 우선순위(AIAG·VDA, 2019) — 오늘 찾은 원인은 재발 방지 때 한 줄로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6. 생성형 AI 와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펼치기는 AI, 판정은 데이터와 현장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— 발산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빠르고 넓게 펼치는 브레인스토밍 파트너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 만에 여섯 칸 초안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놓친 칸을 채운다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공장 사정은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데이터·현장 — 수렴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그럴듯한 후보 중 실제 원인을 가려낸다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숫자로 확인 안 되면 가설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변경점은 현장만 안다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목록은 정답이 아닌 후보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균열로 세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파일은 올리지 않습니다 — 공정 설명만으로 후보를 펼칩니다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AI 초안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6칸 특성요인도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확인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현장 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○ 확인 가능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△ 현장 · × 해당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5Why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묻고 팀이 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[추정]에서 멈춤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넓게 펼치는 특성요인도, 깊게 파는 5Why — 펼친 뒤 판다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목록은 후보 목록 — 원인은 데이터로 확인한 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「최근에 바뀐 것」을 따로 적는다 — 시작 날짜와 겹치는 변경점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 칸을 따로 두어야 계측기·센서 문제가 떠오른다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공정 조건·설비 사양은 AI 대화창에 적지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불량 유형 분석 (2교시)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기록을 설비 × 8/10 전/후 × 불량유형으로 쪼개, 무엇이 가장 늘었는지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기간구분 열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유형 피벗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일평균으로 바꿔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비고 메모를 AI 로 분류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특성요인도와 5Why [추정] 확인 목록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