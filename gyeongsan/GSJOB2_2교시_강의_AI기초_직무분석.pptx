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1부 · 2교시 · 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741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 기초와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85647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14:25~15:20 · 강사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698658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AI가 잘하는 것과 조심할 것을 압니다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열고 안전수칙을 지키며 씁니다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칸([역할]~[조건])으로 부탁합니다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· 직무기술서에서 핵심 직무역량을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직무분석 메모(필요 역량 · 핵심 키워드)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① · 생성형 AI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신입 인턴입니다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아는 것은 많지만 내 사정은 모릅니다 — 알려 준 만큼 일하고, 모르면 그럴듯하게 지어냅니다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AI의 세 가지 성격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것과 조심할 것을 함께 압니다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 정리는 빠릅니다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긴 공고를 쉬운 말로 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표로 정리하는 데 강합니다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묻는 대로 답합니다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부탁이 막연하면 답도 막연하고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구체적이면 답도 구체적입니다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지어낼 때가 있습니다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모르는 경력 · 숫자 ·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사실처럼 써 넣기도 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여는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화면 모양과 메뉴 이름은 서비스마다, 시기마다 바뀔 수 있습니다 — 무료 개인 계정이면 충분합니다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평소 쓰는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계정으로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대화창에서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화면에서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복사한 프롬프트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안전수칙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대화창에 넣지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「저는 ○○입니다」 대신 나이대만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 · 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연락처 칸은 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사진 · 증명서 이미지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올리지 않습니다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이력서의 개인 정보 칸은 AI 밖에서, 내 손으로 채웁니다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프롬프트 기본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[자료] [과업] [형식] [조건]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[자료]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보고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번호 붙여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모양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[조건]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지킬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비어 있는 칸은 AI가 알아서 채웁니다 — 알아서 채운 자리가 엉뚱한 답이 나오는 자리입니다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부탁,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 분석해줘」 한 줄과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줄 부탁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누구에게나 하는 일반론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공고 분석해줘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공고를 그대로 요약한 답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무엇을 준비할지는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할 일이 보이는 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[역할] 직무분석 전문가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[과업] 역량 3 · 키워드 5 · 흥미 유형 연결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[조건] 공고에 없으면 「공고에 없음」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② · 직무분석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회사가 보낸 질문지입니다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회사가 찾는 사람이 공고에 적혀 있습니다 — 그 낱말로 내 경험을 쓰면 읽는 사람이 바로 알아봅니다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공고를 읽는 네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네 칸부터 찾아 표시합니다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입사하면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매일 할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없으면 어려운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필수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있으면 앞서는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지역 · 시간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고용 형태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시연 · 연습용 가상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(가상) 대경로지스 — 물류관리 사무원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4480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8610" y="34480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및 전산 입력 / 거래처 주문 확인 · 배차 조율 / 재고 현황 점검 및 월간 보고 / 현장 작업자와 일정 소통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1719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41719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컴퓨터 활용 가능(엑셀) / 원활한 의사소통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8958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8958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영업관리 경력자 / 거래처 관리 경험 / 운전면허 소지자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6197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56197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정규직 · 주 5일 · 09:00~18:00 · 급여 회사 내규에 따름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「연습 재료」에서 복사합니다 — 실제 공고가 없는 분은 이 공고로 따라 합니다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직무기술서와 NCS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짧을 때 더 볼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붙은 직무기술서가 있으면 「필요 지식 · 기술 · 태도」를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NCS(국가직무능력표준) 사이트 ncs.go.kr 에서 직무별 능력단위를 찾아봅니다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직종 공고 두세 개를 나란히 보면 공통 역량이 드러납니다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흥미 유형의 강점 낱말과 겹치는 역량에 표시합니다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찾은 역량이 3교시 이력서 · 자기소개서의 뼈대가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L2-1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— 핵심 역량 · 키워드 찾기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공고를 붙이고, 역량 · 키워드 · 흥미 유형 연결을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채용 경력 많은 직무분석 전문가 [자료] 공고의 주요 업무 · 자격 요건 · 우대 사항 · 내 흥미 유형 [과업] ① 핵심 역량 3가지 ② 서류에 살릴 키워드 5개 ③ 흥미 유형과의 연결 두 줄 [형식] 표 — 역량 · 공고 근거 문장 · 내가 준비할 것 [조건] 공고에 없으면 「공고에 없음」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근거 문장이 실제 공고에 있는지 대조합니다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시연 결과 예시 · 최정우(가명, 52)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섬유회사 영업관리 22년 → 물류관리 사무원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역량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일정 조율력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/ 배차 조율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22년 납기 일정 조율 경험을 사례 하나로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재고 · 전산 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현황 점검 · 월간 보고 / 전산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엑셀 활용 수준 — 확인 필요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거래처 소통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주문 확인 · 우대: 거래처 관리 경험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40여 곳 관리 · 클레임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예시입니다 — 실제 AI 답은 조금씩 다르게 나옵니다. 근거 문장이 공고에 있는지 꼭 대조합니다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03600"/>
            <a:ext cx="4000500" cy="1244600"/>
          </a:xfrm>
          <a:prstGeom prst="roundRect">
            <a:avLst>
              <a:gd name="adj" fmla="val 459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03600"/>
            <a:ext cx="57150" cy="12446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517900"/>
            <a:ext cx="34671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역량 3가지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공고 근거 문장과 함께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03600"/>
            <a:ext cx="12001500" cy="124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5900" y="4025900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47815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47815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48958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키워드 5개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서류에 그대로 살릴 낱말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3500" y="47815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43000" y="57086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57086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9700" y="58229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흥미 유형과의 연결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두 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43500" y="57086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43000" y="66357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6357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67500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보완할 것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자격 · 경험 · 공부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0" y="66357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메모장 · 한글 · 워드 파일에 붙여 두고, 한 줄은 패들릿 「2교시 강의 · 나누기」에 올립니다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나왔으면 잘된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역량마다 실제 공고의 근거 문장이 붙어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없는 급여 · 복지 숫자가 끼어 있지 않다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5개가 공고에 실제로 나오는 낱말이다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유형과의 연결이 내 결과지와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넣지 않았다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AI와 직무 읽기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정리를 돕고, 판단과 사실 확인은 내가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인턴 — 다섯 칸으로 부탁합니다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질문지 — 주요 업무 · 자격 · 우대 ·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직무기술서 · NCS로 필요한 역량을 더 찾습니다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메모를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휴식 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 · AI와 함께 이력서 · 자기소개서 · 면접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