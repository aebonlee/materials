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4-1 · MinIO 오브젝트 스토리지 구축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CLI 와 S3 API 활용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버킷·키를 손으로, 그다음 boto3 로 같은 저장소를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alias set → mc mb → mc ls 로 raw·warehouse 버킷을 만든다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cp 로 올린 파일을 mc cat 과 웹 콘솔 양쪽에서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dt=날짜 키로 올려 슬래시가 폴더가 아님을 --recursive 로 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boto3 로 같은 저장소를 다루고 4-3 랜딩 존에 첫 파일을 올린다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컨테이너 안에서는 localhost 가 아니라 서비스 이름 minio 로 접근합니다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mc 다섯 번, 파이썬 한 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호스트의 ./data 폴더가 mc 컨테이너의 /data 에 마운트되어 있습니다 — 파일은 data/ 에 만듭니다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등록·버킷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alias set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mb raw·warehouse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올리고 읽기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cp · mc ls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cat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슬래시 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dt=2026-08-01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--recursive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boto3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s3_demo.py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endpoint_url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랜딩 존·과제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raw/orders/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mirror · rm · du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핵심 명령 — 등록 · 버킷 · 올리기 · 읽기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서버 등록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28827" y="27813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1227" y="27813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alias set local http://minio:9000 minioadmin minioadmin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버킷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28827" y="34290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1227" y="34290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mb local/raw · mc mb local/warehouse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28827" y="40767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81227" y="40767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ls local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올리기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28827" y="47244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81227" y="47244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cp /data/hello.txt local/raw/hello.txt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읽기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28827" y="53721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81227" y="53721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cat local/raw/hello.txt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모든 mc 명령 앞에 docker compose exec mc 가 붙는다 — mb 확인: Bucket created successfully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슬래시 키로 올려 두 화면을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웹 콘솔 — 폴더처럼 접혀 보인다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도구가 접두사를 나눠 보여 줄 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raw/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버킷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171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orders/ dt=…/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167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517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접혀 보임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423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part-0.csv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568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03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오브젝트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ls --recursive — 키 전체 한 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저장은 평평하다 — 오늘의 핵심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orders/dt=2026-08-01/part-0.csv</a:t>
            </a:r>
          </a:p>
        </p:txBody>
      </p:sp>
      <p:sp>
        <p:nvSpPr>
          <p:cNvPr id="30" name="Oval 2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orders/dt=2026-08-02/part-0.csv</a:t>
            </a:r>
          </a:p>
        </p:txBody>
      </p:sp>
      <p:sp>
        <p:nvSpPr>
          <p:cNvPr id="32" name="Oval 31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접두사로 거르기 — …/dt=2026-08-01/ 만</a:t>
            </a:r>
          </a:p>
        </p:txBody>
      </p:sp>
      <p:sp>
        <p:nvSpPr>
          <p:cNvPr id="34" name="Oval 33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실습 1H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빈 폴더 만들기 — 실패해야 정상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이론의 「빈 폴더를 만들 수 없다」를 직접 봅니다 — 오브젝트가 있어야 경로가 존재합니다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50800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없는 접두사 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ls local/raw/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empty-folder/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4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04000" y="3924300"/>
            <a:ext cx="50800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실패 = 정상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3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오브젝트가 없으면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경로도 없다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65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65000" y="3924300"/>
            <a:ext cx="50800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65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이유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74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폴더가 아니라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이름표의 일부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실습 1H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파이썬 boto3 로 같은 저장소를 다룬다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venv 만들고 boto3 설치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~/lakehouse → python3 -m venv .venv → pip install boto3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s3_demo.py — 클라이언트 하나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호스트에서 실행하니 endpoint_url=http://localhost:9000 · 키는 minioadmin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목록 · 올리기 · 읽기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list_buckets · list_objects_v2(Prefix) · put_object · get_object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endpoint_url 을 지우면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진짜 AWS S3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코드는 그대로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5·6단계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랜딩 존과 미니 과제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70027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할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5. 랜딩 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orders_2026-08-01.csv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cp → raw/orders/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cat 에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헤더 포함 3줄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6-1 mirror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mirror /data local/raw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rsync 같은 동작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data/ 전체가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버킷에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6-2 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rm local/raw/hello.txt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콘솔에서도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사라짐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6-3 boto3 집계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6197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6197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paginator 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개수·총 용량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N개 · bytes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paginator 를 쓰는 이유 — list_objects_v2 는 한 번에 최대 1,000개만 돌려준다 (수만 개면 필수)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실습 1H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ls local 에 raw/ 와 warehouse/ 두 버킷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cat local/raw/hello.txt 가 「hello object storage」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--recursive 목록에 orders/dt=2026-08-01/part-0.csv 가 한 줄로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python3 s3_demo.py 끝에 「written by boto3」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raw/orders/ 아래 orders_2026-08-01.csv — 4-3 의 첫 배치 파일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4-1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명령을 한 표로 정리하고, 4-2 에서 이어 쓸 상태를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명령 요약 한 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4-2 준비 상태 점검 명령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4-2 Iceberg 예고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버킷 2개 · raw/orders/ 첫 파일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