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1-5 · Docker Compose 이해하고 사용하기 · 정리·회고 0.5H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2247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0" b="1" spc="-280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1주차 총정리 ·</a:t>
            </a:r>
          </a:p>
          <a:p>
            <a:pPr algn="l">
              <a:lnSpc>
                <a:spcPct val="105000"/>
              </a:lnSpc>
            </a:pPr>
            <a:r>
              <a:rPr sz="7500" b="1" spc="-280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산출물 제출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362700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손으로 하던 일을 파일로 옮겨 적어 두면 재현된다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1주차 다섯 차시가 남긴 결과물을 한 표로 되짚는다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Compose 명령 여덟 개를 요약 표로 정리한다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셋의 원인과 해결을 확인한다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환경을 정돈하고 산출물 제출을 확인한다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2주차부터는 이 위에 진짜 데이터를 얹습니다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1-5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1주차에 지나온 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스크립트 → Dockerfile → Compose, 다섯 차시가 남긴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차시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781300"/>
            <a:ext cx="68427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781300"/>
            <a:ext cx="6842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배운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64140" y="2781300"/>
            <a:ext cx="68808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64140" y="2781300"/>
            <a:ext cx="68808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남은 결과물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1-1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448050"/>
            <a:ext cx="6842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8530" y="3448050"/>
            <a:ext cx="6652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리눅스 명령과 파이프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64140" y="3448050"/>
            <a:ext cx="6880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59390" y="3448050"/>
            <a:ext cx="6690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access.log · hello.sh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1-2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4171950"/>
            <a:ext cx="6842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8530" y="4171950"/>
            <a:ext cx="6652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쉘 스크립트와 종료 코드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64140" y="4171950"/>
            <a:ext cx="6880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59390" y="4171950"/>
            <a:ext cx="6690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backup.sh 등 스크립트 5종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1-3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4895850"/>
            <a:ext cx="6842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8530" y="4895850"/>
            <a:ext cx="6652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이미지·컨테이너·볼륨·포트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64140" y="4895850"/>
            <a:ext cx="6880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59390" y="4895850"/>
            <a:ext cx="6690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pgdata 볼륨 · 도커 명령 감각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1-4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80" y="5619750"/>
            <a:ext cx="6842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8530" y="5619750"/>
            <a:ext cx="6652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Dockerfile 과 레이어 캐시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64140" y="5619750"/>
            <a:ext cx="6880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59390" y="5619750"/>
            <a:ext cx="6690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app/ 폴더 · data-app 이미지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1-5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83280" y="6343650"/>
            <a:ext cx="6842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8530" y="6343650"/>
            <a:ext cx="6652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Compose 로 환경 전체 정의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64140" y="6343650"/>
            <a:ext cx="6880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59390" y="6343650"/>
            <a:ext cx="6690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yml · README.md (산출물)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 주를 관통한 생각은 하나 — 손으로 하던 일을 파일로 옮겨 적어 두면 언제든 똑같이 재현된다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1-5 · 정리·회고 0.5H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1주차가 이어지는 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이번 주에 익힌 것이 2~8주차에서 다시 나온다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1주차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2781300"/>
            <a:ext cx="102412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781300"/>
            <a:ext cx="102412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이어지는 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1-1 grep · tail · 파이프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3448050"/>
            <a:ext cx="102412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8970" y="3448050"/>
            <a:ext cx="10050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 · 5 · 6 · 8주차 — 컨테이너 로그를 걸러 읽는다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1-2 종료 코드 · cron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4171950"/>
            <a:ext cx="102412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8970" y="4171950"/>
            <a:ext cx="10050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5-5 마트 스크립트 → 8주차 Airflow 가 재시도 판단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1-3 run · -p · exec · 볼륨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4895850"/>
            <a:ext cx="102412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8970" y="4895850"/>
            <a:ext cx="10050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2주차 MySQL · MongoDB 기동 · 4-1 minio-data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1-4 이미지에 비밀값 금지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03720" y="5619750"/>
            <a:ext cx="102412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98970" y="5619750"/>
            <a:ext cx="10050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4-2 · 7-1 — API 키는 .env 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1-5 Compose · 서비스 이름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03720" y="6343650"/>
            <a:ext cx="102412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8970" y="6343650"/>
            <a:ext cx="10050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 MinIO · 5 Spark · 6 Kafka · 8 Airflow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healthcheck 와 Dockerfile 직접 빌드는 이후 주차에 다시 나오지 않는다 — 심화 과제로 익혀 둔다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1-5 · 정리·회고 0.5H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Compose 명령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전부 docker compose 뒤에 붙인다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6827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2781300"/>
            <a:ext cx="92811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781300"/>
            <a:ext cx="92811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명령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668274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64922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문법 검사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448050"/>
            <a:ext cx="92811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9090" y="3448050"/>
            <a:ext cx="90906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config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969544"/>
            <a:ext cx="668274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969544"/>
            <a:ext cx="64922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기동 (빌드 포함)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3969544"/>
            <a:ext cx="92811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9090" y="3969544"/>
            <a:ext cx="90906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 -d --build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491038"/>
            <a:ext cx="668274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491038"/>
            <a:ext cx="64922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상태 확인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4491038"/>
            <a:ext cx="92811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9090" y="4491038"/>
            <a:ext cx="90906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ps -a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012531"/>
            <a:ext cx="668274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012531"/>
            <a:ext cx="64922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로그 보기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5012531"/>
            <a:ext cx="92811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9090" y="5012531"/>
            <a:ext cx="90906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logs 서비스명 (-f 실시간)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534025"/>
            <a:ext cx="668274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5534025"/>
            <a:ext cx="64922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안으로 들어가기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5534025"/>
            <a:ext cx="92811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9090" y="5534025"/>
            <a:ext cx="90906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exec 서비스명 bash (없으면 sh)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055519"/>
            <a:ext cx="668274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055519"/>
            <a:ext cx="64922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 서비스만 재시작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6055519"/>
            <a:ext cx="92811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9090" y="6055519"/>
            <a:ext cx="90906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restart 서비스명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6577012"/>
            <a:ext cx="668274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8250" y="6577012"/>
            <a:ext cx="64922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정지·삭제 (볼륨 유지)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63840" y="6577012"/>
            <a:ext cx="92811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9090" y="6577012"/>
            <a:ext cx="90906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down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7098506"/>
            <a:ext cx="668274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7098506"/>
            <a:ext cx="64922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볼륨까지 삭제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63840" y="7098506"/>
            <a:ext cx="92811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59090" y="7098506"/>
            <a:ext cx="90906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down -v (되돌릴 수 없음)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docker-compose.yml 이 있는 폴더에서 — down -v 는 되돌릴 수 없으니 평소에는 down 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1-5 · 정리·회고 0.5H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2주차를 위한 정돈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~/data-eng/week1 에서 네 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622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6227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20992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2766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0575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down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이번 주 환경 내리기 — 볼륨은 남겨 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0100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01002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2576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3243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1052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rm pg 2&gt;/dev/null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3차시 pg 컨테이너가 남아 있으면 정리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0577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05777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30542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3721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1530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ps -a · docker images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남은 것 확인 — 실행 중인 컨테이너가 없어야 한다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1055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10552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3531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4198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2007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mkdir -p ~/data-eng/week2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2주차 폴더 미리 만들어 두기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확인 포인트: 실행 중인 컨테이너가 없고 ~/data-eng 아래에 week1 · week2 폴더가 있으면 정돈 완료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1-5 · 정리·회고 0.5H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여덟 개 중 몇 개에 표시할 수 있나요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860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8813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051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860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YAML 들여쓰기 규칙(공백 2칸 · 탭 금지)을 설명할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5242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5194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6433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5242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services · volumes · depends_on 이 각각 무엇을 정의하는지 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624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1576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2814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1624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 안 localhost 와 서비스 이름의 차이를 실험으로 확인했다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006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47958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49196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48006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up -d --build 로 db·admin·app 3개 서비스를 한 번에 기동했다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4387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54340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55578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54387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pgAdmin 에서 호스트 이름 db 로 PostgreSQL 에 연결했다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0769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60721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61960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60769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down 후 up 을 해도 표가 남는 것으로 볼륨 보존을 확인했다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7151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90650" y="67103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90650" y="68341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0750" y="67151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down -v 후 README 의 명령만으로 재현되는지 스스로 검증했다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3533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90650" y="73485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90650" y="74723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0750" y="73533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주차 산출물(docker-compose.yml + README.md)을 제출했다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1-5 · 정리·회고 0.5H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자주 겪는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 → 원인 → 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781300"/>
            <a:ext cx="52425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81300"/>
            <a:ext cx="5242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64340" y="2781300"/>
            <a:ext cx="52806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64340" y="2781300"/>
            <a:ext cx="5280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yaml: line N 파싱 오류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4480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8930" y="34480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들여쓰기 어긋남 · 탭 섞임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64340" y="3448050"/>
            <a:ext cx="5280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59590" y="3448050"/>
            <a:ext cx="5090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공백 2칸 통일 · config 로 검사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port is already allocated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1719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8930" y="41719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3차시 pg 가 5432 사용 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864340" y="4171950"/>
            <a:ext cx="5280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959590" y="4171950"/>
            <a:ext cx="5090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stop pg 뒤 up -d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depends_on 인데 DB 연결 실패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8958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8930" y="48958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시작 순서만 보장, 준비 완료 아님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864340" y="4895850"/>
            <a:ext cx="5280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959590" y="4895850"/>
            <a:ext cx="5090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잠시 후 재시도 · healthcheck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세 번째의 근본 해결은 healthcheck + depends_on 의 condition — 앱 쪽 재시도 로직도 실무 표준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1-5 · 정리·회고 0.5H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예상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나오는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docker-compose 와 docker compose 는 다른가요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하이픈은 옛 파이썬 버전, 공백은 도커 내장 현재 버전 — 이 과정은 전부 공백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 이름이 꼭 docker-compose.yml 이어야 하나요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기본값일 뿐 — 다른 이름은 docker compose -f 파일명 으로 지정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컨테이너가 재시작을 반복해요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logs 서비스명 — 대부분 환경변수 누락이나 설정 오류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2주차부터는 무엇을 하나요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MySQL · MongoDB — 1-3 의 docker run · exec 로 띄운다. Compose 는 4주차 MinIO 부터 다시 쓴다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1-5 · 정리·회고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회차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2-1 · MySQL 9.7 설치 및 기초 쿼리 (4H)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이론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관계형 DB · MySQL 9.7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 · 행 · 열 · 기본키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로 MySQL 기동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클라이언트 접속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1.5H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DDL · DML · SELECT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· GROUP BY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 0.5H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리뷰 · Q&amp;A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shop DB 는 2주 내내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준비: Docker 실행(Windows · macOS 는 Desktop, 리눅스는 systemctl) — docker version 이 버전을 출력하면 준비 완료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1-5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1-5 · 정리·회고 0.5H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1주차 마무리 — 다음은 2-1 MySQL 9.7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손으로 하던 일을 파일로 옮겨 재현하는 법을 익혔습니다. 2주차부터는 그 위에 진짜 데이터를 얹습니다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환경 정돈: 실행 중 컨테이너 없음 · week2 폴더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산출물 두 파일 제출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심화 과제(선택): healthcheck · .env · 바인드 마운트 · Git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2-1 준비: Docker 실행 상태(운영체제별)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회차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2-1 MySQL 9.7 설치 및 기초 쿼리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