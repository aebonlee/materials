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중간고사 전 수업 점검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10/12(월) · 3시간 개별 학습과 실습 제출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오늘의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강의 대신, 각자의 속도로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142875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956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어디서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956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956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 → 평가 → 중간고사 전 수업 점검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886200"/>
            <a:ext cx="142875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8862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8862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8862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슬라이드로 학습하고, 단계마다 결과를 적거나 SQL 을 통과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876800"/>
            <a:ext cx="142875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8768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8768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8768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12:00 까지 [점검 제출] — 다 못 해도 제출, 다시 제출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67400"/>
            <a:ext cx="1428750" cy="8191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8674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성적은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8674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8674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들어가지 않는다 — 중간고사 준비 상태를 확인하는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중간고사 10/26(월) · 범위 1~7주차 · 100점 통과제(재응시 무제한)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수업 안내 · 6주차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지금 할 일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koreatech-db.dreamitbiz.com — 구글 또는 카카오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출석체크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온라인 강의실 → [오늘 출석체크] · 09:10 이후 지각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점검 페이지 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상단 「평가」 → 오른쪽 파란 카드 「중간고사 전 수업 점검」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막히면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손을 들거나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패들릿 「질문·막힌 곳」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수업 안내 · 6주차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오늘의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여섯 단계 · 09:00~12:00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244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2270125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2444750" cy="4057650"/>
          </a:xfrm>
          <a:prstGeom prst="roundRect">
            <a:avLst>
              <a:gd name="adj" fmla="val 23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198755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준비 — 출석과 학습 환경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198755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1987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1987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09:00~09:15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4450" y="2381250"/>
            <a:ext cx="244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4981575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54450" y="3371850"/>
            <a:ext cx="2444750" cy="4057650"/>
          </a:xfrm>
          <a:prstGeom prst="roundRect">
            <a:avLst>
              <a:gd name="adj" fmla="val 23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3050" y="3600450"/>
            <a:ext cx="198755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 5장 — 분석의 4단계와 가설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83050" y="6210300"/>
            <a:ext cx="198755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83050" y="6343650"/>
            <a:ext cx="1987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3050" y="6667500"/>
            <a:ext cx="1987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09:15~09:50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900" y="2381250"/>
            <a:ext cx="244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7693025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65900" y="3371850"/>
            <a:ext cx="2444750" cy="4057650"/>
          </a:xfrm>
          <a:prstGeom prst="roundRect">
            <a:avLst>
              <a:gd name="adj" fmla="val 23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4500" y="3600450"/>
            <a:ext cx="198755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 6장 — 보여주기와 데이터 품질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94500" y="6210300"/>
            <a:ext cx="198755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4500" y="6343650"/>
            <a:ext cx="1987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4500" y="6667500"/>
            <a:ext cx="1987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09:50~10:20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77350" y="2381250"/>
            <a:ext cx="244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10404475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77350" y="3371850"/>
            <a:ext cx="2444750" cy="4057650"/>
          </a:xfrm>
          <a:prstGeom prst="roundRect">
            <a:avLst>
              <a:gd name="adj" fmla="val 23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5950" y="3600450"/>
            <a:ext cx="198755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1~5주차 복습 — 조회의 기본기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05950" y="6210300"/>
            <a:ext cx="198755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5950" y="6343650"/>
            <a:ext cx="1987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5950" y="6667500"/>
            <a:ext cx="1987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10:30~11:00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988800" y="2381250"/>
            <a:ext cx="244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8" name="Oval 37"/>
          <p:cNvSpPr/>
          <p:nvPr/>
        </p:nvSpPr>
        <p:spPr>
          <a:xfrm>
            <a:off x="13087350" y="2867025"/>
            <a:ext cx="247650" cy="2476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988800" y="3371850"/>
            <a:ext cx="2444750" cy="4057650"/>
          </a:xfrm>
          <a:prstGeom prst="roundRect">
            <a:avLst>
              <a:gd name="adj" fmla="val 2337"/>
            </a:avLst>
          </a:prstGeom>
          <a:solidFill>
            <a:srgbClr val="EDF3FD"/>
          </a:solidFill>
          <a:ln w="19050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217400" y="3600450"/>
            <a:ext cx="198755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6주차 집계와 그룹화 — 혼자 배우고 풀기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217400" y="6210300"/>
            <a:ext cx="198755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17400" y="6343650"/>
            <a:ext cx="1987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17400" y="6667500"/>
            <a:ext cx="1987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11:00~11:50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700250" y="2381250"/>
            <a:ext cx="2444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5" name="Oval 44"/>
          <p:cNvSpPr/>
          <p:nvPr/>
        </p:nvSpPr>
        <p:spPr>
          <a:xfrm>
            <a:off x="15827375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4700250" y="3371850"/>
            <a:ext cx="2444750" cy="4057650"/>
          </a:xfrm>
          <a:prstGeom prst="roundRect">
            <a:avLst>
              <a:gd name="adj" fmla="val 23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928850" y="3600450"/>
            <a:ext cx="198755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정리 — 중간고사까지 무엇을 볼지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928850" y="6210300"/>
            <a:ext cx="198755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928850" y="6343650"/>
            <a:ext cx="19875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928850" y="6667500"/>
            <a:ext cx="19875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11:50~12:00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10:20~10:30 휴식 · 12:00~13:00 자유 실습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수업 안내 · 6주차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학습하는 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단계는 이렇게 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슬라이드로 훑기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「학습할 곳」 링크 → 페이지 맨 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강의 슬라이드 · [전체 화면]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본문으로 다지기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슬라이드 아래 본문과 도해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자가 점검 퀴즈까지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점검 페이지에 남기기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적는 칸은 적고, SQL 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[▶ 실행·확인]으로 통과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학습할 곳은 새 탭으로 열린다 — 점검 페이지 탭은 닫지 않는다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수업 안내 · 6주차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SQL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결과표가 정답과 같으면 통과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category, COUNT(*) AS 상품수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 BY category;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열 이름은 달라도 된다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AS 상품수 를 빼거나 바꿔도 값이 같으면 통과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 순서는 묻는 문제만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「이름 가나다순」「비싼 순」이 있으면 ORDER BY 까지 맞아야 통과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막히면 [힌트 보기] · [정답 결과표 보기] — SQL 은 직접 쓴다 (6주차 문제 예시)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수업 안내 · 6주차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자주 막히는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이럴 땐 이렇게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7650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0" y="24765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페이지가 비어 보인다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9500" y="247650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24765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강력 새로고침 — Ctrl+Shift+R (맥 ⌘+Shift+R)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86715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38671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SQL 칸에서 오류가 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9500" y="386715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52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8671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오류 문장 아래 안내를 읽고, 따옴표·쉼표·세미콜론부터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5780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600" y="52578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적은 내용이 사라질까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9500" y="525780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2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0100" y="52578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칸을 벗어나면 자동 저장 — 로그인 계정에 남는다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664845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3600" y="66484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결석한 날이 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9500" y="664845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52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0100" y="66484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학습 현황 → 출결 아래 「공결·사유 신청」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수업 안내 · 6주차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12:00 — 점검 제출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 못 했어도 제출하고, 남은 것은 중간고사 전까지 마저 하고 다시 제출한다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남은 항목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페이지 맨 아래 「아직 남은 항목」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04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04000" y="3924300"/>
            <a:ext cx="508000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[점검 제출]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3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시각이 초록 글로 뜨면 완료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5000" y="3924300"/>
            <a:ext cx="508000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065000" y="3924300"/>
            <a:ext cx="508000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65000" y="4171950"/>
            <a:ext cx="5080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볼 주차 정하기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74550" y="5143500"/>
            <a:ext cx="46609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6단계에 적은 주차를 중간고사 전에 복습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수업 안내 · 6주차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오늘의 점검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중간고사(10/26)는 1~7주차 · 100점 통과제 · 재응시 무제한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슬라이드로 훑고 본문으로 다지기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은 결과표로 스스로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헷갈린 개념은 내 말로 적어 두기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12:00 까지 [점검 제출]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수업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10/19(월) 7주차 조인(JOIN)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