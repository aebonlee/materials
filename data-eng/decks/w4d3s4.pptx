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MinIO–Iceberg 데이터 파이프라인 구축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파이프라인 다섯 단계를 한 장으로, 4-4 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만든 파이프라인을 랜딩·읽기·형 변환·정제·적재 다섯 단계로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 Trino 가 읽을 orders 테이블의 행 수를 적어 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다섯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 Trino 준비물(8080 포트 · 이미지 pull)을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의 fetch·parse·load 와 같은 세 덩어리 — 규모와 도구가 달라져도 구조는 유지됩니다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만든 파이프라인 — 다섯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7962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① 랜딩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를 받은 그대로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s3://raw/orders/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읽기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 로 접두사 통째로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DataFrame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③ 형 변환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cast · to_date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④ 정제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제거 + 키별 최신 한 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⑤ 적재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INTO (있으면 갱신·없으면 삽입)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테이블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읽기(②) · 정제(③④) · 적재(⑤) — 2-5 의 fetch·parse·load 와 같은 세 덩어리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차시를 위한 상태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 Trino 가 읽을 테이블 — 지금 행 수를 적어 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-e "SELECT count(*) FROM demo.lakehouse.orders;"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 이면 된다 — order_id 1~5,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-e "SELECT * … ORDER BY order_id;"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 choi 61000.0 app · 7 ok 18000.0 app · 6 은 걸러져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exec mc mc ls local/raw/orders/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orders_bad.csv 는 빠져 있고 08-01 · 08-02 · 08-03 세 파일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적어 둘 숫자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랜딩 존을 따로 두는 이유를 두 가지 이상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멱등성이 왜 파이프라인의 기본인지 설명할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에 필요한 --packages 하나와 --conf 네 개를 설명할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 을 짜기 전에 spark-shell 로 읽기부터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중복을 안 줄이고 MERGE 해서 카디널리티 오류를 직접 봤다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dropDuplicates 대신 ROW_NUMBER 로 결정적 중복 제거를 구현했다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스크립트를 두 번 실행해도 행 수가 늘지 않음을 확인했다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파일만 추가한 증분 배치에서 불량 행이 걸러짐을 확인했다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가 시작부터 막힐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ClassNotFoundException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S3AFileSystem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이미지에 hadoop-aws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(s3a 부품)가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--packages 줄 추가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hadoop-aws:3.3.4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시작 직후 몇 분간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출력 없이 멈춤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실행이라 부품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275MB 를 받는 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기다리기 · 미리 받기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은 지움 · stop 은 유지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오류 없이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6분 넘게 멈춤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path.style.access 빠짐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raw.minio 를 찾는 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Ctrl+C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--conf 네 줄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멈춤은 오류 문구가 없다 — 로그에 downloading 줄이 보이면 부품을 받는 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읽기·적재가 실패할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읽기 403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AccessDenied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access.key·secret.key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누락 또는 오타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--conf 4종 재확인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http://minio:9000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[MERGE_CARDINALITY_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VIOLATION]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원천에 같은 order_id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전 ROW_NUMBER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 키별 한 행만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실행마다 결과가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미묘하게 다름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 없는 중복 제거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(dropDuplicates)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 + row_number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 규칙 명시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dropDuplicates 는 어느 행이 남을지 보장하지 않는다 — 규칙을 명시해야 실행마다 같은 결과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매번 랜딩 존 전체를 읽으면 느리지 않나요?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느려진다 — 날짜 파티션 경로만 읽거나 처리한 파일을 다른 접두사로 옮긴다. 8주차 Airflow 에서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대신 INSERT OVERWRITE 는요?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단위로 통째로 갈아 끼우는 방식이라 그것도 멱등 — 갱신 대상이 흩어져 있으면 MERGE 가 낫다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원천에 삭제가 오면요?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WHEN MATCHED AND s.op = 'D' THEN DELETE 를 붙인다 — 6주차 CDC 에서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불량 행을 그냥 버려도 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권하지 않는다 — 별도 테이블에 남겨 두면 「왜 건수가 안 맞나」를 나중에 설명할 수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심화 과제 (선택)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더 해 보고 싶다면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격리 테이블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걸러진 불량 행을 demo.lakehouse.orders_rejected 에 따로 적재 — 3-5 품질 리포트와 같은 발상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컴팩션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CALL demo.system.rewrite_data_files 로 작은 파일을 합치고 files 메타테이블로 전후 비교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 경로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랜딩 존을 dt=날짜 형태로 바꾸고 특정 날짜만 읽는 인자 추가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「최신」의 기준 바꾸기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order_date 대신 파일 이름으로 바꾸면 결과가 어떻게 달라지는지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 · 10-21(수)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4-4 · Trino 기반 S3 SQL 엔진 구축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분산 SQL 엔진의 이해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코디네이터·워커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Trino 컨테이너와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카탈로그 연결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SQL 실습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집계·CTAS·타임 트래블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배운 것을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장으로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4개 컨테이너 up · orders 6행 확인 · 8080 포트 비우기 · docker pull trinodb/trino 미리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4-4 Trino SQL 엔진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Spark 로 적재한 그 테이블을, Trino 가 아무것도 옮기지 않고 그대로 읽는 것을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코디네이터·워커 구조와 커넥터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저장과 계산이 분리된 구조의 장점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iceberg.properties 로 카탈로그·MinIO 연결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CLI 로 집계·CTAS·타임 트래블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6행 · 8080 포트 · trinodb/trino pull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