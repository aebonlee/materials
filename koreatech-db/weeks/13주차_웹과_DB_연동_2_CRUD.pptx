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13주차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웹과 DB 연동 2 (CRUD)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폼에서 INSERT까지, 트랜잭션 주문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CRUD 네 기능과 SQL·HTTP 요청의 대응 관계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등록 폼에서 받은 값을 INSERT로 저장하는 라우트 만들기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UPDATE·DELETE 라우트를 작성하고 affectedRows로 결과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등록처럼 여러 SQL이 한 묶음인 작업에 트랜잭션 적용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없는 UPDATE/DELETE 금지 등 웹-DB 안전 수칙 실천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12주차 app.js에 라우트를 이어 붙여 CRUD를 완성합니다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CRUD — 업무 화면의 네 가지 기본 동작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등록 — 폼에서 INSERT까지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수정과 삭제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CRUD 전체 흐름 정리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트랜잭션이 필요한 순간 — 주문 등록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631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웹-DB 안전 수칙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업무 화면의 네 가지 기본 동작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23622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2362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370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37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HTTP 요청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Create (등록)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437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89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신규 고객 등록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Read (조회)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719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719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437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89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 목록·검색 (12주차)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Update (수정)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958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958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437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89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 (실무 API는 PUT)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 재고 수정, 주문 취소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Delete (삭제)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56197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8650" y="56197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437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89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 (실무 API는 DELETE)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상세에서 상품 한 줄 빼기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회원 관리·재고 관리·주문 관리 — 어떤 관리자 화면도 결국 이 네 가지 동작의 조합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실습의 두 가지 약속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수정·삭제도 POST로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 &lt;form&gt;은 GET과 POST만 보낼 수 있다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 REST API는 PUT·DELETE를 구분해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12주차 app.js에 이어 붙이기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pool(커넥션 풀)과 서버 실행 코드는 그대로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라우트는 app.listen(...) 윗줄에 추가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PUT·DELETE 메서드는 개념만 알아 두면 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등록은 두 단계 — 폼 보여 주기와 저장하기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193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폼의 각 &lt;input name="..."&gt; 값은 서버에서 req.body.이름 으로 꺼낸다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305175"/>
            <a:ext cx="3657600" cy="34290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305175"/>
            <a:ext cx="365760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62325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50" y="3609975"/>
            <a:ext cx="33909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GET 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4314825"/>
            <a:ext cx="3352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/customers/new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입력 폼 페이지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0537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57800" y="3305175"/>
            <a:ext cx="3657600" cy="34290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7800" y="3305175"/>
            <a:ext cx="365760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3362325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1150" y="3609975"/>
            <a:ext cx="33909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0200" y="4314825"/>
            <a:ext cx="3352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등록 버튼 → POST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/customers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2017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72600" y="3305175"/>
            <a:ext cx="3657600" cy="34290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3305175"/>
            <a:ext cx="365760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3362325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5950" y="3609975"/>
            <a:ext cx="33909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req.body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0" y="4314825"/>
            <a:ext cx="3352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name 속성이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req.body의 키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313497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487400" y="3305175"/>
            <a:ext cx="3657600" cy="34290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487400" y="3305175"/>
            <a:ext cx="365760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3362325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20750" y="3609975"/>
            <a:ext cx="33909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INSERT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639800" y="4314825"/>
            <a:ext cx="3352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 4개를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? 로 바인딩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7143750"/>
            <a:ext cx="16002000" cy="6858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8750" y="7143750"/>
            <a:ext cx="15430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주소 /customers라도 app.get이 아니라 app.post이므로 다른 라우트다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준비 한 줄과 ① 고객 등록 폼 — GET /customers/new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790634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790634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066669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066669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342704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342704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722876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722876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4998910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4998910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5274945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5274945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4500" y="5550980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4500" y="5550980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14500" y="5827014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14500" y="5827014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14500" y="6103048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6103048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31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폼이 POST로 보낸 값(요청 본문)을 해석해 req.body 에 담아 주는 설정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이 줄이 없으면 req.body 가 undefined 라서 req.body.name 에서 에러가 난다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app.use(...) 는 "모든 요청에 공통으로 적용" — 라우트들보다 위에 써야 한다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express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urlencoded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({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extended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}));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get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'/customers/new'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'&lt;meta charset="utf-8"&gt;&lt;h1&gt;신규 고객 등록&lt;/h1&gt;'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'&lt;form method="POST" action="/customers"&gt;'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'고객번호: &lt;input name="cust_id" placeholder="C011"&gt;&lt;br&gt;'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'이름: &lt;input name="name"&gt;&lt;br&gt;'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'도시: &lt;input name="city"&gt;&lt;br&gt;'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'이메일: &lt;input name="email"&gt;&lt;br&gt;'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'&lt;button type="submit"&gt;등록&lt;/button&gt;'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'&lt;/form&gt;'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);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1–4행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POST 본문 읽기 설정</a:t>
            </a:r>
          </a:p>
          <a:p>
            <a:pPr>
              <a:lnSpc>
                <a:spcPct val="130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req.body가 undefined — 라우트보다 위에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68000" y="484184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15650" y="467039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15650" y="467039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method·action</a:t>
            </a:r>
          </a:p>
          <a:p>
            <a:pPr>
              <a:lnSpc>
                <a:spcPct val="130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입력값을 본문에 담아 /customers로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68000" y="553193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15650" y="536048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15650" y="536048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10–13행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input의 name</a:t>
            </a:r>
          </a:p>
          <a:p>
            <a:pPr>
              <a:lnSpc>
                <a:spcPct val="130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서버에서 req.body.이름의 「이름」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68000" y="622201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915650" y="605056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915650" y="605056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submit 버튼</a:t>
            </a:r>
          </a:p>
          <a:p>
            <a:pPr>
              <a:lnSpc>
                <a:spcPct val="130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누르면 폼 내용을 POST 전송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1~4행은 app.js 위쪽에 · 폼 라우트는 DB를 쓰지 않고 HTML만 돌려주므로 async가 없다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폼이 보낸 값을 받아 INSERT — POST /customers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'/customers'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async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pool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'INSERT INTO customers (cust_id, name, city, email, joined_date) VALUES (?, ?, ?, ?, CURDATE())'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cust_id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city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email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? 순서 = 컬럼 순서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'&lt;meta charset="utf-8"&gt;등록 완료! &lt;a href="/customers/new"&gt;계속 등록&lt;/a&gt;'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'등록 실패: 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message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INSERT는 결과 행이 없으므로 [rows]로 받지 않고 완료만 기다린다(await)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등록 라우트에서 짚을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? 바인딩 필수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폼 입력은 사용자가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마음대로 쓰는 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가입일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사용자에게 받지 않고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CURDATE()로 채운다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grade·points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INSERT에서 뺐다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DEFAULT SILVER·0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? 순서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배열 순서 =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컬럼 순서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grade·points의 DEFAULT는 3주차 DDL에서 정한 값이 자동으로 채워 준다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등록할 때 만나는 에러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12573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3337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33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req.body.name에서 에러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4290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1257300"/>
          </a:xfrm>
          <a:prstGeom prst="roundRect">
            <a:avLst>
              <a:gd name="adj" fmla="val 454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req.body가 undefined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4290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12573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3337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333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app.use(express.urlencoded(...))를 라우트보다 위에 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28625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4286250"/>
            <a:ext cx="57150" cy="12573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7244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7244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428625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ER_DUP_ENTRY 에러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8196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4286250"/>
            <a:ext cx="4495800" cy="1257300"/>
          </a:xfrm>
          <a:prstGeom prst="roundRect">
            <a:avLst>
              <a:gd name="adj" fmla="val 454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4286250"/>
            <a:ext cx="39624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email의 UNIQUE 제약 위반 (예: garam@example.com)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8196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428625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4286250"/>
            <a:ext cx="57150" cy="12573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47244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47244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428625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에러 메시지를 생성형 AI에 붙여 「무슨 뜻이야?」라고 물어본다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567690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5676900"/>
            <a:ext cx="57150" cy="12573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61150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6115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567690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등록 실패: …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62103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5676900"/>
            <a:ext cx="4495800" cy="1257300"/>
          </a:xfrm>
          <a:prstGeom prst="roundRect">
            <a:avLst>
              <a:gd name="adj" fmla="val 454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5676900"/>
            <a:ext cx="39624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이메일·길이 초과 등 DB가 거부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62103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567690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5676900"/>
            <a:ext cx="57150" cy="12573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61150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6115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567690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catch에서 500으로 응답 — 메시지로 원인을 확인한다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일부러 한 번 중복 이메일로 등록해 보기 — 제약조건이 잘못된 데이터를 막아 주는 순간을 직접 본다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수정과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3.1 상품 재고 수정 ① 폼 — GET /stock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① 수정 폼 — http://localhost:3000/stock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get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'/stock'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'&lt;meta charset="utf-8"&gt;&lt;h1&gt;상품 재고 수정&lt;/h1&gt;'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'&lt;form method="POST" action="/stock"&gt;'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             </a:t>
            </a:r>
            <a:r>
              <a:rPr sz="21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제출하면 아래 ② 로 POST 전송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'상품번호: &lt;input name="prod_id" placeholder="P004"&gt;&lt;br&gt;'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  </a:t>
            </a:r>
            <a:r>
              <a:rPr sz="21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어느 상품을 고칠지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'새 재고 수량: &lt;input name="stock" type="number"&gt;&lt;br&gt;'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     </a:t>
            </a:r>
            <a:r>
              <a:rPr sz="21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새 값. type=number 는 숫자 키패드 안내용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'&lt;button type="submit"&gt;수정&lt;/button&gt;'</a:t>
            </a: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'&lt;/form&gt;'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);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입고·실사 후 재고 수량을 바로잡는 화면 — 대상(prod_id)과 새 값(stock)을 받는다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수정과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3.1 상품 재고 수정 ② UPDATE — POST /stock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461004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461004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776472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776472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091940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091940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722876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722876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② UPDATE 실행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post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'/stock'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async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pool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'UPDATE products SET stock = ? WHERE prod_id = ?'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[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prod_id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);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'&lt;meta charset="utf-8"&gt;수정된 행 수: 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affectedRows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catch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status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500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'수정 실패: 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message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59968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342823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34282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result로 받는다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배열이 아니라 처리 결과 객체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07289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90144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90144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5–6행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? 순서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SET의 ?가 첫째, WHERE의 ?가 둘째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486156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469011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469011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affectedRows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실제로 바뀐 행 수 — 0이면 없는 상품번호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WHERE를 빠뜨리면 전 상품 재고가 한 값으로 바뀐다 — 절대 금지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수정과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affectedRows — 결과를 판단하는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처리 결과 객체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INSERT·UPDATE·DELETE의 결과는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배열이 아니다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0이면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WHERE에 걸린 행이 없었다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「해당 상품이 없습니다」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직접 해 보기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품절이던 P004(제주 감귤)에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재고를 입고 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SELECT의 결과는 rows(행 배열), 변경 SQL의 결과는 result.affectedRows(바뀐 행 수)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수정과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3.2 주문 취소 — DELETE가 아니라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기록성 데이터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주문은 매출·반품·고객 응대의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— 지우면 안 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상태만 바꾼다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시드 데이터의 주문 1005·1013이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status = '취소'로 남아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질문에 답한다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기록이 남아야 「이번 달 취소율이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올랐지?」에 답할 수 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행을 지우지 않고(DELETE 금지) status 컬럼만 바꿔 기록을 남긴다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수정과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취소 처리 — POST /orders/cancel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539871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539871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881628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881628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565142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565142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906899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906899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5248656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5248656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5590413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5590413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5932170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5932170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25" name="deckgen:code"/>
          <p:cNvSpPr txBox="1"/>
          <p:nvPr/>
        </p:nvSpPr>
        <p:spPr>
          <a:xfrm>
            <a:off x="1885950" y="2514600"/>
            <a:ext cx="86106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post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9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'/orders/cancel'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9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async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9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9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19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pool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9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"UPDATE orders SET status = '취소' WHERE order_id = ?"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[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order_id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);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9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affectedRows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19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9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'해당 주문이 없습니다.'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} </a:t>
            </a:r>
            <a:r>
              <a:rPr sz="19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else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9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'&lt;meta charset="utf-8"&gt;주문이 취소 처리되었습니다.'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}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 </a:t>
            </a:r>
            <a:r>
              <a:rPr sz="19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catch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status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9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500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9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'취소 실패: '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message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369170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352025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35202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23431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23431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30289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302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24574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큰따옴표로 감싼 SQL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안에 '취소'라는 작은따옴표가 있어서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403345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386200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38620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422910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422910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4914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4914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434340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입력값만 ?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'취소'는 고정 값, order_id만 바인딩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68000" y="540048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15650" y="522903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15650" y="522903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430000" y="61150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30000" y="61150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658600" y="68008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58600" y="68008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230100" y="62293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7–11행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affectedRows 분기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0이면 그 주문번호의 행이 없었다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수정과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3.3 진짜 삭제가 필요할 때 — DELETE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539871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539871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881628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881628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565142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565142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post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9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'/order-items/delete'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9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async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9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9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19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pool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9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'DELETE FROM order_items WHERE order_id = ? AND prod_id = ?'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[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order_id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prod_id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);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9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'삭제된 행 수: '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affectedRows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 </a:t>
            </a:r>
            <a:r>
              <a:rPr sz="19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catch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status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9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500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9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'삭제 실패: '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message</a:t>
            </a: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369170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352025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35202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복합 키 두 조건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(order_id, prod_id)를 AND로 함께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403345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386200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38620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? 두 개 ↔ 두 칸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하나만 걸면 그 주문의 상품이 전부 지워진다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471697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454552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454552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 확인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정상이면 1, 해당 줄이 없으면 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customers의 고객 행은 주문이 남아 있는 한 외래키(FK) 제약 에러로 DELETE가 거부된다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CRUD 전체 흐름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 실습 라우트 한눈에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81300"/>
            <a:ext cx="42824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781300"/>
            <a:ext cx="4282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라우트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63740" y="2781300"/>
            <a:ext cx="57226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6374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성공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등록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4480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8450" y="34480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 /customers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374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899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INTO customers ... VALUES (?, ...)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24460" y="34480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19710" y="34480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에러 없이 완료 (실패 시 catch)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1719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8450" y="41719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 /products · /search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6374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899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... WHERE ... (12주차)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24460" y="41719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19710" y="41719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rows 배열의 내용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수정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48958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8450" y="48958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 /stock · /orders/cancel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6374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5899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 ... SET ... WHERE 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824460" y="48958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919710" y="48958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affectedRows ≥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삭제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56197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8450" y="56197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 /order-items/delete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6374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5899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 FROM ... WHERE 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824460" y="56197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919710" y="56197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affectedRows ≥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orders(AUTO_INCREMENT)에 INSERT하면 방금 발급된 주문번호가 result.insertId로 돌아온다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트랜잭션이 필요한 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하나 = SQL 세 개가 한 묶음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193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②까지 성공하고 ③에서 서버가 멈추면? 주문은 있는데 재고는 그대로 — 장부가 안 맞는 상태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305175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5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재고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단가·재고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8241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305175"/>
            <a:ext cx="283464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19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주문 헤더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724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37425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2668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80" y="3305175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003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주문 상세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908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order_items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66609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01852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018520" y="3305175"/>
            <a:ext cx="283464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187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재고 차감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092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395793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431036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310360" y="3305175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31036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371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6276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셋 다 성공하면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7143750"/>
            <a:ext cx="16002000" cy="6858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28750" y="7143750"/>
            <a:ext cx="15430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하나라도 실패하면 ROLLBACK으로 전부 되돌린다 — 4주차에 배운 트랜잭션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트랜잭션이 필요한 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등록 ① 주문 폼 — GET /order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① 주문 폼 — http://localhost:3000/order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get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'/order'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'&lt;meta charset="utf-8"&gt;&lt;h1&gt;주문 등록&lt;/h1&gt;'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'&lt;form method="POST" action="/order"&gt;'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'고객번호: &lt;input name="cust_id" placeholder="C003"&gt;&lt;br&gt;'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'상품번호: &lt;input name="prod_id" placeholder="P001"&gt;&lt;br&gt;'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'수량: &lt;input name="qty" type="number" value="1"&gt;&lt;br&gt;'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value="1" 은 기본값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'&lt;button type="submit"&gt;주문&lt;/button&gt;'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'&lt;/form&gt;'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고객번호·상품번호·수량을 받아 POST /order로 보낸다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트랜잭션이 필요한 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등록 ② 연결 꺼내기와 재고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0287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43212"/>
            <a:ext cx="9715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43212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500438"/>
            <a:ext cx="9715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500438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486275"/>
            <a:ext cx="9715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48627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814887"/>
            <a:ext cx="9715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814887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5143500"/>
            <a:ext cx="9715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5143500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5472112"/>
            <a:ext cx="9715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5472112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5800725"/>
            <a:ext cx="9715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580072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4500" y="6129338"/>
            <a:ext cx="9715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4500" y="6129338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</p:txBody>
      </p:sp>
      <p:sp>
        <p:nvSpPr>
          <p:cNvPr id="27" name="deckgen:code"/>
          <p:cNvSpPr txBox="1"/>
          <p:nvPr/>
        </p:nvSpPr>
        <p:spPr>
          <a:xfrm>
            <a:off x="1885950" y="2514600"/>
            <a:ext cx="9372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post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'/order'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async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pool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getConnection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트랜잭션은 같은 연결에서 처리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beginTransaction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1) 상품의 현재 단가·재고 확인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'SELECT price, stock FROM products WHERE prod_id = ?'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[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prod_id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);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length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18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throw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new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Error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'없는 상품번호입니다.'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8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qty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throw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new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Error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'재고가 부족합니다.'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0" y="298846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77650" y="281701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77650" y="281701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192000" y="2343150"/>
            <a:ext cx="4953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192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420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420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92100" y="2457450"/>
            <a:ext cx="3943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getConnection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풀에서 연결 하나를 꺼내 끝까지 그것만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0" y="364569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77650" y="347424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77650" y="347424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192000" y="3648075"/>
            <a:ext cx="4953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192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420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420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92100" y="3762375"/>
            <a:ext cx="3943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 시작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commit 전까지 변경은 임시 상태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0" y="512445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77650" y="495300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677650" y="49530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192000" y="4953000"/>
            <a:ext cx="4953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192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420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420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992100" y="5067300"/>
            <a:ext cx="3943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20–23행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conn.query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꺼내 둔 그 연결로 실행해야 한 묶음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0" y="611028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677650" y="593883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677650" y="59388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192000" y="6257925"/>
            <a:ext cx="4953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192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2420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420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992100" y="6372225"/>
            <a:ext cx="3943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24–25행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throw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 catch로 — 아래 INSERT 실행 안 됨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pool.query는 매번 다른 연결을 쓸 수 있어 트랜잭션에 부적합하다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트랜잭션이 필요한 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등록 ③ 헤더 · 상세 · 재고 차감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262890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26289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777490"/>
            <a:ext cx="8953500" cy="262890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777490"/>
            <a:ext cx="47625" cy="26289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040380"/>
            <a:ext cx="8953500" cy="262890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040380"/>
            <a:ext cx="47625" cy="26289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303270"/>
            <a:ext cx="8953500" cy="262890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303270"/>
            <a:ext cx="47625" cy="26289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3566160"/>
            <a:ext cx="8953500" cy="262890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3566160"/>
            <a:ext cx="47625" cy="26289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4354830"/>
            <a:ext cx="8953500" cy="262890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4354830"/>
            <a:ext cx="47625" cy="26289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4617720"/>
            <a:ext cx="8953500" cy="262890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4617720"/>
            <a:ext cx="47625" cy="26289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4500" y="4880610"/>
            <a:ext cx="8953500" cy="262890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4500" y="4880610"/>
            <a:ext cx="47625" cy="26289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14500" y="5143500"/>
            <a:ext cx="8953500" cy="262890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14500" y="5143500"/>
            <a:ext cx="47625" cy="26289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14500" y="5932170"/>
            <a:ext cx="8953500" cy="262890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5932170"/>
            <a:ext cx="47625" cy="26289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14500" y="6195060"/>
            <a:ext cx="8953500" cy="262890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14500" y="6195060"/>
            <a:ext cx="47625" cy="26289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14500" y="6457950"/>
            <a:ext cx="8953500" cy="262890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14500" y="6457950"/>
            <a:ext cx="47625" cy="26289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14500" y="6720840"/>
            <a:ext cx="8953500" cy="262890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14500" y="6720840"/>
            <a:ext cx="47625" cy="26289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31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32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33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34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35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36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37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38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39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40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41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42</a:t>
            </a:r>
          </a:p>
          <a:p>
            <a:pPr algn="r">
              <a:lnSpc>
                <a:spcPts val="207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43</a:t>
            </a:r>
          </a:p>
        </p:txBody>
      </p:sp>
      <p:sp>
        <p:nvSpPr>
          <p:cNvPr id="3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conn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'INSERT INTO orders (cust_id, order_date) VALUES (?, CURDATE())'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[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cust_id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);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orderId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insertId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방금 발급된 주문번호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3) 주문 상세 — 주문 시점 단가를 함께 저장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conn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'INSERT INTO order_items (order_id, prod_id, qty, unit_price) VALUES (?, ?, ?, ?)'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[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orderId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prod_id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qty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);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4) 재고 차감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conn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'UPDATE products SET stock = stock - ? WHERE prod_id = ?'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[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qty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prod_id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);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68000" y="302133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915650" y="284988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15650" y="284988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27–30행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2) 주문 헤더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order_id는 AUTO_INCREMENT — DB가 발급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68000" y="367855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15650" y="350710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15650" y="350710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insertId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방금 발급된 주문번호로 상세와 연결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68000" y="486156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15650" y="469011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15650" y="469011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34–37행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상세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그때 판 가격을 unit_price로 남긴다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68000" y="643890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915650" y="626745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915650" y="62674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40–43행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stock - ?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현재 값에서 주문 수량만큼 뺀다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웹 주문이므로 emp_id 없이(온라인 주문), status는 DEFAULT '주문접수'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트랜잭션이 필요한 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등록 ④ 확정 · 되돌리기 · 반납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30068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30068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145536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145536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461004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461004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3776472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3776472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4091940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4091940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4407408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4407408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45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46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47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48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49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50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51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52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53</a:t>
            </a:r>
          </a:p>
        </p:txBody>
      </p:sp>
      <p:sp>
        <p:nvSpPr>
          <p:cNvPr id="25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commit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여기까지 왔으면 전부 확정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'&lt;meta charset="utf-8"&gt;주문 완료! 주문번호: 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orderId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catch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rollback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하나라도 실패하면 전부 되돌린다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status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500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send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'주문 실패: 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message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finally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release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연결을 풀에 반납 (성공/실패와 무관하게 필수)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281101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263956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263956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45–46행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commit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여기까지 왔으면 전부 확정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359968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342823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34282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47–49행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rollback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 부족 throw·DB 오류 → 전부 되돌림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68000" y="438835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15650" y="421690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15650" y="421690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50–51행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finally · release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성공하든 실패하든 연결을 풀에 반납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반납을 빠뜨리면 연결이 하나씩 새서 connectionLimit(10)에 닿는 순간 서버가 멈춘다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트랜잭션이 필요한 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등록 코드에서 꼭 남길 습관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재고 부족이면 throw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자체가 없던 일이 된다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확인과 확정 사이 빈틈을 메운다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웹 주문은 emp_id 없이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시드 데이터의 온라인 주문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(emp_id NULL)이 이렇게 생겼다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돈·재고 = 트랜잭션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주문·결제·이체처럼 돈과 재고가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움직이는 처리는 반드시 묶는다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재고만 줄고 주문은 없는 「유령 출고」가 쌓이면 월말 재고 실사가 장부와 어긋난다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웹-DB 안전 수칙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코드를 실행하기 전 다섯 가지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79654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없는 UPDATE/DELETE 금지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 products SET stock = 0 → 전 상품 품절 · 같은 WHERE로 먼저 SELECT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57378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79857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66903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사용자 입력은 예외 없이 ? 바인딩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등록·수정·삭제는 입력값이 SQL에 직접 닿는 통로 (12주차)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57581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48006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67106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기록성 데이터는 DELETE 대신 상태 변경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취소는 status UPDATE로 이력을 남긴다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57784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580263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67309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웹 서버용 DB 계정은 최소 권한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SELECT·INSERT·UPDATE 정도만 GRANT, DROP·ALTER는 주지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57987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680466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667512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여러 SQL이 한 묶음이면 트랜잭션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하나라도 실패하면 전부 되돌아가야 장부가 맞는다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AI가 준 코드도 그대로 믿지 말고 직접 실행해 affectedRows와 화면으로 확인하는 것까지가 실습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웹-DB 안전 수칙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 총괄보고서 안내 (20점)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일정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13~14주차에 작성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15주차에 제출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주에 할 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12~13주차 조회·CRUD 페이지의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코드와 실행 화면을 캡처해 정리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생성형 AI 활용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활용해도 좋다 — 단, 직접 실행해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확인한 코드만 싣는다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14주차 경영 데이터 종합 실습 결과와 합쳐 보고서를 완성한다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802130"/>
          </a:xfrm>
          <a:prstGeom prst="roundRect">
            <a:avLst>
              <a:gd name="adj" fmla="val 3171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1230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주문 등록 시 orders에 INSERT하고 이어서 order_items에 INSERT하는 두 작업을 하나의 트랜잭션으로 묶는 이유는?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실행 속도가 빨라지기 때문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한쪽만 성공하고 다른 쪽이 실패하는 불완전한 주문을 막기 위해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인젝션을 막기 위해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커넥션 풀 사용량을 줄이기 위해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한쪽만 성공하고 다른 쪽이 실패하는 불완전한 주문을 막기 위해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헤더만 있고 상세가 없는(또는 그 반대) 데이터는 매출 집계를 왜곡합니다. 트랜잭션의 원자성으로 전부 반영되거나 전부 취소되게 만듭니다.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13주차 핵심 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업무 화면은 CRUD의 조합 — INSERT·SELECT·UPDATE·DELETE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폼 값은 req.body로, app.use(express.urlencoded(...))가 필수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변경 결과는 affectedRows(바뀐 행 수)·insertId(새 번호)로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기록이 필요한 주문 취소는 DELETE가 아니라 상태 UPDATE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등록 = INSERT 2개 + 재고 UPDATE — 트랜잭션 한 묶음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다음 주는 경영진의 질문에 SQL로 답하는 종합 실습입니다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14주차 · 경영 데이터 SQL 종합 실습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리포트 요청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질문을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SQL로 번역하기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매출 리포트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분기별 매출·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베스트셀러·비중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 분석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미주문 고객·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승급 후보·가입 추이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운영 점검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 부족·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취소율·직원 실적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13주차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13주차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조회에 등록·수정·삭제를 더해 다온유통 업무 화면이 완성됐습니다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CRUD와 SQL·HTTP 요청의 대응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폼 → req.body → INSERT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UPDATE·DELETE와 affectedRows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트랜잭션으로 묶은 주문 등록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 문제 w13-1~9 · 총괄보고서 정리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