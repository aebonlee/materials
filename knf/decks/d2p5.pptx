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하나가 아니라 지표 사이의 관계를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산점도로 두 지표가 같은 방향인지 반대 방향인지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의 부호와 크기로 방향과 강도를 해석한다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파일을 키로 잇고, AI 의 r 을 Excel CORREL 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지표(비가동)와 품질 지표(불량률)가 함께 움직이는지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점 하나, 가로·세로에 두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위로 몰림 = 함께 오른다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= 하나가 오르면 하나는 내린다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 = 따로 움직인다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(−1 ~ +1)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점들이 한 직선에 얼마나 가까운지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부호 = 방향, 0 에서 먼 정도 = 강도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=CORREL(범위1, 범위2)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R² = r × r (0.95 → 약 0.90)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을 읽는 어림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 의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 모양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+0.7 ~ +1.0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좁은 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+0.4 ~ +0.7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양의 상관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넓은 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−0.4 ~ +0.4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약하거나 거의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−0.7 ~ −0.4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음의 상관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넓은 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−1.0 ~ −0.7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음의 상관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63436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63436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좁은 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경계는 교과서마다 조금씩 다르다 — 숫자 하나로 판정하지 말고 산점도를 함께 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분석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단위 — 소결 「일자×교대×설비」 248행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가져올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생산·양품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비가동(분)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비가동_분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온도편차(°C)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일자+교대+설비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기록(성형 행)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불량 기록은 유형마다 행이 나뉜다 — 같은 키의 온도편차는 같은 값이라 AVERAGEIFS 로 가져온다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표 만들기부터 해석까지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생산일지에서 소결 행만 걸러 SF 시트를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분석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키로 잇기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산점도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분산형 차트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추세선·R²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상관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올려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과 함께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Excel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쌍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해석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~할수록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~한 경향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CORREL 로 맞춰 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 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강한 양의 상관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↔ 소결 불량률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비가동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중간~강한 양의 상관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성형 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값과 다르면 먼저 행 수(n)와 열 이름을 대조한다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지표와 품질 지표가 같은 교대에서 함께 나빠진다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온도편차가 큰 교대에서 불량률이 높다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교대에서 비가동도 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오래 멈춘 교대일수록 불량률도 높다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0.71 — OEE 의 가동률·양품률이 함께 떨어지는 이유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아직 말하지 않는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「때문이다」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원인은 다음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#DIV/0!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파일의 일자 형식이 다르다 — 글자와 날짜 값을 맞춘다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와 r 이 다르다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부터 비교 — 머리글·빈 행·다른 열이 섞였는지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축이 바뀌었다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선택한 열이 가로축 — 온도편차를 먼저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데이터 업로드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올리지 않는다 — 보안정책 확인, 비식별화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 248행, 온도편차·습도 열에 #DIV/0!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산점도에 축 제목·추세선·R²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n = 248, 온도편차 ↔ 불량률 r = 0.95 일치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해석은 「~할수록 ~한 경향」에서 멈췄다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상관 해석의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 하나를 설비별로 쪼개 보며, 섞여서 생긴 가짜 상관을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≠ 인과 — 세 가지 함정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분석으로 r 다시 구하기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시기가 겹친 가짜 상관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 반박하기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시트와 해석 문장 세 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