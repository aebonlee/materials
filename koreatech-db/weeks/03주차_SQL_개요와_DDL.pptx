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SQL 개요와 DDL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분류 · 데이터 타입 · 제약조건 · 스키마 구축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이번 주를 마치면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SQL의 네 가지 분류(DDL · DML · DCL · TCL)를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MySQL의 주요 데이터 타입을 용도에 맞게 선택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 TABLE로 제약조건을 포함한 테이블을 정의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외래키 참조 순서대로 다온유통 테이블 5개를 직접 생성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ALTER TABLE로 컬럼과 제약조건을 추가 · 변경 · 삭제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이번 주 목표 — DDL로 다온유통 데이터베이스를 직접 만들어 보는 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오늘 다루는 여섯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SQL이란 — 분류와 작성 규칙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93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CREATE DATABASE — 데이터베이스 만들기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7912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7912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59150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9912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9300" y="59626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 타입 — 값의 그릇 고르기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345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345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631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31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08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제약조건 — 업무 규칙을 스키마에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345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34500" y="5067300"/>
            <a:ext cx="57150" cy="6286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31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631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08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 스키마 만들기 (핵심 실습)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34500" y="57912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34500" y="57912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63100" y="59150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63100" y="59912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0800" y="59626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ALTER · DROP · TRUNCATE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SQL이란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SQL의 분류 — 이번 주의 주인공은 DDL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60426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명령어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34823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용도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264640" y="2781300"/>
            <a:ext cx="28803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64640" y="2781300"/>
            <a:ext cx="28803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 커밋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DDL (정의어)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869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CREATE, ALTER, DROP, TRUNCATE, RENAME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442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394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스키마 객체 정의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264640" y="3448050"/>
            <a:ext cx="2880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359890" y="3448050"/>
            <a:ext cx="2689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 (암시적 커밋)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DML (조작어)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869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SELECT, INSERT, UPDATE, DELETE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442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394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조회 · 변경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264640" y="4171950"/>
            <a:ext cx="2880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359890" y="4171950"/>
            <a:ext cx="2689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DCL (제어어)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GRANT, REVOKE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권한 부여 · 회수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264640" y="4895850"/>
            <a:ext cx="2880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359890" y="4895850"/>
            <a:ext cx="2689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TCL (트랜잭션 제어)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63440" y="56197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8690" y="56197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COMMIT, ROLLBACK, SAVEPOINT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7442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394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트랜잭션 확정 · 취소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264640" y="5619750"/>
            <a:ext cx="2880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359890" y="5619750"/>
            <a:ext cx="2689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그릇(테이블)을 먼저 만들어야 다음 주부터 데이터를 넣고(DML) 조회할 수 있다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SQL이란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SQL 작성 규칙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대소문자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키워드는 구분하지 않는다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관례상 키워드 대문자, 식별자 소문자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따옴표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문자열 · 날짜는 작은따옴표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식별자는 필요할 때 백틱(`)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주석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줄은 -- 또는 #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줄은 /* ... */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문장 끝은 세미콜론(;) · 줄바꿈은 실행에 영향이 없지만 가독성을 위해 절 단위로 줄을 바꾼다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SQL이란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SQL 스타일 비교 — VIP 고객을 포인트 높은 순으로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같은 질문을 두 가지 스타일로 써 본다: VIP 고객을 포인트 높은 순으로 조회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나쁜 예 (한 줄에 모두) — 실행은 되지만 어디가 조건이고 어디가 정렬인지 한눈에 안 보인다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name,grade,points from customers where grade='VIP' order by points desc;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좋은 예 (절 단위 줄바꿈 + 정렬) — 키워드는 대문자, 절마다 줄을 바꾼다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name,            -- 보고 싶은 열 3개를 고른다 (이름·등급·포인트)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grade,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points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FROM   customers        -- 어느 테이블에서 가져올지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WHERE  grade = 'VIP'    -- 조건: 등급이 VIP인 고객만 (문자열은 작은따옴표로 감싼다)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ORDER  BY points DESC;  -- 포인트 높은 순(내림차순)으로 정렬, 문장 끝은 세미콜론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같은 질문, 같은 결과 — 키워드는 대문자, 절마다 줄을 바꾸면 조건과 정렬이 한눈에 보인다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CREATE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daon 데이터베이스 생성 — 테이블을 담을 「창고」부터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74295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6858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2882646"/>
            <a:ext cx="6858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288264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250692"/>
            <a:ext cx="6858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25069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3986784"/>
            <a:ext cx="6858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398678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4354830"/>
            <a:ext cx="6858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435483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</p:txBody>
      </p:sp>
      <p:sp>
        <p:nvSpPr>
          <p:cNvPr id="21" name="deckgen:code"/>
          <p:cNvSpPr txBox="1"/>
          <p:nvPr/>
        </p:nvSpPr>
        <p:spPr>
          <a:xfrm>
            <a:off x="1885950" y="2514600"/>
            <a:ext cx="65151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DATABASE IF NOT EXISTS daon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DEFAULT CHARACTER SET utf8mb4;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USE daon;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SHOW DATABASES;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DATABASE();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72500" y="267957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20150" y="250812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0150" y="250812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34500" y="2343150"/>
            <a:ext cx="78105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345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631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631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34600" y="2457450"/>
            <a:ext cx="68008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IF NOT EXISTS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 있으면 오류 없이 넘어간다 — 다시 실행해도 안전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72500" y="304761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820150" y="287616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20150" y="28761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34500" y="3648075"/>
            <a:ext cx="78105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345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5631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631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34600" y="3762375"/>
            <a:ext cx="68008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utf8mb4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한글 · 이모지까지 깨지지 않도록 문자셋 지정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72500" y="341566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820150" y="324421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20150" y="324421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34500" y="4953000"/>
            <a:ext cx="78105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3345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5631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631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34600" y="5067300"/>
            <a:ext cx="68008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USE daon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이제부터 실행하는 SQL은 daon 안에서 동작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72500" y="4335780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0150" y="4164330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20150" y="416433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34500" y="6257925"/>
            <a:ext cx="78105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3345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5631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631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34600" y="6372225"/>
            <a:ext cx="68008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5–6행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확인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목록에 daon이 보이고, 현재 DB가 daon이어야 한다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utf8mb4는 이모지를 포함한 4바이트 문자까지 지원한다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데이터 타입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숫자형 — 돈 계산에 FLOAT/DOUBLE 금지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자료형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22021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크기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781300"/>
            <a:ext cx="105613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781300"/>
            <a:ext cx="105613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범위 / 설명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TINYINT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 byte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448050"/>
            <a:ext cx="10561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8930" y="3448050"/>
            <a:ext cx="10370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-128 ~ 127 (UNSIGNED: 0~255). 상태 플래그에 적합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INT / INTEGER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4337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4337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 byte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4143375"/>
            <a:ext cx="10561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8930" y="4143375"/>
            <a:ext cx="10370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 ±21억. 가장 일반적인 정수형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BIGINT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3870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3870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 byte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4838700"/>
            <a:ext cx="10561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8930" y="4838700"/>
            <a:ext cx="10370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대용량 ID, 금액 누계 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DECIMAL(M,D)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53402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53402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5534025"/>
            <a:ext cx="10561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8930" y="5534025"/>
            <a:ext cx="10370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고정 소수점. M=전체 자릿수, D=소수 자릿수. 소수가 있는 금액 · 비율에 필수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FLOAT / DOUBLE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622935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8650" y="622935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 / 8 byte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6229350"/>
            <a:ext cx="10561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8930" y="6229350"/>
            <a:ext cx="10370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부동 소수점. 오차가 발생하므로 금액에 사용 금지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BOOLEAN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3400" y="692467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38650" y="692467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 byte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0" y="6924675"/>
            <a:ext cx="10561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8930" y="6924675"/>
            <a:ext cx="10370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TINYINT(1)의 별칭. TRUE=1, FALSE=0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다온유통 판매가는 원 단위 정수라 price INT · 소수가 필요한 값(달러 금액 · 할인율 · 평점)은 DECIMAL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데이터 타입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문자형 — 다온유통 식별자는 CHAR(4)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자료형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31623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길이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특징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CHAR(n)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고정 길이 (0~255)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34480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9050" y="34480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항상 n바이트 사용. 'C001' 같은 고객번호처럼 길이가 일정할 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VARCHAR(n)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가변 길이 (0~65535)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41719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9050" y="41719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길이 + 1~2바이트. 이름 · 이메일 등 대부분의 문자열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TEXT / LONGTEXT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64KB / 4GB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48958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9050" y="48958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긴 글(상품 상세 설명 등). 인덱스에 제약이 있음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ENUM(값1,값2,…)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목록 중 하나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43800" y="56197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9050" y="56197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상태값 등. ENUM('주문접수','배송중','배송완료','취소')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'C001' · 'P001' · 'E001'은 항상 4글자 · 주문 상태는 VARCHAR(10) + DEFAULT '주문접수' — 종류가 늘어도 구조 변경 없이 대응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데이터 타입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날짜 · 시간형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자료형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47625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2781300"/>
            <a:ext cx="83210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2781300"/>
            <a:ext cx="83210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범위 / 특징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861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YYYY-MM-DD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3448050"/>
            <a:ext cx="8321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9210" y="3448050"/>
            <a:ext cx="8130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1000-01-01 ~ 9999-12-31. 가입일 · 주문일에 사용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HH:MM:SS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4171950"/>
            <a:ext cx="8321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9210" y="4171950"/>
            <a:ext cx="8130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시간만 저장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DATETIME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861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YYYY-MM-DD HH:MM:SS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23960" y="4895850"/>
            <a:ext cx="8321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9210" y="4895850"/>
            <a:ext cx="8130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시간대 변환 없음. 8 byte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TIMESTAMP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YYYY-MM-DD HH:MM:SS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3960" y="5619750"/>
            <a:ext cx="8321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9210" y="5619750"/>
            <a:ext cx="8130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1970~2038년. 시간대 자동 변환, 자동 갱신 가능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YEAR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861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YYYY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23960" y="6343650"/>
            <a:ext cx="8321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19210" y="6343650"/>
            <a:ext cx="8130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연도만 저장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다온유통의 가입일(joined_date) · 주문일(order_date) · 입사일(hire_date)은 DATE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제약조건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업무 규칙을 데이터베이스가 스스로 지키게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제약조건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28422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무결성 유형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2781300"/>
            <a:ext cx="60426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624560" y="2781300"/>
            <a:ext cx="35204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624560" y="2781300"/>
            <a:ext cx="3520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NULL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PRIMARY KEY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3448050"/>
            <a:ext cx="28422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8690" y="3448050"/>
            <a:ext cx="26517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개체 무결성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3448050"/>
            <a:ext cx="60426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9050" y="3448050"/>
            <a:ext cx="58521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행을 유일하게 식별. 테이블당 1개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624560" y="3448050"/>
            <a:ext cx="35204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9810" y="3448050"/>
            <a:ext cx="33299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044043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044043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FOREIGN KEY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4044043"/>
            <a:ext cx="28422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8690" y="4044043"/>
            <a:ext cx="26517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참조 무결성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4044043"/>
            <a:ext cx="60426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9050" y="4044043"/>
            <a:ext cx="58521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테이블의 PK를 참조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624560" y="4044043"/>
            <a:ext cx="35204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9810" y="4044043"/>
            <a:ext cx="33299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허용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640036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640036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UNIQUE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4640036"/>
            <a:ext cx="28422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4640036"/>
            <a:ext cx="26517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사용자 정의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43800" y="4640036"/>
            <a:ext cx="60426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9050" y="4640036"/>
            <a:ext cx="58521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 값 금지. 여러 개 가능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624560" y="4640036"/>
            <a:ext cx="35204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9810" y="4640036"/>
            <a:ext cx="33299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허용 (여러 NULL 가능)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236029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236029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NOT NULL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63440" y="5236029"/>
            <a:ext cx="28422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8690" y="5236029"/>
            <a:ext cx="26517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도메인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43800" y="5236029"/>
            <a:ext cx="60426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39050" y="5236029"/>
            <a:ext cx="58521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NULL 입력 금지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624560" y="5236029"/>
            <a:ext cx="35204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19810" y="5236029"/>
            <a:ext cx="33299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832021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832021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CHECK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663440" y="5832021"/>
            <a:ext cx="28422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8690" y="5832021"/>
            <a:ext cx="26517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도메인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43800" y="5832021"/>
            <a:ext cx="60426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39050" y="5832021"/>
            <a:ext cx="58521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값의 범위 · 조건 검사 (MySQL 8.0.16+)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624560" y="5832021"/>
            <a:ext cx="35204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719810" y="5832021"/>
            <a:ext cx="33299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428014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6428014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DEFAULT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663440" y="6428014"/>
            <a:ext cx="28422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8690" y="6428014"/>
            <a:ext cx="26517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43800" y="6428014"/>
            <a:ext cx="60426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39050" y="6428014"/>
            <a:ext cx="58521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 미지정 시 기본값 적용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3624560" y="6428014"/>
            <a:ext cx="35204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719810" y="6428014"/>
            <a:ext cx="33299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43000" y="7024007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38250" y="7024007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AUTO_INCREMENT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663440" y="7024007"/>
            <a:ext cx="28422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58690" y="7024007"/>
            <a:ext cx="26517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543800" y="7024007"/>
            <a:ext cx="60426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39050" y="7024007"/>
            <a:ext cx="58521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자동 증가 정수 (MySQL)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3624560" y="7024007"/>
            <a:ext cx="35204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3719810" y="7024007"/>
            <a:ext cx="33299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CHECK (price &gt;= 0) 한 줄이 마이너스 가격 상품 등록 사고를 시스템 차원에서 원천 차단한다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제약조건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PRIMARY KEY vs UNIQUE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PRIMARY KEY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테이블당 1개 · NULL 불가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클러스터형 인덱스 자동 생성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용도: 행의 대표 식별자 (cust_id)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UNIQUE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개 가능 · NULL 허용 (여러 NULL 가능)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보조 인덱스 자동 생성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용도: 중복을 막아야 하는 대체키 (email)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customers.email은 UNIQUE지만 NULL을 허용한다 — 그래서 기본키는 cust_id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제약조건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외래키의 참조 동작 — 부모 행이 지워질 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부모 행(고객·주문·직원)이 지워질 때 자식 행(주문·주문 상세)을 어떻게 할지 정하는 옵션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아래 FOREIGN KEY 세 줄은 CREATE TABLE 안에 들어가는 조각이라 단독으로는 실행되지 않는다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RESTRICT / NO ACTION (기본값): 자식이 있으면 부모 삭제 거부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주문이 남아 있는 고객은 지울 수 없다 = 매출 기록 보호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FOREIGN KEY (cust_id) REFERENCES customers(cust_id)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CASCADE: 부모가 삭제되면 자식도 함께 삭제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주문이 사라지면 그 주문의 상세 줄도 의미가 없으니 함께 지운다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FOREIGN KEY (order_id) REFERENCES orders(order_id) ON DELETE CASCADE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SET NULL: 부모가 삭제되면 자식의 FK를 NULL로 (컬럼이 NULL 허용이어야 함)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담당 직원이 퇴사해도 주문 기록은 남기고 담당자 칸만 비운다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FOREIGN KEY (emp_id) REFERENCES employees(emp_id) ON DELETE SET NULL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다온유통 스키마는 옵션을 생략한 기본값(RESTRICT) — 주문 기록이 있는 고객 · 상품은 지울 수 없다 = 매출 기록 보호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제약조건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참조 무결성 위반 — 존재하지 않는 고객의 주문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참조 무결성 위반 확인: 존재하지 않는 고객의 주문은 거부된다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C999는 customers에 없는 고객번호 → 외래키 검사에서 걸린다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INSERT INTO orders (cust_id, order_date) VALUES ('C999', '2026-07-01');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ERROR 1452: Cannot add or update a child row: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  a foreign key constraint fails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이 오류가 나면 "부모 테이블에 그 값이 있는가"를 먼저 확인한다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참조 무결성 — 외래키 값은 부모 테이블(customers)에 있는 값이어야 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다온유통 스키마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만드는 순서가 중요하다 — 부모 테이블 먼저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외래키는 이미 존재하는 테이블만 참조할 수 있다 — 이번 학기 전 주차가 이 데이터베이스를 기준으로 진행된다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employees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테이블을 참조하지 않는다 (자기참조만)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customers · 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부모 테이블 — 둘 사이 순서는 상관없다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customers · employees를 참조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 order_items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 · products를 참조 — 가장 마지막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다온유통 스키마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① 직원 — employees (자기참조 FK)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① 직원 테이블 — 다른 테이블을 참조하지 않으므로 가장 먼저 만든다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TABLE employees (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emp_id     CHAR(4)     PRIMARY KEY,   -- 직원번호 'E001' 형식(항상 4글자) = 기본키, NULL·중복 불가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name       VARCHAR(20) NOT NULL,      -- 이름은 반드시 있어야 한다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dept       VARCHAR(20) NOT NULL,      -- 부서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position   VARCHAR(20) NOT NULL,      -- 직급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hire_date  DATE        NOT NULL,      -- 입사일 (YYYY-MM-DD)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salary     INT,                       -- 연봉: NULL 허용 (연봉 협상 중인 직원 표현)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manager_id CHAR(4),                   -- 상급자의 직원번호: 팀장은 상급자가 없어 NULL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FOREIGN KEY (manager_id) REFERENCES employees(emp_id)   -- 자기 테이블의 emp_id를 참조 (자기참조 외래키)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-- 열 정의 사이는 쉼표, 마지막 줄 뒤에는 쉼표 없음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manager_id가 자기 테이블의 emp_id를 참조 — 조직도를 테이블 하나로 · salary는 NULL 허용(연봉 협상 중)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다온유통 스키마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② 고객 — customers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② 고객·상품 — 둘 다 다른 테이블을 참조하지 않는 부모 테이블이라 서로 순서는 상관없다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TABLE customers (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cust_id     CHAR(4)     PRIMARY KEY,                  -- 고객번호 'C001' = 기본키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name        VARCHAR(20) NOT NULL,                     -- 이름 필수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grade       VARCHAR(10) NOT NULL DEFAULT 'SILVER',    -- 등급을 안 넣으면 자동 'SILVER' (신규 가입 규칙)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city        VARCHAR(20),                              -- 도시: 미입력 허용 (NULL)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email       VARCHAR(50) UNIQUE,                       -- 이메일 중복 금지, 단 NULL은 허용 (C005처럼 미입력 가능)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joined_date DATE        NOT NULL,                     -- 가입일 필수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points      INT         NOT NULL DEFAULT 0            -- 포인트 기본 0 (마지막 열이라 쉼표 없음)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업무 규칙 세 겹 — 신규 고객은 자동 'SILVER'(DEFAULT) · 이메일 중복 불가(UNIQUE) · 포인트 기본 0(DEFAULT)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다온유통 스키마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② 상품 — products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TABLE products (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prod_id  CHAR(4)     PRIMARY KEY,                  -- 상품번호 'P001' = 기본키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name     VARCHAR(50) NOT NULL,                     -- 상품명 (이름이 길 수 있어 50자)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category VARCHAR(20) NOT NULL,                     -- 카테고리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price    INT         NOT NULL CHECK (price &gt;= 0),  -- 판매가(원 단위 정수): 음수면 등록 거부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stock    INT         NOT NULL DEFAULT 0            -- 재고 기본 0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CHECK (price &gt;= 0) — 마이너스 가격 등록을 거부 · 판매가는 원 단위 정수라 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다온유통 스키마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③ 주문 — orders (customers · employees를 참조)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③ 주문 — customers·employees가 먼저 있어야 외래키를 걸 수 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TABLE orders (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order_id   INT         PRIMARY KEY AUTO_INCREMENT,   -- 주문번호: 값을 안 넣어도 1씩 자동 발급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cust_id    CHAR(4)     NOT NULL,                     -- 주문한 고객: 주문에는 반드시 고객이 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emp_id     CHAR(4),                                  -- 담당 직원: 온라인 주문은 없으므로 NULL 허용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order_date DATE        NOT NULL,                     -- 주문일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status     VARCHAR(10) NOT NULL DEFAULT '주문접수',  -- 상태를 안 넣으면 '주문접수'로 시작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FOREIGN KEY (cust_id) REFERENCES customers(cust_id),  -- 없는 고객의 주문은 거부 (참조 무결성)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FOREIGN KEY (emp_id)  REFERENCES employees(emp_id)    -- 없는 직원을 담당자로 넣을 수 없다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AUTO_INCREMENT = 1001;   -- 첫 주문번호를 1001부터 시작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cust_id는 NOT NULL, emp_id는 NULL 허용 — 온라인 주문은 담당 직원이 없다 · 상태를 안 넣으면 '주문접수'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다온유통 스키마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④ 주문 상세 — order_items (복합 기본키)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④ 주문 상세 — orders·products 둘을 참조하므로 가장 마지막에 만든다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TABLE order_items (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order_id   INT     NOT NULL,                   -- 어느 주문의 줄인지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prod_id    CHAR(4) NOT NULL,                   -- 어떤 상품인지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qty        INT     NOT NULL CHECK (qty &gt; 0),   -- 수량: 0이나 음수 주문은 거부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unit_price INT     NOT NULL,                   -- 주문 당시 단가: 상품 가격이 나중에 바뀌어도 결제 금액은 보존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PRIMARY KEY (order_id, prod_id),               -- 복합키: 한 주문에 같은 상품은 한 줄만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FOREIGN KEY (order_id) REFERENCES orders(order_id),     -- 없는 주문번호는 거부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FOREIGN KEY (prod_id)  REFERENCES products(prod_id)     -- 없는 상품번호(P999 등)는 거부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 주문에 같은 상품은 한 줄만(수량을 늘린다) · unit_price를 따로 저장 = 가격 변동 대비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다온유통 스키마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생성 결과 확인 — 세 가지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1100" y="2381250"/>
            <a:ext cx="3924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0200" y="2381250"/>
            <a:ext cx="74676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명령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82600" y="2381250"/>
            <a:ext cx="3924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보이는 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83845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838450"/>
            <a:ext cx="571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2838450"/>
            <a:ext cx="34671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테이블 목록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72100" y="2914650"/>
            <a:ext cx="7543800" cy="762000"/>
          </a:xfrm>
          <a:prstGeom prst="roundRect">
            <a:avLst>
              <a:gd name="adj" fmla="val 1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deckgen:code"/>
          <p:cNvSpPr txBox="1"/>
          <p:nvPr/>
        </p:nvSpPr>
        <p:spPr>
          <a:xfrm>
            <a:off x="5524500" y="3098482"/>
            <a:ext cx="7239000" cy="432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SHOW TABLES;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39750" y="2838450"/>
            <a:ext cx="3810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5개 — customers · employees · order_items · orders · products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86715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3000" y="3867150"/>
            <a:ext cx="571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9700" y="3867150"/>
            <a:ext cx="34671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테이블 구조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72100" y="3943350"/>
            <a:ext cx="7543800" cy="762000"/>
          </a:xfrm>
          <a:prstGeom prst="roundRect">
            <a:avLst>
              <a:gd name="adj" fmla="val 1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deckgen:code"/>
          <p:cNvSpPr txBox="1"/>
          <p:nvPr/>
        </p:nvSpPr>
        <p:spPr>
          <a:xfrm>
            <a:off x="5524500" y="4127182"/>
            <a:ext cx="7239000" cy="432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DESC orders;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39750" y="3867150"/>
            <a:ext cx="3810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열 이름 · 자료형 · NULL 허용 · 키 · 기본값 (= DESCRIBE)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89585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4895850"/>
            <a:ext cx="571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4895850"/>
            <a:ext cx="34671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생성문 원본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72100" y="4972050"/>
            <a:ext cx="7543800" cy="762000"/>
          </a:xfrm>
          <a:prstGeom prst="roundRect">
            <a:avLst>
              <a:gd name="adj" fmla="val 1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deckgen:code"/>
          <p:cNvSpPr txBox="1"/>
          <p:nvPr/>
        </p:nvSpPr>
        <p:spPr>
          <a:xfrm>
            <a:off x="5524500" y="5155882"/>
            <a:ext cx="7239000" cy="432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SHOW CREATE TABLE order_items;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39750" y="4895850"/>
            <a:ext cx="3810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외래키 · 복합키가 어떻게 잡혔는지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ALTER · DROP · TRUNCATE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ALTER TABLE — 컬럼 조작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1100" y="2381250"/>
            <a:ext cx="3924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0200" y="2381250"/>
            <a:ext cx="74676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82600" y="2381250"/>
            <a:ext cx="3924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메모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838450"/>
            <a:ext cx="4000500" cy="742950"/>
          </a:xfrm>
          <a:prstGeom prst="roundRect">
            <a:avLst>
              <a:gd name="adj" fmla="val 769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838450"/>
            <a:ext cx="57150" cy="7429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2838450"/>
            <a:ext cx="34671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컬럼 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72100" y="2914650"/>
            <a:ext cx="7543800" cy="590550"/>
          </a:xfrm>
          <a:prstGeom prst="roundRect">
            <a:avLst>
              <a:gd name="adj" fmla="val 12903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deckgen:code"/>
          <p:cNvSpPr txBox="1"/>
          <p:nvPr/>
        </p:nvSpPr>
        <p:spPr>
          <a:xfrm>
            <a:off x="5524500" y="3052191"/>
            <a:ext cx="7239000" cy="3535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ALTER TABLE customers ADD COLUMN phone VARCHAR(20);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39750" y="2838450"/>
            <a:ext cx="3810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위치를 안 쓰면 맨 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695700"/>
            <a:ext cx="4000500" cy="742950"/>
          </a:xfrm>
          <a:prstGeom prst="roundRect">
            <a:avLst>
              <a:gd name="adj" fmla="val 769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3000" y="3695700"/>
            <a:ext cx="57150" cy="7429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9700" y="3695700"/>
            <a:ext cx="34671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위치 지정 추가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72100" y="3771900"/>
            <a:ext cx="7543800" cy="590550"/>
          </a:xfrm>
          <a:prstGeom prst="roundRect">
            <a:avLst>
              <a:gd name="adj" fmla="val 12903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deckgen:code"/>
          <p:cNvSpPr txBox="1"/>
          <p:nvPr/>
        </p:nvSpPr>
        <p:spPr>
          <a:xfrm>
            <a:off x="5524500" y="3909441"/>
            <a:ext cx="7239000" cy="3535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ALTER TABLE customers ADD COLUMN birth DATE AFTER name;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39750" y="3695700"/>
            <a:ext cx="3810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name 바로 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552950"/>
            <a:ext cx="4000500" cy="742950"/>
          </a:xfrm>
          <a:prstGeom prst="roundRect">
            <a:avLst>
              <a:gd name="adj" fmla="val 769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4552950"/>
            <a:ext cx="57150" cy="7429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4552950"/>
            <a:ext cx="34671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자료형만 변경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72100" y="4629150"/>
            <a:ext cx="7543800" cy="590550"/>
          </a:xfrm>
          <a:prstGeom prst="roundRect">
            <a:avLst>
              <a:gd name="adj" fmla="val 12903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deckgen:code"/>
          <p:cNvSpPr txBox="1"/>
          <p:nvPr/>
        </p:nvSpPr>
        <p:spPr>
          <a:xfrm>
            <a:off x="5524500" y="4766691"/>
            <a:ext cx="7239000" cy="3535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ALTER TABLE customers MODIFY COLUMN phone VARCHAR(30);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39750" y="4552950"/>
            <a:ext cx="3810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MODIFY는 새 자료형만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" y="5410200"/>
            <a:ext cx="4000500" cy="742950"/>
          </a:xfrm>
          <a:prstGeom prst="roundRect">
            <a:avLst>
              <a:gd name="adj" fmla="val 769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" y="5410200"/>
            <a:ext cx="57150" cy="7429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09700" y="5410200"/>
            <a:ext cx="34671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이름 + 자료형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72100" y="5486400"/>
            <a:ext cx="7543800" cy="590550"/>
          </a:xfrm>
          <a:prstGeom prst="roundRect">
            <a:avLst>
              <a:gd name="adj" fmla="val 12903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deckgen:code"/>
          <p:cNvSpPr txBox="1"/>
          <p:nvPr/>
        </p:nvSpPr>
        <p:spPr>
          <a:xfrm>
            <a:off x="5524500" y="5623941"/>
            <a:ext cx="7239000" cy="3535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ALTER TABLE customers CHANGE COLUMN phone mobile VARCHAR(30);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39750" y="5410200"/>
            <a:ext cx="3810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옛 이름 새 이름 자료형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" y="6267450"/>
            <a:ext cx="4000500" cy="742950"/>
          </a:xfrm>
          <a:prstGeom prst="roundRect">
            <a:avLst>
              <a:gd name="adj" fmla="val 769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3000" y="6267450"/>
            <a:ext cx="57150" cy="7429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09700" y="6267450"/>
            <a:ext cx="34671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이름만 변경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72100" y="6343650"/>
            <a:ext cx="7543800" cy="590550"/>
          </a:xfrm>
          <a:prstGeom prst="roundRect">
            <a:avLst>
              <a:gd name="adj" fmla="val 12903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deckgen:code"/>
          <p:cNvSpPr txBox="1"/>
          <p:nvPr/>
        </p:nvSpPr>
        <p:spPr>
          <a:xfrm>
            <a:off x="5524500" y="6481191"/>
            <a:ext cx="7239000" cy="3535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ALTER TABLE customers RENAME COLUMN mobile TO phone;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39750" y="6267450"/>
            <a:ext cx="3810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MySQL 8.0+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43000" y="7124700"/>
            <a:ext cx="4000500" cy="742950"/>
          </a:xfrm>
          <a:prstGeom prst="roundRect">
            <a:avLst>
              <a:gd name="adj" fmla="val 769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3000" y="7124700"/>
            <a:ext cx="57150" cy="7429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09700" y="7124700"/>
            <a:ext cx="34671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컬럼 삭제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72100" y="7200900"/>
            <a:ext cx="7543800" cy="590550"/>
          </a:xfrm>
          <a:prstGeom prst="roundRect">
            <a:avLst>
              <a:gd name="adj" fmla="val 12903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deckgen:code"/>
          <p:cNvSpPr txBox="1"/>
          <p:nvPr/>
        </p:nvSpPr>
        <p:spPr>
          <a:xfrm>
            <a:off x="5524500" y="7338441"/>
            <a:ext cx="7239000" cy="3535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ALTER TABLE customers DROP COLUMN birth;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239750" y="7124700"/>
            <a:ext cx="3810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데이터도 사라짐 · 롤백 불가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ALTER · DROP · TRUNCATE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ALTER TABLE — 제약조건 조작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ALTER TABLE products ADD CONSTRAINT ck_stock CHECK (stock &gt;= 0);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ALTER TABLE products DROP CHECK ck_stock;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ALTER TABLE customers ADD CONSTRAINT uq_phone UNIQUE (phone);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ALTER TABLE customers DROP INDEX uq_phone;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ALTER TABLE orders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ADD CONSTRAINT fk_orders_cust FOREIGN KEY (cust_id) REFERENCES customers(cust_id);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ALTER TABLE orders DROP FOREIGN KEY fk_orders_cust;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ALTER TABLE customers ALTER COLUMN grade SET DEFAULT 'SILVER';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ALTER TABLE customers ALTER COLUMN grade DROP DEFAULT;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ALTER TABLE customers RENAME TO members;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ALTER TABLE members   RENAME TO customers;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CHECK · 외래키는 붙인 이름으로 지운다 · UNIQUE는 인덱스라 DROP INDEX · 기본값은 이후 INSERT부터 적용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ALTER · DROP · TRUNCATE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DROP TABLE vs TRUNCATE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60426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DROP 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TRUNCATE TABLE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 구조 자체를 삭제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 행만 제거, 구조는 유지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분류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DDL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719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719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DDL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롤백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958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958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불가 (자동 커밋)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AUTO_INCREMENT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6197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6197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테이블과 함께 제거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6197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6197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초기화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조건을 골라 행만 지우는 DELETE(롤백 가능)는 다음 주 DML에서 다룬다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DDL에서 자주 막히는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495550"/>
            <a:ext cx="133350" cy="13335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0650" y="2381250"/>
            <a:ext cx="75438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B4372F"/>
                </a:solidFill>
                <a:latin typeface="Pretendard"/>
                <a:ea typeface="Pretendard"/>
                <a:cs typeface="Pretendard"/>
              </a:rPr>
              <a:t>틀리기 쉬운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53550" y="2495550"/>
            <a:ext cx="133350" cy="1333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2381250"/>
            <a:ext cx="75438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1E7B4F"/>
                </a:solidFill>
                <a:latin typeface="Pretendard"/>
                <a:ea typeface="Pretendard"/>
                <a:cs typeface="Pretendard"/>
              </a:rPr>
              <a:t>바로잡는 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895600"/>
            <a:ext cx="7791450" cy="1143000"/>
          </a:xfrm>
          <a:prstGeom prst="roundRect">
            <a:avLst>
              <a:gd name="adj" fmla="val 5000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895600"/>
            <a:ext cx="57150" cy="11430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71600" y="327660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2766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4050" y="2895600"/>
            <a:ext cx="67818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DROP TABLE customers 를 먼저 실행 → 오류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29700" y="3371850"/>
            <a:ext cx="228600" cy="190500"/>
          </a:xfrm>
          <a:prstGeom prst="rightArrow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53550" y="2895600"/>
            <a:ext cx="7791450" cy="1143000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53550" y="2895600"/>
            <a:ext cx="57150" cy="11430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82150" y="327660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2150" y="32766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34600" y="2895600"/>
            <a:ext cx="67818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orders가 참조 중 — 생성의 역순으로 지운다: order_items → orders → products · customers · employees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171950"/>
            <a:ext cx="7791450" cy="1143000"/>
          </a:xfrm>
          <a:prstGeom prst="roundRect">
            <a:avLst>
              <a:gd name="adj" fmla="val 5000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4171950"/>
            <a:ext cx="57150" cy="11430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71600" y="455295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5529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4050" y="4171950"/>
            <a:ext cx="67818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ERROR 1452: a foreign key constraint fails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029700" y="4648200"/>
            <a:ext cx="228600" cy="190500"/>
          </a:xfrm>
          <a:prstGeom prst="rightArrow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53550" y="4171950"/>
            <a:ext cx="7791450" cy="1143000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53550" y="4171950"/>
            <a:ext cx="57150" cy="11430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82150" y="455295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82150" y="45529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34600" y="4171950"/>
            <a:ext cx="67818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부모 테이블에 그 값(예: C999)이 있는지 먼저 확인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43000" y="5448300"/>
            <a:ext cx="7791450" cy="1143000"/>
          </a:xfrm>
          <a:prstGeom prst="roundRect">
            <a:avLst>
              <a:gd name="adj" fmla="val 5000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43000" y="5448300"/>
            <a:ext cx="57150" cy="11430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371600" y="582930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8293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4050" y="5448300"/>
            <a:ext cx="67818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금액 열에 FLOAT / DOUBLE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029700" y="5924550"/>
            <a:ext cx="228600" cy="190500"/>
          </a:xfrm>
          <a:prstGeom prst="rightArrow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353550" y="5448300"/>
            <a:ext cx="7791450" cy="1143000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53550" y="5448300"/>
            <a:ext cx="57150" cy="11430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582150" y="582930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82150" y="58293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34600" y="5448300"/>
            <a:ext cx="67818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부동 소수점 오차 — 원 단위면 INT, 소수가 필요하면 DECIMAL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43000" y="6724650"/>
            <a:ext cx="7791450" cy="1143000"/>
          </a:xfrm>
          <a:prstGeom prst="roundRect">
            <a:avLst>
              <a:gd name="adj" fmla="val 5000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43000" y="6724650"/>
            <a:ext cx="57150" cy="11430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371600" y="710565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71600" y="71056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24050" y="6724650"/>
            <a:ext cx="67818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운영 중인 대용량 테이블에 ALTER TABLE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9029700" y="7200900"/>
            <a:ext cx="228600" cy="190500"/>
          </a:xfrm>
          <a:prstGeom prst="rightArrow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353550" y="6724650"/>
            <a:ext cx="7791450" cy="1143000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53550" y="6724650"/>
            <a:ext cx="57150" cy="11430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582150" y="710565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82150" y="71056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34600" y="6724650"/>
            <a:ext cx="67818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오래 잠길 수 있다 — ALGORITHM=INPLACE, LOCK=NONE 또는 온라인 스키마 변경 도구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PRIMARY KEY와 UNIQUE 제약의 차이로 옳은 것은?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UNIQUE는 테이블당 하나만 만들 수 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PRIMARY KEY는 NULL을 허용한다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UNIQUE는 NULL을 허용하지만 PRIMARY KEY는 허용하지 않는다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둘 다 인덱스를 생성하지 않는다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정답 및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UNIQUE는 NULL을 허용하지만 PRIMARY KEY는 허용하지 않는다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PRIMARY KEY는 테이블당 1개이며 NULL 불가, UNIQUE는 여러 개 가능하며 NULL을 허용합니다. customers.email이 UNIQUE인데 C005는 이메일이 NULL인 것이 그 예입니다.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핵심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65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65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65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65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SQL은 DDL · DML · DCL · TCL — DDL과 DCL은 자동 커밋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5337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5337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5337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5337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돈 계산에 FLOAT/DOUBLE 금지 — 소수는 DECIMAL, 판매가는 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19100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19100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19100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19100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PRIMARY KEY는 테이블당 1개 · NULL 불가, UNIQUE는 여러 개 · NULL 허용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84822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84822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484822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484822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부모 먼저: employees · customers · products → orders → order_items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5054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5054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55054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55054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CHECK (price &gt;= 0) — 제약조건은 업무 규칙의 코드화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1626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1626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1750" y="61626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7500" y="61626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ALTER TABLE의 ADD / MODIFY / CHANGE / DROP 용법을 구분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오늘 만든 다온유통 스키마가 이번 학기 모든 실습의 무대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다음 주차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4주차 · DML 기초와 트랜잭션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INSERT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삽입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다섯 가지 쓰기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시드 데이터 적재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다온유통 데이터를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직접 채운다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UPDATE · DELETE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수정과 삭제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TRUNCATE · DROP 비교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트랜잭션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전부 성공 아니면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전부 취소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3주차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만든 빈 테이블에 다음 주 데이터를 채웁니다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SQL 분류와 작성 규칙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 타입 고르기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제약조건과 외래키 참조 동작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 스키마 5개와 ALTER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이어지는 활동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3주차 실습 문제 10개 · 퀴즈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