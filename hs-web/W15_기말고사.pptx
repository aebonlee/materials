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12/10(목)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기말고사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시험응시] 온라인평가 100점 통과 = 16점 + 학습내역 증명 4점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JavaScript의 값·흐름·함수·배열·객체를 정확히 다룰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 조작과 이벤트로 화면을 바꾸는 코드를 쓸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비동기 처리와 fetch로 외부 자료를 가져와 화면에 그릴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뒷단(HTTP·서버·DB)과 보안의 기본 원칙을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학기의 결과물을 배포하고 발표할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기말고사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9338" y="2781300"/>
            <a:ext cx="123318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9338" y="2781300"/>
            <a:ext cx="123318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100점 통과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772" y="2781300"/>
            <a:ext cx="113639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772" y="2781300"/>
            <a:ext cx="113639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9~14주차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9420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9420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종강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오늘의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오늘의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071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07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88200" y="2781300"/>
            <a:ext cx="99568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8200" y="2781300"/>
            <a:ext cx="9956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00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81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1교시 (16:00~17:15)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8200" y="3448050"/>
            <a:ext cx="9956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3450" y="3448050"/>
            <a:ext cx="9766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프로젝트 발표 — 팀당 5분 발표 + 2분 질의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00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81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휴식 (17:15~17:30)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8200" y="4171950"/>
            <a:ext cx="9956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3450" y="4171950"/>
            <a:ext cx="9766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007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816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2교시 (17:30~18:45)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8200" y="4895850"/>
            <a:ext cx="9956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3450" y="4895850"/>
            <a:ext cx="9766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기말고사 응시 (사이트에서 진행) · 학기 마무리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팀 프로젝트 발표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발표에 담을 것 (5분)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만들었나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(30초) — 팀 이름, 주제 한 문장, 배포된 주소를 화면에 띄웁니다.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(2분) — 실제로 눌러 가며 보여 줍니다. 슬라이드로 설명하지 말고 사이트를 직접 여세요.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어떻게 만들었나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(1분 30초) — 배운 것 중 무엇을 어디에 썼는지. Flexbox·Grid·fetch·localStorage 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막혔던 곳과 해결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(1분) — 여기가 가장 중요합니다. 무엇이 안 됐고 어떻게 알아냈는지.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발표 준비 요령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배포된 주소로 발표합니다.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로컬에서만 되는 것은 발표할 수 없습니다. 미리 강의실 인터넷으로 열어 확인하세요.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휴대폰에서도 열어 보여 주면 좋습니다.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반응형을 만들었다면 그것이 가장 확실한 증거입니다.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잘된 것만 말하지 마세요.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"여기가 아직 안 됩니다"라고 솔직히 말하는 팀이 더 높은 평가를 받습니다.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모든 팀원이 한 마디씩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 자기가 맡은 부분을 자기 입으로 설명하세요.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평가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7135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713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2455" y="2781300"/>
            <a:ext cx="1309254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2455" y="2781300"/>
            <a:ext cx="130925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2455" y="34480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7705" y="34480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끝까지 동작하는가. 깨진 링크·오류가 없는가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배운 것의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2455" y="41719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7705" y="41719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구조·CSS 배치·JS 상호작용이 고르게 쓰였는가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반응형·접근성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2455" y="48958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7705" y="48958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좁은 화면에서 쓸 만한가, alt·label·제목 계층을 지켰는가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협업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2455" y="56197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7705" y="56197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역할이 나뉘고 각자 자기 부분을 설명할 수 있는가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287135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26808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발표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52455" y="6343650"/>
            <a:ext cx="1309254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7705" y="6343650"/>
            <a:ext cx="129020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5분 안에 핵심이 전달되는가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평가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규모가 크다고 점수가 높지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 3개짜리 사이트가 깔끔하게 동작하는 것이, 페이지 10개인데 절반이 깨진 것보다 훨씬 좋은 결과물입니다.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기말고사 — 100점 통과제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기말고사도 중간고사와 같은 방식입니다.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기말고사 — 100점 통과제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4517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4517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6277" y="2781300"/>
            <a:ext cx="1361872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6277" y="2781300"/>
            <a:ext cx="1361872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출제 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6277" y="3448050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527" y="3448050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9주차 ~ 14주차 (중간고사 이후 범위)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6277" y="4044043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527" y="4044043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50문항 (객관식 4지선다 + 단답형) · 문항당 2점 · 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통과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6277" y="4640036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527" y="4640036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— 재응시 횟수 제한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성적 반영 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6277" y="5236029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527" y="5236029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온라인평가 100점 통과(캡처 제출) → 16점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성적 반영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6277" y="5832021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527" y="5832021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학습내역 증명 제출 → 4점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제한 시간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6277" y="6428014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527" y="6428014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1회 응시당 60분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2345177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2154677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채점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6277" y="7024007"/>
            <a:ext cx="13618723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527" y="7024007"/>
            <a:ext cx="13428223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즉시 자동 채점 · 문항별 해설 제공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사이트의 기말평가를 100점이 될 때까지 반복 응시하고, 100점 화면을 캡처하여 제출합니다.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주차별 출제 비중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0044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004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1547" y="2781300"/>
            <a:ext cx="1328680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547" y="2781300"/>
            <a:ext cx="1328680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06453" y="2781300"/>
            <a:ext cx="133854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06453" y="2781300"/>
            <a:ext cx="13385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1547" y="3448050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6797" y="3448050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CSS3 고급 — Flexbox, Grid, 반응형 웹 디자인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806453" y="3448050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01703" y="3448050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1547" y="4143375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76797" y="4143375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기초 문법 — 변수, 자료형, 형변환, 조건·반복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806453" y="4143375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901703" y="4143375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10문항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81547" y="4838700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76797" y="4838700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코어 객체 — 함수, Array, String, Math,…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806453" y="4838700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901703" y="4838700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10문항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81547" y="5534025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6797" y="5534025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DOM 활용 — 요소 찾기·내용/속성/클래스 바꾸기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806453" y="5534025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901703" y="5534025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9문항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81547" y="6229350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6797" y="6229350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처리 — addEventListener, preventDefault, 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806453" y="6229350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01703" y="6229350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9문항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1300447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11099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81547" y="6924675"/>
            <a:ext cx="13286805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6797" y="6924675"/>
            <a:ext cx="1309630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종합 — 배포와 마무리 점검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806453" y="6924675"/>
            <a:ext cx="13385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901703" y="6924675"/>
            <a:ext cx="11480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2문항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개념 — 말로 설명할 수 있어야 합니다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const와 let의 차이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, var를 쓰지 않는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=== 와 == 의 차이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=== 를 쓰는 이유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map·filter·find·reduce가 각각 무엇을 돌려주는가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(배열인가 요소인가 값 하나인가)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개념 — 말로 설명할 수 있어야 합니다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DOM이 무엇인가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파일과 DOM은 어떻게 다른가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동기와 비동기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비동기가 필요한가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프론트엔드와 백엔드의 역할 분담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중요한 판단은 왜 서버에서 하는가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실수하기 쉬운 곳 — 여기서 많이 틀립니다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'5' + 3 은 8이 아니라 '53'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input.value는 항상 문자열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textContent vs innerHTML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입력에 innerHTML을 쓰면 안 되는 이유(XSS)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form의 button은 기본이 submit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e.preventDefault() 가 필요한 이유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await 를 빠뜨리면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Promise가 그대로 나온다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fetch 는 404에서도 reject되지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res.ok 를 확인해야 하는 이유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실수하기 쉬운 곳 — 여기서 많이 틀립니다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localStorage 는 문자열만 저장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JSON.stringify / JSON.parse 가 짝으로 나오는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sort() 를 그냥 쓰면 문자열로 정렬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[10, 9, 100] 이 [10, 100, 9] 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script가 head에 있으면 querySelector 가 null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DOM이 아직 없다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참조형 복사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const y = x 뒤에 y.n = 2 하면 x.n 도 바뀐다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4xx는 요청 쪽, 5xx는 서버 쪽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 문제는 강의에서 다룬 범위 안에서만 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9~15주차 강의를 다시 훑고, 각 주차의 실습 문제와 코드 실습장의 JavaScript 드릴을 한 번씩 더 풀어 보는 것이 가장 확실한 대비입니다.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학기를 마치며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 전, 여러분은 &lt;h1&gt; 이 무엇인지도 몰랐습니다.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학기를 마치며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여러분은 문서의 뼈대를 세우고, 배치하고, 반응형으로 만들고, JavaScript로 움직이게 하고, 인터넷에서 자료를 가져와 화면에 그리고, 그 결과물을 실제 주소로 공개할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이건 정말 많이 온 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앞으로 무엇을 하면 좋은가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만들던 것을 계속 만드세요.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학기의 결과물은 끝이 아니라 시작점입니다. 방학 동안 기능을 하나씩 더 붙여 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GitHub에 계속 쌓으세요.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잔디(커밋 기록)는 하루아침에 만들어지지 않습니다. 4학년 때 큰 차이가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남의 사이트를 뜯어보세요.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마음에 드는 사이트를 F12로 열어 보는 것이 가장 좋은 공부입니다.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프론트로 가고 싶다면 React·TypeScript, 백엔드로 가고 싶다면 Node.js·데이터베이스.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5.2 이 사이트는 계속 열려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학기가 끝나도 이 학습사이트는 그대로 열려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주차별 강의·이론 편람·코드 실습장·예제 갤러리·AI 프롬프트 카드는 언제든 다시 볼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다음 학기에 웹이 필요해지면 여기부터 다시 오세요.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학기 마지막 부탁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기말고사 100점을 만들고 캡처를 제출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하세요 (15점).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향상 결과와 학습한 내용을 정량·정성으로 정리해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제출하세요 (5점).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팀 프로젝트 배포 주소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제출하세요.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학기 수고 많았습니다. 여러분이 만든 것을 자랑스럽게 여기세요. 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15주차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15주차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기말고사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시험은 100점을 만들 때까지 재응시할 수 있습니다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