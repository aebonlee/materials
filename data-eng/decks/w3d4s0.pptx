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DuckDB 분석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세 차시가 남긴 파일 넷과 가상환경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3-4 는 앞 세 차시의 파일 넷을 받는다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3-3 의 events.parquet · 3-1 의 orders_step1.parquet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customers.csv · orders_enriched.parquet(3-2)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week3 가상환경 — pandas · duckdb · pyarrow 판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— 이어 붙이기 둘, 단독 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설치할 것은 없다 — 도커도 쓰지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지우는 것 없이 확인만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재설정(4단계)은 오늘 실습을 처음부터 다시 하고 싶을 때만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파일 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-lh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 1000000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venv·판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3.0.6 · 1.5.6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25.0.1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 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것만 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넷과 가상환경 — 명령 세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070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070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3706" y="2781300"/>
            <a:ext cx="1521129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106" y="2781300"/>
            <a:ext cx="1490649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 · source .venv/bin/activate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79070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79070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3706" y="3429000"/>
            <a:ext cx="1521129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6106" y="3429000"/>
            <a:ext cx="1490649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-lh events.parquet orders_step1.parquet customers.csv orders_enriched.parquet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79070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79070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3706" y="4076700"/>
            <a:ext cx="1521129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6106" y="4076700"/>
            <a:ext cx="1490649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9.8M · 21K · 4.2K · 24K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79070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79070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3706" y="4724400"/>
            <a:ext cx="1521129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6106" y="4724400"/>
            <a:ext cx="1490649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count(*) FROM 'events.parquet' → 1000000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79070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79070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3706" y="5372100"/>
            <a:ext cx="1521129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6106" y="5372100"/>
            <a:ext cx="1490649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print(pandas.__version__, duckdb.__version__, pyarrow.__version__, sys.prefix)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ls 네 줄 · 1000000 · 3.0.6 1.5.6 25.0.1 …/week3/.venv — n 을 30만으로 줄였다면 300000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막혔을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없는 파일은 이렇게 되살린다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없는 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되살리는 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events.parquet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events.csv 있으면 3-3 1.5H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3-3 1H 2단계부터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customers.csv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1.5H 1단계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1H 의 timeseries.py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orders_step1.parquet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1H 2단계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+ 1.5H 1·4·5·7단계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시드 고정이라 같은 파일이 나온다 · No module named 'duckdb' 면 pip install duckdb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— 누가 만들고 누가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sql_analysis.py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1~7단계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붙이기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roundtrip.py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1719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1719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1~4단계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붙이기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user_segments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segment_summary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8958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8958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4단계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(Parquet 둘)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회고 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df_cost.py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6197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6197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5단계 단독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6197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6197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funnel.py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6343650"/>
            <a:ext cx="57226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6343650"/>
            <a:ext cx="55321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6단계 정답 예시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63436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63436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코드 블록 첫 줄 주석이 파일 이름 — 이어 붙이는 파일은 단계마다 다시 돌린다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앞 차시 파일은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오늘 만든 파일 여섯 (py 넷 · parquet 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노트 4단계의 한 줄 명령 그대로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3-1·3-2·3-3 의 파일만 남으면 끝 — 1.5H 1단계부터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events* · orders_* · customers.csv · .venv 는 그대로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지우면 앞 차시를 다시 돌려야 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내일 3-5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orders.csv 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꺼낸다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나오는 문법 3가지 — W3Schools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3909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3909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float('inf')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33909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33909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어떤 수보다 큰 값 — 1H 1단계 등급 경계의 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15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3815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q[0]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43815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43815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리스트 번호로 꺼내기 — 0 부터, 1H 1단계 분위수 경계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372100"/>
            <a:ext cx="285750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372100"/>
            <a:ext cx="23241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del 변수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5372100"/>
            <a:ext cx="1314450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5372100"/>
            <a:ext cx="1257300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 쓴 큰 데이터를 놓아준다 — 1H 5단계 del big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오늘은 SQL 이 대부분이라 새 파이썬 문법이 적다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3-4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3-4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집계·윈도 함수·CTE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 가 켜진 터미널은 그대로 두세요. 실습 1.5H 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 문법이 DuckDB 에서 그대로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윈도 함수 — 행을 줄이지 않는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QUALIFY 와 CTE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는 줄인 다음에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파일 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