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7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5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D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EE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2부 · 3교시 · 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AI와 함께 이력서 ·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자기소개서 · 면접 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2026. 11. 6.(금) 15:30~16:25 · 강사 성예종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경산시취업지원센터 · 경산고용복지+센터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2026년 제1차 취업특강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지금 어디쯤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네 교시, 한 결과가 다음 교시의 재료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10" name="Oval 9"/>
          <p:cNvSpPr/>
          <p:nvPr/>
        </p:nvSpPr>
        <p:spPr>
          <a:xfrm>
            <a:off x="2947988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내 소개 · 흥미검사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소개 카드 · 흥미검사 결과지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017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17" name="Oval 16"/>
          <p:cNvSpPr/>
          <p:nvPr/>
        </p:nvSpPr>
        <p:spPr>
          <a:xfrm>
            <a:off x="7015162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017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877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 · 생성형 AI 기초 · 직무분석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8775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877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877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직무분석 메모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735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24" name="Oval 23"/>
          <p:cNvSpPr/>
          <p:nvPr/>
        </p:nvSpPr>
        <p:spPr>
          <a:xfrm>
            <a:off x="11053762" y="2867025"/>
            <a:ext cx="247650" cy="24765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7735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E6F4EE"/>
          </a:solidFill>
          <a:ln w="19050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595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 · 이력서 · 자기소개서 · 면접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5950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595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595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서류 초안 · 예상 면접 질문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4452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31" name="Oval 30"/>
          <p:cNvSpPr/>
          <p:nvPr/>
        </p:nvSpPr>
        <p:spPr>
          <a:xfrm>
            <a:off x="15149512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34452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7312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총정리 · 맞춤 수정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73125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7312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7312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맞춤 수정본 · 다음 걸음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55분 뒤에는 이렇게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2교시에 찾은 직무역량을 이력서 문장에 넣습니다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평범한 경험을 「상황 → 한 일 → 결과」 문장으로 바꿉니다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 말투로 자기소개서 한 문항 초안을 씁니다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예상 면접 질문을 뽑고 AI와 모의면접을 해 봅니다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남는 것: 이력서 · 자기소개서 초안 · 예상 면접 질문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3교시 ① · 이력서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해 본 일을 성과 문장으로 바꿉니다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「~을 담당했습니다」에서 멈추지 않고, 어떻게 했고 무엇이 달라졌는지까지 씁니다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같은 경험, 다른 문장 · 김서연(가명, 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경험 나열과 성과 문장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나열한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누가 써도 같은 문장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물류센터 아르바이트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학생회 총무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카페 아르바이트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성과 문장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내가 보이는 문장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입고 수량을 검수해 차이를 바로 보고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행사 예산을 엑셀로 정리해 영수증과 맞춤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재고 점검 · 발주와 마감 정산을 맡음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성과 문장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네 칸을 채우면 한 문장이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숫자는 내가 확실히 아는 것만 씁니다 — 모르면 「확인 필요」로 남깁니다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어디서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어떤 일이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내가 직접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한 행동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무엇이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달라졌나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키워드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공고의 낱말로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다듬기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실습 프롬프트 L3-1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이력서 — 경험을 성과 문장으로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핵심 — 2교시 키워드와 내 경험을 함께 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이력서 첨삭 취업 컨설턴트 [자료] 지원 직무 · 2교시 핵심 역량 · 키워드 · 내가 해 온 일 [과업] ① 경력 문장 3개 ② 「상황 → 한 일 → 결과」 ③ 키워드를 자연스럽게 [형식] 번호 붙인 문장 3개, 40자 안팎 [조건] 말하지 않은 숫자 · 자격은 「확인 필요」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숫자 · 자격 · 기간이 내가 말한 그대로인지 봅니다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공백기 · 경력이 없는 졸업예정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숨기지 않고 「그래서 잘할 수 있다」로 잇습니다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박하늘(가명, 28) · 졸업 뒤 8개월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기계과 → 품질관리 사원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컴퓨터활용능력 2급을 준비하며 엑셀을 익힘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라인에서 불량을 먼저 찾아 보고한 경험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그래서 품질관리로 방향을 정함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김서연(가명, 24) · 경력 없는 졸업예정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경영학과 → 물류관리 사무원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유통관리 수업과 재고 회전 분석 과제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물류센터 아르바이트로 입고 검수를 겪음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그래서 신입이어도 흐름을 압니다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3교시 ② · 자기소개서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 목소리로 쓰면 「AI 티」가 빠집니다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흔한 표현 대신 실제 장면 하나 — 읽는 사람은 그 장면에서 나를 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자주 나오는 문항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네 문항 가운데 하나를 골라 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지원동기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왜 이 일,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왜 이 회사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직무역량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2교시 역량과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경험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협업 경험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함께 일한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장면 하나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입사 후 포부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첫해에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할 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「AI 티」 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 표현이 보이면 장면으로 바꿉니다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84035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「끊임없는 도전 정신」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→ 실제로 도전한 일 하나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66141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93001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75666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「소통 능력을 길렀습니다」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→ 누구와 무엇을 조율했나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5107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50196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84632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「회사 발전에 기여」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→ 첫해에 할 일 한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84073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610933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93598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지나친 꾸밈말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→ 짧고 담백하게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3039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719899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702564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내가 안 한 경험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→ 지웁니다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실습 프롬프트 L3-2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자기소개서 — 내 말투로 문항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핵심 — 문항 · 역량 · 내 말로 적은 까닭을 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자기소개서 취업 코치 [자료] 문항(글자 수) · 지원 직무와 역량 · 하고 싶은 까닭과 경험 [과업] ① 내 말투로 초안 ② 흔한 표현은 실제 장면으로 ③ 사실 확인할 문장 표시 [형식] 초안 + 확인할 문장 목록 [조건] 글자 수 지키기, 안 한 경험 지어내지 않기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표시된 문장이 모두 사실인지 내가 확인합니다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3교시 ③ · 인공지능 활용 면접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서류에 쓴 문장은 면접 질문이 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내가 설명할 수 있는 문장만 서류에 남기고, 그 문장으로 나올 질문을 미리 연습합니다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답변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네 마디로 답하면 길을 잃지 않습니다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한 답은 1분 안팎 — 결론부터 말합니다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묻는 말에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먼저 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왜 그렇게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말할 수 있나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실제 장면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하나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 회사에서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어떻게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답변 예시 · 김서연(가명, 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「경력이 없는데 이 일을 잘할 수 있겠습니까?」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95600"/>
            <a:ext cx="1428750" cy="8191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956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95600"/>
            <a:ext cx="14573250" cy="819150"/>
          </a:xfrm>
          <a:prstGeom prst="rect">
            <a:avLst/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956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네, 수업과 현장 아르바이트로 물류 흐름을 직접 겪었습니다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886200"/>
            <a:ext cx="1428750" cy="8191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8862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886200"/>
            <a:ext cx="14573250" cy="819150"/>
          </a:xfrm>
          <a:prstGeom prst="rect">
            <a:avLst/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8862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유통관리 · 생산운영관리에서 재고와 입출고를 배웠습니다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876800"/>
            <a:ext cx="1428750" cy="8191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8768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876800"/>
            <a:ext cx="14573250" cy="819150"/>
          </a:xfrm>
          <a:prstGeom prst="rect">
            <a:avLst/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8768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물류센터에서 입고 수량 차이를 찾아 바로 보고했습니다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67400"/>
            <a:ext cx="1428750" cy="8191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8674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867400"/>
            <a:ext cx="14573250" cy="819150"/>
          </a:xfrm>
          <a:prstGeom prst="rect">
            <a:avLst/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8674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전산 시스템을 빨리 익혀 입출고 일정을 맡겠습니다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경력 · 전공 질문은 피하지 말고 「이미 해 본 일」로 답합니다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실습 프롬프트 L3-3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면접 — 예상 질문과 AI 모의면접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핵심 — 한 번에 한 질문씩 묻게 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이 직무의 면접관 [자료] 지원 직무 · 이력서 · 자기소개서 요약 [과업] ① 예상 질문 5개 ② 한 번에 하나씩 묻기 ③ 「결론 → 근거 → 사례 → 다짐」으로 피드백 [형식] 질문 한 줄, 피드백 세 줄 이내 [조건] 내 답에 없는 경험 덧붙이지 않기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소리 내어 답해 보면 막히는 곳이 보입니다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001750" y="1181100"/>
            <a:ext cx="31432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3256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516100" y="1295400"/>
            <a:ext cx="2400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3교시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2477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3교시 산출물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2477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서류 초안 · 예상 면접 질문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476500"/>
            <a:ext cx="4000500" cy="1403350"/>
          </a:xfrm>
          <a:prstGeom prst="roundRect">
            <a:avLst>
              <a:gd name="adj" fmla="val 407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476500"/>
            <a:ext cx="57150" cy="14033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590800"/>
            <a:ext cx="3467100" cy="1174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이력서 성과 문장 3개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상황 → 한 일 → 결과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43500" y="2476500"/>
            <a:ext cx="12001500" cy="1403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95900" y="3178175"/>
            <a:ext cx="116967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3000" y="4013200"/>
            <a:ext cx="4000500" cy="1403350"/>
          </a:xfrm>
          <a:prstGeom prst="roundRect">
            <a:avLst>
              <a:gd name="adj" fmla="val 407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013200"/>
            <a:ext cx="57150" cy="14033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4127500"/>
            <a:ext cx="3467100" cy="1174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자기소개서 한 문항 초안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문항 이름과 글자 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3500" y="4013200"/>
            <a:ext cx="12001500" cy="1403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95900" y="4714875"/>
            <a:ext cx="116967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3000" y="5549900"/>
            <a:ext cx="4000500" cy="873125"/>
          </a:xfrm>
          <a:prstGeom prst="roundRect">
            <a:avLst>
              <a:gd name="adj" fmla="val 654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549900"/>
            <a:ext cx="57150" cy="87312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9700" y="5664200"/>
            <a:ext cx="3467100" cy="644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예상 면접 질문 3개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AI 모의면접에서 나온 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43500" y="5549900"/>
            <a:ext cx="12001500" cy="873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3000" y="6556375"/>
            <a:ext cx="4000500" cy="873125"/>
          </a:xfrm>
          <a:prstGeom prst="roundRect">
            <a:avLst>
              <a:gd name="adj" fmla="val 654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3000" y="6556375"/>
            <a:ext cx="57150" cy="87312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09700" y="6670675"/>
            <a:ext cx="3467100" cy="644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가장 자신 있는 답 한 줄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결론부터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43500" y="6556375"/>
            <a:ext cx="12001500" cy="873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가장 마음에 드는 문장 하나와 면접 질문 하나를 패들릿 「3교시 강의 · 나누기」에 올립니다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제출 전에 꼭 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84035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숫자 · 자격 · 기간이 내가 말한 그대로다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66141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93001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75666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「확인 필요」로 남은 곳을 직접 확인했다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5107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50196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84632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자기소개서에 내가 하지 않은 경험이 없다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84073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610933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93598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공고의 핵심 키워드가 자연스럽게 들어갔다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3039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719899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702564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면접에서 이 문장을 내 말로 설명할 수 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3교시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3교시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55분, 서류와 면접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AI가 쓴 문장은 초안 — 사실과 목소리는 내가 채웁니다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경험은 「상황 → 한 일 → 결과」 문장으로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흔한 표현 대신 실제 장면 하나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면접 답은 결론 → 근거 → 사례 → 다짐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서류 초안과 예상 질문을 챙겼습니다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4교시 · 총정리 워크숍 (정동엽)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