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2교시 · 개선안 도출과 우선순위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기반 개선 대안 생성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원인별 대안 펼치기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넓히는 일은 AI, 좁히는 일은 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하나에 즉시 조치·재발 방지·시스템화 세 층을 펼친다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프롬프트로 근거가 붙은 대안 15개를 받는다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중복을 묶고 걸러 평가할 대안 5~7개로 줄인다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3_대안평가매트릭스 A열의 대안 목록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대안의 세 층 — 시간 축으로 나눈다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23622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즉시 조치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나는 피해를 멈춘다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며칠 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소화기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재발 방지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방법·양식을 바꾼다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주 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콘센트 교체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잊어도 자동으로 잡힌다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감지기·스프링클러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대안마다 「어느 원인을 겨냥하는가」 꼬리표를 붙인다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원인에 세 층을 대 보면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즉시 조치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재발 방지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주원인 교정 누락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재교정·이중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921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체크리스트 교정 항목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SPC 알람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부원인 로트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L-0809 재고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921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수입검사·시험 소결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로트-제품 추적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별개 과제 습도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습도 점검 늘리기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습도 관리 기준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성형실 제습 설비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보류(야간 숙련도)는 대안 대신 데이터 수집 과제로 오후에 넘긴다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펼치고, 채우고, 줄인다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07_improvement_workbook.xlsx 의 3일차 원인 정리에서 출발합니다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원인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확정 원인 +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숫자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대안 15개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층을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모두 채우게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격자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× 층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 보충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줄이기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묶기·지우기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·쪼개기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A열에 입력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점수는 비움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프롬프트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 15개 프롬프트의 핵심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역할과 원인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부품 공장의 공정개선 엔지니어 + 확정 원인과 근거 숫자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배분과 층 요구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 8개 이상 · 원인마다 즉시/재발방지/시스템화 모두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원인은 대안 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확인에 필요한 데이터만 한 줄로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일반론 금지 · 효과 수치는 준 숫자로만, 계산식 함께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팀이 좁히는 세 가지 손질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묶는다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원인·같은 층·같은 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구체적인 이름으로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지운다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일반론 · 효과 확인 불가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보류 원인 겨냥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쪼갠다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덩어리가 큰 대안은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조치와 시스템화로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예: 「TC-3 재교정」과 「열전대 전 채널 점검」은 한 묶음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결과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평가할 대안 여섯 개 — 3·4교시에도 이 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번호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2842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448050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8450" y="3448050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재교정·이중 비교 측정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4560" y="3448050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9810" y="3448050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143375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8450" y="4143375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체크리스트 교정 확인 항목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433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433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143375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143375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재발 방지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838700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4838700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SPC 관리도·알람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3870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3870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0" y="4838700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9810" y="4838700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534025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8450" y="5534025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계측기 교정 이력 관리 시스템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553402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553402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24560" y="5534025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9810" y="5534025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0" y="6229350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8450" y="6229350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수입검사 밀도·로트별 시험 소결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44200" y="62293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39450" y="62293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부원인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624560" y="6229350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9810" y="6229350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재발 방지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0" y="6924675"/>
            <a:ext cx="7962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8450" y="6924675"/>
            <a:ext cx="7772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성형실 제습 설비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44200" y="69246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9450" y="69246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별개 과제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624560" y="6924675"/>
            <a:ext cx="3520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9810" y="6924675"/>
            <a:ext cx="3329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팀마다 표현과 개수(5~7개)는 달라도 된다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목록을 저장하기 전에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861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7338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8004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814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원인에 대안이 남아 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「야간 재교육」 — 효과를 잴 수 없는 일이 위로 올라간다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5339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5339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7815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8482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6291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주원인에 즉시 조치만 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재교정만 하면 다음 정비 때 같은 일이 되풀이된다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5816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5816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8293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8959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6769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원인보다 큰 대안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「설비 전면 교체」 — 원인과 크기가 맞는지 본다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6D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회사 문제로 할 때는 설비명·공정 조건을 비식별화해서 AI 에 넘긴다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50분이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모든 대안에 겨냥 원인과 층 꼬리표가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주원인에 즉시·재발 방지·시스템화 세 층이 모두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원인을 겨냥한 대안이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최종 대안 5~7개, 같은 일을 두 번 적지 않았다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2교시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2교시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평가 기준 수립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효과·비용·기간·위험·수용성 다섯 기준의 1~5점 채점 기준표와 가중치를 정합니다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기준의 뜻을 우리 사례로 좁히기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로 채점 기준표 초안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낮을수록 좋은 기준은 방향 뒤집기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가중치와 근거 한 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A열에 적은 대안 5~7개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