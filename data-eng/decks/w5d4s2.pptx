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DataFrame과 SparkSQL 가공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API로 데이터 가공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조인·파생·필터·집계를 체인으로 — 중간마다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orders·products 를 만들고 order_date 를 date 로 바꾼다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join → withColumn → filter → groupBy 를 체인으로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ambiguous · cannot resolve 두 오류를 직접 내고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윈도로 날짜별 1위를 뽑고 explain() 에서 조인 방식을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~/data-eng/week5 → bash lake-pyspark.sh 로 셸을 띄웁니다 — 이후는 &gt;&gt;&gt; 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표 두 개에서 실행 계획까지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Pandas 에서 한 일을 분산 환경에서 그대로 — 문법이 조금 다를 뿐 생각은 같습니다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셸·타입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5행·3행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to_date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조인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5행 → 5행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파생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일부러 실패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ambiguous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cannot resolve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필터·집계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big 2행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7·8. 윈도·계획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셸을 띄우고 표 두 개 · 날짜 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lake-pyspark.sh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「0 artifacts copied, 4 already retrieved」 — 10~20초 뒤 &gt;&gt;&gt;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createDataFrame 으로 orders ·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5행 · products 3행 — printSchema() 에 order_date: 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F.to_date("order_date") 로 덮어쓰기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withColumn 뒤 printSchema() 에 order_date: date 면 통과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먼저 한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functions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as 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Windows(WSL2) 분 — 0 artifacts copied 가 나왔나요, jar 를 다시 받았나요?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조인하고 amount 를 만든다 — 5행 → 5행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orders.join(products, on="product_id", how="inner")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「조인 전: 5 행 / 조인 후: 5 행」 · product_id 칸은 하나만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withColumn("amount", F.col("qty") * F.col("price"))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225000 · 90000 · 46000 · 23000 · 930000 다섯 값(순서는 다를 수 있음)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products.select("product_id").distinct().count()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「products 행: 3」 · 「product_id 고유: 3」 — validate 대신 이 한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두 숫자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 = 3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이면 안전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키를 조건식으로 주면 — ambiguous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이론의 「키를 문자열로」가 왜 규칙인지 — 오류를 한 번 직접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조건식 조인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orders["product_id"]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== products[…]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bad.columns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product_id 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AMBIGUOUS_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처방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on="product_id"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alias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한 번 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joined 에 amount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cannot resolve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오류 — ambiguous 와 cannot resolve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[AMBIGUOUS_REFERENCE]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Reference `product_id` is ambiguous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원인: 조건식 조인은 두 컬럼을 다 남긴다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처방 1: on="product_id" 문자열로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처방 2: alias("o")·alias("p") 로 출처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[UNRESOLVED_COLUMN…]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`amount` cannot be resolved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원인: 가공 전 변수 joined 에는 amount 가 없다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.WITH_SUGGESTION — 그 시점의 컬럼 후보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처방: with_amount 에서 filter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5~7단계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필터 · 집계 · 윈도 — 결과 값으로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filter(F.col("amount") &gt;= 100000)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big 은 정확히 2행 — 3 keyboard 225000 · 4 monitor 930000 · recent_big 도 같음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groupBy("name").agg(…).orderBy(F.desc(…))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monitor 930000·3 / keyboard 315000·7 / mouse 69000·3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F.row_number().over(w) → filter("rn = 1")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08-24 keyboard 90000 · 08-25 monitor 930000 · 08-26 mouse 46000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복합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(조건1) &amp;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(조건2)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sales.explain() — SortMergeJoin 과 Exchange 넷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sales.explain() → SortMergeJoin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Exchange 넷 — 조인 양쪽 hashpartitioning(product_id) 둘 · name · 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Broadcast 가 아닌가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createDataFrame 표는 크기를 몰라 약 6.9×10¹⁸ 바이트로 봄 → 10MB 초과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orders.join(F.broadcast(products), 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BroadcastHashJoin · BroadcastExchange — 조인 쪽 Exchange 가 사라짐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Iceberg 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크기를 알아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힌트 없이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lake.db.orders 는 144 바이트로 계산 — 힌트 없이 Broadcast. explain 결과가 SortMergeJoin 으로 같게 나왔나요?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 artifacts copied 뒤 &gt;&gt;&gt; · order_date 가 date 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조인 전후 5 = 5 · products 키 고유성 3 =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AMBIGUOUS_REFERENCE · UNRESOLVED_COLUMN 을 직접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big 정확히 2행 · 상품별 합계 monitor · keyboard · mouse 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날짜별 1위 세 행 · 08-24 keyboard 90000 부터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SortMergeJoin · Exchange 넷 → broadcast 힌트로 BroadcastHashJoin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5-4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SparkSQL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가공을 SQL 로 다시 쓰고, 두 방식의 explain() 을 대조한 뒤 Iceberg 테이블로 저장합니다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createOrReplaceTempView 로 임시 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VIEWS IN default 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로 같은 집계 — 결과 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lake.db.product_sales 로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셸 그대로 · sales · with_amount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