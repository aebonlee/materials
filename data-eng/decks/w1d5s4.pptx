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247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총정리 ·</a:t>
            </a:r>
          </a:p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3627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손으로 하던 일을 파일로 옮겨 적어 두면 재현된다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다섯 차시가 남긴 결과물을 한 표로 되짚는다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명령 여덟 개를 요약 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셋의 원인과 해결을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환경을 정돈하고 산출물 제출을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2주차부터는 이 위에 진짜 데이터를 얹습니다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 → Dockerfile → Compose, 다섯 차시가 남긴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리눅스 명령과 파이프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64140" y="34480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9390" y="34480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access.log · hello.sh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쉘 스크립트와 종료 코드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4140" y="41719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59390" y="41719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backup.sh 등 스크립트 5종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이미지·컨테이너·볼륨·포트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64140" y="48958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59390" y="48958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 볼륨 · 도커 명령 감각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Dockerfile 과 레이어 캐시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56197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56197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app/ 폴더 · data-app 이미지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로 환경 전체 정의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4140" y="63436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390" y="63436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yml · README.md (산출물)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주를 관통한 생각은 하나 — 손으로 하던 일을 파일로 옮겨 적어 두면 언제든 똑같이 재현된다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Compose 명령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전부 docker compose 뒤에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검사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config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 (빌드 포함)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969544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3969544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491038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491038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보기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012531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012531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서비스명 (-f 실시간)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안으로 들어가기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5534025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5534025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서비스명 bash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서비스만 재시작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6055519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6055519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서비스명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정지·삭제 (볼륨 유지)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6577012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9090" y="6577012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삭제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7098506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9090" y="7098506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(되돌릴 수 없음)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docker-compose.yml 이 있는 폴더에서 — down -v 는 되돌릴 수 없으니 평소에는 down 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2주차를 위한 정돈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~/data-eng/week1 에서 네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환경 내리기 — 볼륨은 남겨 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pg 2&gt;/dev/null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컨테이너가 남아 있으면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· docker images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것 확인 — 실행 중인 컨테이너가 없어야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~/data-eng/week2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폴더 미리 만들어 두기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실행 중인 컨테이너가 없고 ~/data-eng 아래에 week1 · week2 폴더가 있으면 정돈 완료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 중 몇 개에 표시할 수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들여쓰기 규칙(공백 2칸 · 탭 금지)을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 · volumes · depends_on 이 각각 무엇을 정의하는지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 localhost 와 서비스 이름의 차이를 실험으로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--build 로 db·admin·app 3개 서비스를 한 번에 기동했다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pgAdmin 에서 호스트 이름 db 로 PostgreSQL 에 연결했다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후 up 을 해도 표가 남는 것으로 볼륨 보존을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후 README 의 명령만으로 재현되는지 스스로 검증했다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산출물(docker-compose.yml + README.md)을 제출했다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yaml: line N 파싱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들여쓰기 어긋남 · 탭 섞임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2칸 통일 · config 로 검사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 allocated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가 5432 사용 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pg 뒤 up -d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인데 DB 연결 실패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순서만 보장, 준비 완료 아님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잠시 후 재시도 · healthcheck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번째의 근본 해결은 healthcheck + depends_on 의 condition — 앱 쪽 재시도 로직도 실무 표준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 와 docker compose 는 다른가요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하이픈은 옛 파이썬 버전, 공백은 도커 내장 현재 버전 — 이 과정은 전부 공백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이름이 꼭 docker-compose.yml 이어야 하나요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기본값일 뿐 — 다른 이름은 docker compose -f 파일명 으로 지정 (5주차 축소 구성이 그 예)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재시작을 반복해요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서비스명 — 대부분 환경변수 누락이나 설정 오류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2주차부터는 무엇을 하나요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데이터베이스(MySQL · MongoDB) — 오늘 만든 Compose 형식이 그대로 이어진다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· MySQL 8.0 설치 및 기초 쿼리 (4H)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DB · MySQL 8.0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· 행 · 열 · 기본키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로 MySQL 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 접속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· DML · SELECT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· GROUP 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리뷰 · Q&amp;A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 DB 는 2주 내내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Desktop 실행 · docker --version 이 버전을 출력하면 준비 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마무리 — 다음은 2-1 MySQL 8.0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손으로 하던 일을 파일로 옮겨 재현하는 법을 익혔습니다. 2주차부터는 그 위에 진짜 데이터를 얹습니다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 정돈: 실행 중 컨테이너 없음 · week2 폴더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두 파일 제출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심화 과제(선택): healthcheck · .env · 바인드 마운트 · Git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준비: Docker Desktop 실행 상태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MySQL 8.0 설치 및 기초 쿼리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