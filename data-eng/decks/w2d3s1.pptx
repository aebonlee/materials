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2-3 · MongoDB 구축 및 비정형 로그 적재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NoSQL과 문서 지향 데이터베이스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3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표에 안 맞는 데이터는 어디에 담는가 — 문서·컬렉션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정형 데이터와 비정형 데이터의 차이를 접속 로그로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문서=행, 컬렉션=테이블, _id=기본키로 대응해 말할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스키마가 없다는 것의 장점과 위험을 함께 말한다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「이 데이터는 MySQL 과 MongoDB 중 어디에?」를 판단한다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무엇이 더 좋은가가 아니라 데이터 모양에 따라 답이 갈립니다 — 다음 1H 실습에서 직접 넣어 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표에 잘 안 맞는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칸이 정해진 표 vs 자유 양식 메모 묶음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 테이블 — 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열을 미리 정하고 모든 행이 같은 칸을 갖는다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필드가 생기면 ALTER TABLE 로 열 추가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아니면 모든 경우의 열을 미리 만들고 대부분 NULL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종류가 계속 늘어나는 로그에는 둘 다 부담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MongoDB 컬렉션 — 메모 묶음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메모마다 적는 항목이 달라도 한 묶음에 보관한다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이벤트 종류마다 필드가 달라도 그대로 넣는다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 안에 객체·배열을 그대로 담는다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접속 로그·이벤트 기록에 편하다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기본 낱말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RDB 와 나란히 놓고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MongoDB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38023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MySQL 로 치면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문서(Document)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행(row)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3448050"/>
            <a:ext cx="76809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9290" y="3448050"/>
            <a:ext cx="74904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 과 거의 같은 BSON, 저장 최소 단위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컬렉션(Collection)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044043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044043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4044043"/>
            <a:ext cx="76809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9290" y="4044043"/>
            <a:ext cx="74904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문서를 모아 두는 곳, 스키마를 미리 정하지 않음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데이터베이스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640036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640036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데이터베이스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4640036"/>
            <a:ext cx="76809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9290" y="4640036"/>
            <a:ext cx="74904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컬렉션을 담는 상위 단위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필드(Field)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236029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236029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5236029"/>
            <a:ext cx="76809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9290" y="5236029"/>
            <a:ext cx="74904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문서마다 있을 수도, 없을 수도 있음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_id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5832021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8810" y="5832021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PRIMARY KEY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64040" y="5832021"/>
            <a:ext cx="76809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9290" y="5832021"/>
            <a:ext cx="74904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자동으로 붙는 고유 식별자(ObjectId)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인덱스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23560" y="6428014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8810" y="6428014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인덱스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64040" y="6428014"/>
            <a:ext cx="76809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59290" y="6428014"/>
            <a:ext cx="74904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개념·목적이 같음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aggregate 파이프라인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23560" y="7024007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8810" y="7024007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+ GROUP BY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64040" y="7024007"/>
            <a:ext cx="76809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59290" y="7024007"/>
            <a:ext cx="74904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단계를 이어 붙여 집계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값 안에 또 객체나 배열을 넣을 수 있다 — 표에서는 어려운 일이고, 문서 DB 의 큰 장점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이론 1H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스키마가 없다는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자유이자 위험 — 검증 책임이 앱으로 옮겨온다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장점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모양이 바뀌어도 DDL 없이 바로 넣는다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로그·이벤트처럼 형태가 변하는 데이터에 강하다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중첩 구조를 그대로 담는다 — 표라면 쪼개고 JOIN 할 것을 한 문서에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오타·타입 실수를 DB 가 잡아 주지 않는다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적재하는 코드 쪽에서 검증해야 한다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컬렉션을 넘나드는 복잡한 조인은 RDB 보다 불편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보완: JSON Schema validator 를 중요한 컬렉션에 건다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스키마가 없다는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level 을 Level 로 잘못 쓰면 — 오류 없이 결과만 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잘못 쓴 문서가 그냥 들어간다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2-1 에서 「DB 가 잘못된 데이터를 막아 준다」고 했지만 MongoDB 는 기본적으로 막지 않는다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find({ level: … }) 가 그 문서를 못 찾는다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Level 과 level 은 다른 필드 — 오류도 나지 않고 결과만 비어 나온다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그래서 알아채기 어렵다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6단계에서 일부러 틀려 넣어 이 실체를 눈으로 확인한다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구조를 지키는 책임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 가 아니라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앱 코드 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판단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이런 데이터라면 어디에 담을까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이런 데이터라면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25222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주문·회원·결제처럼 관계가 얽힌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448050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9090" y="3448050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조인이 잦고 정합성이 돈과 직결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형태가 고정되고 집계를 자주 하는 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143375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143375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43375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43375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분석 도구 생태계가 넓다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접속 로그·이벤트·센서 기록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838700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9090" y="4838700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MongoDB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38700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38700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종류마다 필드가 다르고 계속 쌓인다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외부 API 응답 원본 보관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5534025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9090" y="5534025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MongoDB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534025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534025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 그대로 넣고 나중에 파싱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상품 상세처럼 항목이 제각각인 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6229350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9090" y="6229350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MongoDB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6229350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6229350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카테고리마다 속성이 다르다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둘 다 필요한 경우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0" y="6924675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9090" y="6924675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24160" y="6924675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9410" y="6924675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원본은 문서로, 집계 결과는 표로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이번 과정도 로그 원본은 MongoDB, 정제 결과는 4주차 Iceberg 표, 분석은 5주차 Spark — 도구마다 잘하는 자리가 다르다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aggregate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단계를 이어 붙인다 — 1-1 의 파이프(|)와 같은 발상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$match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조건에 맞는 문서만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$group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묶어서 센다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$sort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$limit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LIMIT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개수 제한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에서 WHERE 를 먼저 거는 것과 같은 이유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$match 를 맨 앞에 두는 것이 성능의 기본 — 먼저 걸러야 뒤 단계가 처리할 문서가 줄고 인덱스도 쓴다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aggregate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단계 일곱 개 — SQL 로 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MongoDB 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SQL 로 치면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$match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조건에 맞는 문서만 남긴다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$group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044043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044043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+ 집계함수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044043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044043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묶어서 센다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$sort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640036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640036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640036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640036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$limit / $skip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236029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236029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LIMIT / OFFSET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236029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236029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개수 제한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$project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5832021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8810" y="5832021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컬럼 목록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5832021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5832021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보여 줄 필드를 고르고 가공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$lookup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23560" y="6428014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8810" y="6428014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LEFT JOIN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6428014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9450" y="6428014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컬렉션을 붙인다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$unwind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23560" y="7024007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8810" y="7024007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(배열 펼치기)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44200" y="7024007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39450" y="7024007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배열 하나를 여러 문서로 편다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실습 1.5H 에서 $match → $group → $sort 와 $dateToString·$cond 를 직접 돌린다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이론 1H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문서=행, 컬렉션=테이블, _id=기본키로 대응해 이해한다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스키마가 없다는 것은 자유이자 위험 — 검증 책임이 앱으로 옮겨온다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중첩 구조를 그대로 담을 수 있는 것이 문서 DB 의 큰 장점이다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무엇이 더 좋은가가 아니라 데이터 모양에 따라 고른다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aggregate 는 $match → $group → $sort 가 WHERE → GROUP BY → ORDER BY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2-3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MongoDB 기동과 mongosh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컨테이너를 띄우고 mongosh 로 문서를 넣고 찾고 고치고 지우는 한 바퀴를 돕니다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으로 MongoDB 7.0 기동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mongosh 접속 · use logdb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insertMany·find·updateOne·deleteOne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필드 이름을 일부러 틀려 넣어 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Desktop 실행·터미널 열기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