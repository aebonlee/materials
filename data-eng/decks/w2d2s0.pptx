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CTE, Window Function 분석 쿼리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컨테이너를 다시 켜고 한글까지 확인합니다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설치할 것은 없다 — 대신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이 다시 켜지는가 — docker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켜진 뒤 접속할 준비가 됐는가 — 켜자마자 붙으면 ERROR 2002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mysql&gt; 에 친 한글이 들어가는가 — -e LANG=C.UTF-8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첫 INSERT 부터 카테고리가 한글 — ③ 이 어긋나면 1단계부터 막힌다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 켜짐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Server 버전 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켜고 기다리기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끝 줄 port: 3306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한글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LANG 붙여 접속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monthly_sales 만 지우기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일부러 겪어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켜자마자 접속하면 실패한다 — 1초 기다린다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start de-mysql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바로 켜지지만 안의 MySQL 은 아직 준비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곧바로 docker exec …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2002 Can't connect … mysqld.sock — 명령이 틀린 게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--tail 5 de-mysql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 줄 ready for connections … port: 3306 이면 준비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0초 실패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1초 뒤 정상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접속해서 한글이 들어가는지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-it -e LANG=C.UTF-8 de-mysql mysql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dataeng123 · 데이터베이스 shop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'한글 입력 시험' AS 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친 한글이 그대로 보여야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id, name FROM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의 5행이 한글로 — 노트북 파우치 … 모니터 받침대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LANG 을 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한글이 사라지고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??? 로 보인다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2002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Can't connect … sock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준비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끝 줄 port: 3306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뒤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container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에서 지웠다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기동과 접속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1단계부터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Ports are not available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 3306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3306 을 잡았다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실습점검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2단계대로 멈춤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Table 'monthly_sales'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already exists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1단계를 두 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4단계 재설정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재부팅하면 멈춰 둔 MySQL80 서비스가 다시 켜질 수 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만 처음부터 — monthly_sales 만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IF EXISTS monthly_sales;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만드는 표 하나만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 한 줄만 남으면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COUNT(*) FROM products;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 — 2-1 데이터는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전체 재설정은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실습점검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--format 이 29.6.1 같은 버전 한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끝 줄 ready for connections … port: 3306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한글 입력 시험이 그대로, products 5행이 한글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재설정 뒤 SHOW TABLES 는 products 하나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수업 전 10분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서브쿼리의 한계와 CTE·Window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접속한 mysql&gt; 창은 그대로 두세요. CTE 실습에서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중첩 서브쿼리가 왜 읽기 힘든가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— 밑준비에 이름을 붙인다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— 접지 않고 집계한다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에 Window 별칭을 못 쓰는 이유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mysql&gt; 접속 창 (LANG 붙여서)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