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7-5 · Hybrid Search 구현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01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BM25 · 벡터 검색 각각 구현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1629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검색기를 따로 만들어 같은 질문을 던져 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scroll 로 전량 내려받아 BM25 색인을 만든다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get_scores 로 「Airflow」점수를 보고 0.00 과 구분한다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「도구」와 「도구는」의 점수 차이로 조사 문제를 재현한다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질문 유형별로 BM25 · 벡터의 강약 표를 만든다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여기서 만든 bm25_rank · vector_rank 를 다음 1.5H 에서 RRF 로 그대로 합칩니다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~/data-eng/week7 에서 7-4 환경 그대로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사전 준비: Qdrant 컨테이너 + lecture_kb 컬렉션 + 같은 임베딩 모델(emb) · pip install rank_bm25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내려받기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scroll →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BM25Okapi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점수 보기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get_scores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「Airflow」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조사 재현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「도구」vs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「도구는」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함수 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bm25_rank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vector_rank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강약·실패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show() 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ERR-4021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핵심 명령 — 내려받아 색인까지 다섯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76142" y="27813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8542" y="27813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rank_bm25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내려받기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76142" y="34290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8542" y="34290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client.scroll(COLLECTION, limit=1000, with_payload=True)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본문 · 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76142" y="40767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8542" y="40767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corpus = [r.payload["text"] …] · ids = [str(r.id) …]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색인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6142" y="47244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8542" y="47244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 = BM25Okapi([doc.split() for doc in corpus])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76142" y="53721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28542" y="53721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print("색인된 문서 수:", len(corpus))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색인된 문서 수 = 7-4 에서 적재한 조각 수 · ids 를 str 로 통일해 두는 것이 뒤의 결합에서 중요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2·3단계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점수를 들여다보고, 조사 문제를 재현한다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get_scores(q.split()) — 「Airflow」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가 든 조각만 점수, 나머지는 0.00 — 무엇을 보는지 숫자로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「도구」·「도구는」·「도구를 관리」· 긴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max(s) 를 비교 — 「도구」는 점수가 나오는데 「도구는」은 0점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0점인가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조사가 붙으면 다른 단어 — 실무에서 형태소 분석기를 쓰는 이유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찾을 숫자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0.00 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최고점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검색기를 같은 모양의 함수로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bm25_rank(query, top_k=5)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get_scores → 정렬 → ids[i] 상위 top_k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scores = bm25.get_scores(query.split())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= sorted(…, reverse=True)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return [ids[i] for i in order[:top_k]]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vector_rank(query, top_k=5)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query_points 에 emb.embed_query(query)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hits = client.query_points(…).points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query=emb.embed_query(query), limit=top_k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return [str(h.id) for h in hits]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질문 네 개로 강약을 잰다 — show(query)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3228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강한 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「Airflow」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917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고유명사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04520" y="34480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99770" y="34480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「일정을 정해 두고 도는 작업」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917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풀어 쓴 질문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304520" y="41719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99770" y="41719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벡터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「Kafka 파티션」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917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고유명사 + 개념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04520" y="48958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99770" y="48958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「chunk_size 500」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917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304520" y="56197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99770" y="56197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show() 가 BM25·벡터 상위 2개를 나란히 찍는다 — 결과를 적어 두세요, 결합이 필요한 이유의 실측 근거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문서를 넣고 재색인 없이 검색해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ERR-4021 문장을 upsert 한 뒤, 먼저 재색인 없이 show("ERR-4021") — BM25 는 못 찾는다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넣기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ERR-4021 문장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upsert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uuid5(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manual#ERR-4021)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재색인 없이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 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못 찾는다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재색인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scroll 다시 →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BM25Okapi 새로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다시 show()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 정확 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벡터는 엉뚱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안 잡혔나 — BM25 는 메모리 색인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에 넣어도 자동 갱신되지 않는다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BM25Okapi 는 만들 때의 corpus 만 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scroll 로 다시 내려받는다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corpus · ids · text_by_id · bm25 를 새로 만든다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그다음 show("ERR-4021")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 는 정확히 찾고, 벡터 검색은 엉뚱한 것을 가져오기 쉽다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근거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코드·품번을 다루는 시스템이라면 키워드 검색을 반드시 함께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정리·회고의 「문서를 새로 넣었는데 BM25 에 안 잡힌다」가 바로 이것 — 원인을 겪어 두면 잊지 않는다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색인된 문서 수가 7-4 에서 적재한 조각 수와 같다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「Airflow」검색에서 Airflow 가 든 조각만 점수, 나머지는 0.00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「도구」는 점수가 나오고 「도구는」은 0점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bm25_rank · vector_rank 둘 다 str id 를 돌려주고 순위가 다르다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질문 네 개의 강약 표를 적어 두었다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ERR-4021 — BM25 는 정확히, 벡터는 엉뚱하게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7-5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Hybrid 결합과 산출물 완성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RRF 로 두 순위를 합치고 답변 체인을 붙여 챗봇을 완성한 뒤, 주차 산출물 두 가지를 제출합니다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rrf() 열 줄 — 손 계산 예시로 assert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hybrid_search · 세 방식 비교 · k 실험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prompt | llm | StrOutputParser() 답변 체인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vector-schema.yaml · build_kb.py 제출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bm25_rank · vector_rank · 강약 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