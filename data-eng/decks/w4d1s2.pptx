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4-1 · MinIO 오브젝트 스토리지 구축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컨테이너 구축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를 띄우고, 안과 밖의 주소 차이를 눈으로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히어독으로 compose 파일을 만들고 minio·mc 를 Up 으로 띄운다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 콘솔(9001, SILO)에 minioadmin 으로 로그인해 둘러본다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안에서 minio:9000 은 되고 localhost:9000 은 안 됨을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볼륨이 down·up 뒤에도 남는지, 로그를 어디서 보는지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만든 compose 파일은 4주차 내내 확장합니다 — ~/lakehouse 를 지우지 마세요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~/lakehouse 한 폴더에서 끝까지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3주차 가상환경은 끄고(deactivate) 시작합니다 — 1-5 에서 배운 Compose 문법이 그대로 쓰입니다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폴더·Compose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히어독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config --services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웹 콘솔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localhost:9001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SILO 로그인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네트워크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alias set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vs localhost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볼륨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inspect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→ 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로그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logs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· WebUI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폴더 → 히어독 → 검증 → 기동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mkdir -p ~/lakehouse/data → cd ~/lakehouse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deactivate 로 3주차 가상환경부터 끈다 — 꺼져 있으면 아무 일도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 &gt; docker-compose.yml &lt;&lt; 'EOF' … EOF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블록을 통째로 붙여 넣기 — EOF 줄까지가 파일, OS 셋 모두 같다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config --services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· mc 두 줄 — 파일이 문법대로 쓰였다는 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up -d → docker compose 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Volume lakehouse_minio-data Created · 두 컨테이너 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minio 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0.0.0.0: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9000-9001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docker-compose.yml — 설정 한 줄씩 뜻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minio: 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448050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8970" y="3448050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pgsty/minio — 서버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69544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69544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969544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8970" y="3969544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9000 S3 API · 9001 웹 콘솔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491038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491038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environment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491038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491038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루트 계정 minioadmin (실습 전용)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12531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12531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volumes minio-data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5012531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8970" y="5012531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 볼륨 lakehouse_minio-data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34025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34025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mc: 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5534025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8970" y="5534025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pgsty/mc — 클라이언트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055519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055519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mc: MC_HOST_local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6055519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6055519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별칭 local → minio:9000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577012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577012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mc: entrypoint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3720" y="6577012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8970" y="6577012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sleep infinity — 계속 떠 있게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7098506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7098506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mc: volumes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03720" y="7098506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8970" y="7098506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./data:/data — 호스트 폴더 마운트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MC_HOST_local = 「local 이라는 서버는 minio:9000 에 이 계정으로」 — mc 를 다시 만들어도 별칭이 남는다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 콘솔(9001) — SILO 로고가 뜬다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SILO 로그인 화면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pgsty/minio 의 이름 — MinIO 를 이어 관리하는 커뮤니티 판, 같은 콘솔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Object Browser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 첫 화면 — 버킷과 오브젝트를 보는 곳, 지금은 비어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Monitoring → Metrics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Administrator 아래 — 버킷·오브젝트 수·용량과 서버 상태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Access Keys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User 아래 — 프로그램용 키를 따로 만드는 곳(심화 과제)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minioadmin 은 기본 계정이라 실습에서만 — 운영은 반드시 바꾸고, 프로그램엔 권한을 제한한 키를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안의 localhost — 실패해야 정상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① 내 컴퓨터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… localhost:9000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/minio/health/live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호스트에서 9000: 200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 mc 안 → minio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alias set test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http://minio:9000 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Added `test`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successfully.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③ mc 안 → localhost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(일부러 실패)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alias set test2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http://localhost:9000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connect: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connection refused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mc alias set 으로 직접 붙어 본다 — 새 mc 의 첫 명령 위 초록 네 줄은 설정 파일 안내(무시)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9000 인데 — 왜 하나만 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minio:9000 — 서비스 이름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네트워크 안에서 이름으로 찾는다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mc 컨테이너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alias set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minio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서비스 이름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localhost:9000 — 자기 자신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안의 localhost 엔 MinIO 가 없다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mc 컨테이너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alias set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localhost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 mc 자신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9000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connection refused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1.5H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볼륨이 데이터를 지키는지, 로그는 어디서 보는지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volume ls | grep minio · 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lakehouse_minio-data -&gt; /data — compose 가 폴더 이름을 앞에 붙인다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down → up -d → 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볼륨 그대로 — down 때 mc 만 10초는 sleep 이 종료 신호를 무시해서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logs minio | tail -n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Object Storage Server 배너 · API: · WebUI: · 기본 계정 WARN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막혔을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ps → logs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→ 포트 충돌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config --services 가 두 줄, ps 에 minio·mc 가 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localhost:9001 SILO 화면에 minioadmin 으로 로그인된다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호스트 200 · minio:9000 Added · localhost 는 refused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inspect 에 lakehouse_minio-data -&gt; /data, down·up 뒤에도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logs 에 API: · WebUI: 두 주소와 기본 계정 WARN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막혔을 때 순서는 언제나 같다 — ps → logs 서비스명 → 포트 충돌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실습 1.5H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4-1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mc CLI 와 S3 API 활용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버킷을 만들고 파일을 올리고, 파이썬 boto3 로도 같은 저장소를 다뤄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alias list local → mb raw·warehouse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cp 로 올리고 mc cat 으로 읽기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raw/demo/dt=… 키로 폴더가 아님을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boto3 — endpoint_url 만 바꾸면 AWS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minio·mc 가 Up 인 ~/lakehouse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