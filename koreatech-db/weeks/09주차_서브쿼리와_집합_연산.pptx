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서브쿼리와 집합 연산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중첩 질의 · 상관 서브쿼리 · EXISTS · UNION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서브쿼리를 위치별(스칼라·파생 테이블·중첩)로 구분해 쓴다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단일행·다중행에 맞는 연산자(비교, IN, ANY, ALL)를 고른다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EXISTS로 존재 여부를 판정하고 NOT IN의 NULL 함정을 설명한다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UNION과 UNION ALL의 차이를 알고 두 결과 집합을 결합한다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조인과 서브쿼리 중 상황에 맞는 방법을 선택한다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실습 DB로 「기준과의 비교」 질문에 답해 봅니다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서브쿼리의 개념과 분류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절 서브쿼리 — 단일행 · IN · ANY/ALL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상관 서브쿼리와 EXISTS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FROM 절 서브쿼리 (파생 테이블)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집합 연산자 — UNION / UNION 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 vs 서브쿼리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서브쿼리의 개념과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 — SQL 문 안의 SELECT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SQL 문 안에 포함된 SELECT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괄호로 감싸서 작성한다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메인 쿼리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서브쿼리를 품은 바깥 질의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「주 질의」라고도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언제 쓰나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질의의 결과를 기준으로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비교하는 질문에 답할 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예: 「평균 판매가보다 비싼 상품」, 「주문 이력이 없는 고객」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서브쿼리의 개념과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위치에 따른 분류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34823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반환 형태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 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스칼라 서브쿼리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921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단일 행 · 단일 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계산된 컬럼 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FROM 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파생 테이블 (인라인 뷰)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921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행 · 여러 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결과를 테이블처럼 사용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/ HAVING 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중첩 서브쿼리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단일값 / 목록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 비교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INSERT/UPDATE 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869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DML 서브쿼리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921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상황에 따라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테이블 값으로 조작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서브쿼리라도 어디에 두느냐에 따라 돌려주는 모양과 쓰임이 달라진다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서브쿼리의 개념과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 행 수에 따른 분류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28422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81300"/>
            <a:ext cx="86410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1300"/>
            <a:ext cx="8641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 연산자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단일행 서브쿼리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3448050"/>
            <a:ext cx="8641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9170" y="3448050"/>
            <a:ext cx="8450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=, &lt;&gt;, &gt;, &gt;=, &lt;, &lt;=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다중행 서브쿼리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171950"/>
            <a:ext cx="8641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9170" y="4171950"/>
            <a:ext cx="8450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IN, NOT IN, ANY(SOME), ALL, EXISTS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다중열 서브쿼리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4895850"/>
            <a:ext cx="8641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9170" y="4895850"/>
            <a:ext cx="8450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(a,b) IN (SELECT x,y …)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돌아오는 행이 하나인지 여러 개인지가 쓸 수 있는 연산자를 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WHERE 절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단일행 서브쿼리와 스칼라 서브쿼리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198114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198114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565142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565142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906899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906899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590413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590413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price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price &gt; (SELECT AVG(price) FROM products);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price,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(SELECT ROUND(AVG(price)) FROM products)         AS 전체평균,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price - (SELECT ROUND(AVG(price)) FROM products) AS 차이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price &gt; (SELECT AVG(price) FROM products);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34994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317849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317849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괄호 안이 먼저 계산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 32620 → price &gt; 32620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71697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454552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454552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스칼라 서브쿼리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행에 같은 값(전체 평균)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505872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88727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88727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 가격 - 평균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프리미엄 폭(원)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574224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557079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557079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는 행을 거른다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의 서브쿼리는 값을 보여 준다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결과: 무선 전기포트 42000 · 공기청정기 189000 — 기준값을 직접 적지 않으므로 가격이 바뀌어도 질의는 그대로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WHERE 절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서브쿼리는 「기준과의 비교」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프리미엄 후보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평균보다 비싼 상품은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프리미엄 라인 후보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이탈 방지 대상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이력 없는 고객은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이탈 방지 캠페인 대상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하드코딩과 차이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price &gt; 32620 과 달리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평균이 바뀌어도 고칠 필요 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기준값(평균)이 바뀌어도 질의를 고칠 필요가 없다 — 하드코딩과의 결정적 차이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WHERE 절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다중행 서브쿼리 — = 대신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17182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17182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157662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15766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48627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48627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order_id, cust_id, order_date, status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cust_id IN (SELECT cust_id FROM customers WHERE grade = 'VIP');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단일행 연산자 = 를 쓰면 오류!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WHERE cust_id = (SELECT cust_id FROM customers WHERE grade = 'VIP')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ERROR 1242: Subquery returns more than 1 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331708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314563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31456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3390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3390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 (목록)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 중 하나와 같으면 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446722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429577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42957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95300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95300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60007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6000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506730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6–7행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= 는 값 하나만 비교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2행이 돌아오면 ERROR 1242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VIP 2명(C001 한가람 · C004 임수빈) → 주문 6건: 1001·1003·1004·1008·1010·1014 — VIP 가 무엇을 언제 샀는지 추적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WHERE 절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ANY 와 ALL — 목록을 &gt; · &lt; 와 함께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43212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4321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829050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829050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price FROM products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price &gt; ANY (SELECT price FROM products WHERE category = '식품');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name, price FROM products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price &gt; ALL (SELECT price FROM products WHERE category = '식품');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0" y="298846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15650" y="281701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15650" y="281701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0" y="234315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0" y="234315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58600" y="3390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58600" y="3390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0100" y="245745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&gt; ANY — 하나라도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최솟값(15,800원)보다 크면 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397430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380285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380285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495300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495300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60007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6000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506730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&gt; ALL — 모두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최댓값(24,000원)보다 커야 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IN 은 = 만 가능 — 다중행 목록을 &gt; · &lt; 와 쓸 때 ANY / ALL · &gt; ALL 결과: 무선 전기포트(42000) · 공기청정기(189000)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WHERE 절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ANY · ALL 을 MIN · MAX 로 바꿔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연산자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66827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동등한 표현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&gt; ANY (목록)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목록의 최솟값보다 크다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&gt; MIN(목록)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&lt; ANY (목록)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목록의 최댓값보다 작다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 MAX(목록)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&gt; ALL (목록)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목록의 최댓값보다 크다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&gt; MAX(목록)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= ANY (목록)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 중 하나와 같다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 (목록)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&lt;&gt; ALL (목록)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목록의 모든 값과 다르다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 IN (목록)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&gt; ANY 는 최솟값보다 크면 참, &gt; ALL 은 최댓값보다 커야 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상관 서브쿼리와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상관 서브쿼리 — 자기 카테고리 평균보다 비싼 상품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61873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p.name, p.category, p.price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 p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p.price &gt; (SELECT AVG(x.price) FROM products x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           WHERE x.category = p.category);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바깥 별칭 p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 하나하나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안쪽 별칭 x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products, 역할이 달라 별칭을 달리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바깥 p 를 참조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바깥 행마다 안쪽이 다시 계산된다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메인 쿼리의 컬럼을 참조하는 서브쿼리 — 이해하기 쉽지만 행마다 반복 실행되므로 성능에 주의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상관 서브쿼리와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상관 서브쿼리의 실행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193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바깥 행의 수만큼 안쪽 질의가 반복된다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305175"/>
            <a:ext cx="36576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바깥 상품 1개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 p 에서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행을 꺼낸다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0537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578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3305175"/>
            <a:ext cx="36576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11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안쪽 평균 계산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02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상품의 category 로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AVG 를 구한다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2017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3305175"/>
            <a:ext cx="36576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59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p.price 가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평균보다 큰가?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313497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487400" y="3305175"/>
            <a:ext cx="3657600" cy="34290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487400" y="3305175"/>
            <a:ext cx="36576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3362325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20750" y="3609975"/>
            <a:ext cx="33909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상품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39800" y="4314825"/>
            <a:ext cx="3352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수만큼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가전은 가전끼리, 식품은 식품끼리 — 데이터가 많으면 느려질 수 있다(GROUP BY 집계 + JOIN 으로도 풀 수 있다)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상관 서브쿼리와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EXISTS / NOT EXISTS — 있는가, 없는가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17182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17182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48627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48627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c.cust_id, c.name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c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EXISTS (SELECT 1 FROM orders o WHERE o.cust_id = c.cust_id);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c.cust_id, c.name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c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NOT EXISTS (SELECT 1 FROM orders o WHERE o.cust_id = c.cust_id);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0" y="331708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15650" y="314563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15650" y="31456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0" y="234315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0" y="234315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58600" y="3390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58600" y="3390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0100" y="245745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주문이 있으면 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1 — 존재만 확인, 값은 안 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463153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446008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446008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495300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495300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60007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6000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506730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주문이 하나도 없으면 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C010 서지안 — 첫 구매 유도 대상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EXISTS 는 첫 주문을 찾는 순간 멈추므로(단축 평가) IN 보다 효율적인 경우가 많다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상관 서브쿼리와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결과를 얻는 세 가지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0027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NOT EXISTS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NOT EXISTS (SELECT 1 …)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안전, 일반적으로 권장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안티 조인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LEFT JOIN … WHERE o.order_id IS NULL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7주차에서 배운 방법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NOT 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… NOT IN (SELECT …)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 결과에 NULL 이 있으면 항상 공집합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주문 이력이 없는 고객 찾기 — 세 방법 모두 가능하지만 NULL 에 대한 안전성이 다르다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상관 서브쿼리와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IN 함정 — 주문을 담당한 적 없는 직원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30068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30068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091940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091940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038344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038344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employees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emp_id NOT IN (SELECT emp_id FROM orders);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e.name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employees e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NOT EXISTS (SELECT 1 FROM orders o WHERE o.emp_id = e.emp_id);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name FROM employees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emp_id NOT IN (SELECT emp_id FROM orders WHERE emp_id IS NOT NULL);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296875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79730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79730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 0행 (!)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 주문의 emp_id 가 NULL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423062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405917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405917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대안 ① NOT EXISTS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6명 — 담당 이력은 E002·E003뿐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517702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500557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500557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대안 ② NULL 제거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목록에서 NULL 을 미리 걸러 낸다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NOT IN 은 「≠ E002 AND ≠ E003 AND ≠ NULL」로 풀리고, ≠ NULL 은 UNKNOWN → 모든 행이 탈락한다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FROM 절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파생 테이블 — 중간 결과를 테이블처럼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224403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224403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579304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579304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934206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934206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289108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289108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998910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998910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6418516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6418516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t.order_id, t.결제금액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(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SELECT order_id, SUM(qty * unit_price) AS 결제금액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FROM   order_items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GROUP  BY order_id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) AS t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t.결제금액 &gt; (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SELECT AVG(총액) FROM (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SELECT SUM(qty * unit_price) AS 총액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FROM   order_items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GROUP  BY order_id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) AS s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);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373770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356625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356625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3–5행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주문별 결제 금액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품목 금액을 합쳐 주문 총액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8000" y="444750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15650" y="427605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15650" y="427605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별칭 필수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오류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68000" y="51573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15650" y="49858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15650" y="49858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집계의 집계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 의 AVG 는 한 번 더 감싼다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68000" y="657691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15650" y="640546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15650" y="640546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여기에도 별칭 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결과: 주문 1001·1003·1008·1010 (주문 평균 약 68,773원 초과) — 대형 주문 파악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FROM 절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파생 테이블을 쓸 때 기억할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별칭은 필수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빠뜨리면 「Every derived table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must have its own alias」 오류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집계에 다시 조건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결과를 한 번 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걸러야 할 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집계의 집계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주문별 합계의 평균처럼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 집계할 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 의미: 평균보다 큰 주문 = 대형 주문 → 우수 고객 관리 · 재고 우선 배정의 판단 근거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집합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두 SELECT 결과를 세로로 결합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 개수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결과의 컬럼 개수가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같아야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자료형 호환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대응하는 컬럼의 자료형이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호환되어야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 이름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번째 SELECT 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컬럼 이름을 따른다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조인은 옆으로 붙이고, 집합 연산은 위아래로 붙인다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집합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집합 연산자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연산자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25222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81300"/>
            <a:ext cx="54025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 8.0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합집합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90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제거 (정렬 발생)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UNION 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합집합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90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유지 (더 빠름)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INTERSECT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교집합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90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제거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8.0.31+ 지원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EXCEPT (MINUS)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877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차집합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909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제거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304520" y="56197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399770" y="56197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8.0.31+ 지원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INTERSECT · EXCEPT 는 MySQL 8.0.31 이상에서 지원된다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집합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UNION vs UNION ALL — VIP 와 서울 고객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cust_id, name FROM customers WHERE grade = 'VIP'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UNION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cust_id, name FROM customers WHERE city = '서울';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cust_id, name FROM customers WHERE grade = 'VIP'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UNION ALL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cust_id, name FROM customers WHERE city = '서울';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0" y="234315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0" y="234315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58600" y="3390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58600" y="3390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0100" y="245745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UNION — 4행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한가람은 VIP 이면서 서울, 한 번만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495300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495300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60007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6000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506730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UNION ALL — 5행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한가람이 두 번 나온다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 의미: 두 조건 중 하나라도 해당하는 「캠페인 발송 명단」 — 같은 사람에게 두 번 보내지 않는다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집합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온·오프라인 주문을 채널 표시와 함께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61873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order_id, order_date, '온라인' AS 채널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 WHERE emp_id IS NULL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UNION ALL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order_id, order_date, '오프라인'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 WHERE emp_id IS NOT NULL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 BY order_date;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문자열 상수 컬럼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집합에서 왔는지 표시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UNION ALL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겹칠 수 없는 두 집합 → 중복 검사 불필요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별칭 생략 가능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컬럼 이름은 첫 SELECT(채널)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 BY 는 마지막에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결합된 전체를 한 번만 정렬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UNION 은 중복 제거를 위해 정렬하므로, 두 집합이 겹칠 수 없음이 확실하면 UNION ALL 이 훨씬 빠르다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조인 vs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상황에 맞는 방법 고르기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31623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권장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다른 테이블의 컬럼을 결과에 표시해야 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901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서브쿼리는 결과 컬럼을 제공하지 못함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존재 여부만 확인 (표시 불필요)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EXISTS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행을 찾으면 즉시 중단하여 효율적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결과와 비교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price &gt; (SELECT AVG(price) …)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1:N 조인으로 행이 중복될 우려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901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EXISTS / 서브쿼리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조인은 행이 부풀려질 수 있음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결과에 보여야 하면 JOIN, 있는지만 알면 EXISTS, 집계와 비교하면 서브쿼리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2766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1242: Subquery returns more than 1 row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371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11430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행이 돌아오는데 = 로 비교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371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2766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 (또는 ANY · ALL) 을 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41719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5529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417195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IN 결과가 0행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648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4171950"/>
            <a:ext cx="4495800" cy="11430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417195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 목록에 NULL 이 섞임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648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417195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41719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5529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417195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EXISTS 또는 WHERE 컬럼 IS NOT NULL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544830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54483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58293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544830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Every derived table must have its own alias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9245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5448300"/>
            <a:ext cx="4495800" cy="11430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544830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절 서브쿼리에 별칭이 없음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9245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544830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54483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58293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544830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닫는 괄호 뒤에 AS t 를 붙인다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72465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67246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71056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672465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합친 매출이 줄어 있다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72009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6724650"/>
            <a:ext cx="4495800" cy="11430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672465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UNION 이 같은 금액의 주문을 지움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72009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672465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67246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71056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672465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겹칠 수 없는 집합은 UNION ALL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339215"/>
          </a:xfrm>
          <a:prstGeom prst="roundRect">
            <a:avLst>
              <a:gd name="adj" fmla="val 4267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767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서브쿼리 결과에 NULL이 포함되어 있을 때 결과가 항상 공집합이 될 수 있는 연산자는?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497776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497776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EXISTS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0651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0651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NOT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IN은 NULL과의 비교가 UNKNOWN이 되어 전체 결과가 비어 버립니다. NOT EXISTS를 사용하는 것이 안전합니다. orders.emp_id처럼 NULL이 섞인 컬럼을 서브쿼리로 쓸 때 주의해야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위치에 따라 스칼라(SELECT) · 파생 테이블(FROM) · 중첩(WHERE)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단일행에는 비교 연산자, 다중행에는 IN · ANY · ALL · EXISTS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&gt; ANY 는 최솟값보다 크면 참, &gt; ALL 은 최댓값보다 커야 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 IN 은 목록에 NULL 이 있으면 공집합 — NOT EXISTS 를 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UNION 은 중복 제거, UNION ALL 은 중복 유지하며 더 빠르다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orders.emp_id 처럼 NULL 이 있는 컬럼을 목록으로 쓸 때는 NOT EXISTS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10주차 · 뷰·인덱스·권한(DCL)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자주 보는 리포트를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하나로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조회는 빠르게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쓰기는 느리게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EXPLAIN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인덱스를 타는지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계획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권한(DCL)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GRANT · REVOKE · ROLE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필요한 최소한만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9주차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배운 질의를 다온유통 실습 DB에서 직접 실행해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단일행 · 다중행 서브쿼리와 연산자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상관 서브쿼리와 EXISTS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IN 의 NULL 함정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UNION 과 UNION 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9주차 실습 문제 · 퀴즈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