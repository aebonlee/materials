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분석의 4단계와 데이터 기반 의사결정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기술·진단·예측·처방, 가설 세우기, A/B 테스트, 데이터로 설득하는 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분석의 4단계(기술·진단·예측·처방)를 다온유통의 질문으로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막연한 문제 제기를 쪼개기와 비교를 거쳐 검증 가능한 가설로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드릴다운·기간 비교·구성비 읽기로 매출 변화의 원인을 좁힌다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A/B 테스트의 원칙과 실험 없이 결론 내릴 때의 위험 설명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정의부터 결과 추적까지 데이터 기반 의사결정 절차 설명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경영데이터의 이해 5장 · 다온유통 사례로 배웁니다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분석의 4단계 — 무슨 일이, 왜, 앞으로, 무엇을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3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가설을 세우는 법 — 검증 가능한 문장으로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3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진단의 기본기 — 드릴다운·기간 비교·구성비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9300" y="63246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실험으로 확인하기 — A/B 테스트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0" y="63436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08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기반 의사결정 절차 — 질문에서 피드백까지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830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데이터로 설득하기 — 보고서와 발표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3830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08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결정에 데이터가 전부는 아니다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3830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분석의 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무슨 일이, 왜, 앞으로, 무엇을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Descriptive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무슨 일이 있었나?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진단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Diagnostic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그런 일이 있었나?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예측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Predictive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앞으로 어떻게 될까?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처방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Prescriptive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그래서 무엇을 해야 하나?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뒤로 갈수록 어렵고, 뒤로 갈수록 가치가 크다 — 단계를 건너뛰면 짐작 위의 결정이 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병원의 순서와 같다 — 체온·혈압 재기 → 문진·검사로 진단 → 경과 예상 → 처방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분석의 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다온유통의 질문으로 보는 4단계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묻는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다온유통의 질문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기술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무슨 일이 있었나?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4480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9010" y="34480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지난달 매출은 얼마였고, 카테고리별로는 어떻게 나뉘나?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진단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그런 일이 있었나?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1719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9010" y="41719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 매출이 줄었는데, 어느 상품·어느 고객층에서 줄었나?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예측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앞으로 어떻게 될까?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48958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9010" y="48958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추세라면 다음 분기 가전 매출은 얼마쯤 될까?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④ 처방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그래서 무엇을 해야 하나?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56197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9010" y="56197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GOLD 등급에게 가전 재구매 쿠폰을 보내면 효과가 있을까?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진단의 핵심 기술은 「쪼개서 비교하기」 · 예측·처방은 좋은 기술·진단 없이는 성립하지 않는다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기술 분석은 GROUP BY 집계가 그대로 담당한다 — 4단계의 출발점이자 기초 체력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가설을 세우는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막연한 걱정을 검증 가능한 문장으로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사실 ≠ 가설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「매출이 줄었다」는 사실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어디를 봐야 할지 알려 주지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「아마 이것 때문일 것이다」를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데이터로 판정할 수 있게 적은 문장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방법이 문장 안에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「가전 재구매가 줄었기 때문」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재구매 주문 수를 지난 기간과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가설은 틀려도 된다 — 나쁜 것은 틀린 가설이 아니라 확인할 수 없는 가설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가설을 세우는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1단계 쪼개기 — 다온유통의 자연스러운 절단면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카테고리별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가전·식품·생활용품·문구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어디서 줄었나?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등급별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VIP·GOLD·SILVER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층의 구매가 줄었나?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신규·기존별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고객이 안 오나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고객이 떠나나?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채널별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 직원 있는 주문 vs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 주문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전체 매출은 너무 큰 덩어리라 원인이 보이지 않는다 — 의미 있는 조각(세그먼트)으로 나눈다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가설을 세우는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2단계 비교 → 3단계 검증 가능한 문장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막연한 문장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가능한 가설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매출이 줄었다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4480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8810" y="34480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 카테고리의 매출이 전년 같은 달보다 줄었을 것이다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고객이 떠나는 것 같다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1719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41719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GOLD 등급 고객의 재구매 주문 수가 전 분기보다 줄었을 것이다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온라인이 문제다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8958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8958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 직원 없는 온라인 주문의 건당 평균 금액이 오프라인보다 낮을 것이다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문구가 잘 안 팔린다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56197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810" y="56197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문구 카테고리의 매출 구성비가 지난 분기보다 낮아졌을 것이다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계절을 타는 상품은 전월이 아니라 전년 같은 달과 비교 — 겨울 가전이 3월에 주는 것은 이상이 아니라 계절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좋은 가설 문장에는 누가(세그먼트) · 무엇이(지표) · 어느 방향으로(증가/감소)가 들어 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진단의 기본기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드릴다운 — 큰 숫자에서 작은 숫자로 파고들기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총매출이 지난달보다 500만 원 줄었다(가정)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카테고리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4개 중 가전만 600만 원 줄고 나머지는 소폭 늘었다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 안에서도 특정 상품 두어 개가 감소분의 대부분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상품을 사던 GOLD 등급의 재구매가 끊긴 것이 원인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GROUP BY 열을 바꿔 가며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층 내려갈 때마다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용의자가 좁혀진다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진단의 기본기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기간 비교와 구성비 — 같은 조건끼리, 총액과 함께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기간 비교 — 같은 조건끼리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28일 2월 vs 31일 3월은 하루 평균 매출로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20일까지 실적은 지난달 20일까지와 견준다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구성비 — 파이 조각의 변화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월매출 1억 원 그대로여도 가전 40→30%, 식품 30→40%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겉보기는 그대로, 속은 크게 달라졌다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드릴다운·기간 비교·구성비는 세트 — 셋을 함께 써야 「어디서, 언제부터, 얼마나」가 채워진다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실험으로 확인하기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A/B 테스트 — SILVER 1,000명을 무작위로 500명씩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A집단 500명 — 쿠폰 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「가전 10% 할인 쿠폰」 문자를 보낸다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374606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37460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5256" y="4838700"/>
            <a:ext cx="550244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7656" y="4838700"/>
            <a:ext cx="519764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 10% 할인 쿠폰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374606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37460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2주 뒤 주문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5256" y="5400675"/>
            <a:ext cx="550244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17656" y="5400675"/>
            <a:ext cx="519764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60명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374606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374606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문자의 효과는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5256" y="5962650"/>
            <a:ext cx="5502444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7656" y="5962650"/>
            <a:ext cx="5197644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60명이 아니다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B집단 500명 — 대조군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보내지 않는다 — 「원래 일어났을 일」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30273" y="483870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82673" y="483870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2주 뒤 주문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30273" y="5400675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82673" y="5400675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120997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120997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문자의 효과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30273" y="5962650"/>
            <a:ext cx="566707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82673" y="5962650"/>
            <a:ext cx="536227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차이 30명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실험으로 확인하기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A/B 테스트의 네 가지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번에 한 가지만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문구와 할인율을 동시에 바꾸면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효과인지 모른다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무작위로 나눈다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VIP는 A, SILVER는 B면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 차이가 섞여 오염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충분한 인원·같은 기간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10명이면 한두 명 차이로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결과가 뒤집힌다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성공 기준은 실험 전에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본 뒤 정하면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무엇이든 성공으로 포장된다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「문자 이후에 올랐다」와 「문자 때문에 올랐다」는 다른 문장 — 대조군 없이는 구분할 수 없다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데이터 기반 의사결정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질문에서 출발해 결정으로, 다시 질문으로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질문 정의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결정하려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하는가 한 문장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데이터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있는가, 믿을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만한가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분석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+ 드릴다운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·비교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해석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이유는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없는가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 결정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+ 회사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사정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⑥ 결과 추적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효과를 지표로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잰다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05062" y="5086350"/>
            <a:ext cx="38100" cy="2095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844838" y="5086350"/>
            <a:ext cx="38100" cy="2095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05062" y="5295900"/>
            <a:ext cx="13515975" cy="3810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2214562" y="5162550"/>
            <a:ext cx="381000" cy="26670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438320" y="5791200"/>
            <a:ext cx="15411361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38320" y="5791200"/>
            <a:ext cx="15411361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데이터를 모아 놓고 무언가 보이길 기다리는 것이 아니라, 결과가 다음 질문이 되는 순환(피드백 루프)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가장 자주 생략되는 단계 = ④ 해석(대안 설명 검토)과 ⑥ 결과 추적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데이터 기반 의사결정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빠뜨리기 쉬운 두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④ 해석 — 대안 설명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「재구매 감소 때문인가, 혹시 주력 상품이 품절은 아니었나?」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숫자를 만들 수 있는 다른 원인을 일부러 찾는다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⑥ 결과 추적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쿠폰을 보냈으면 「재구매가 돌아왔는가」를 정해 둔 지표로 다시 잰다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효과가 없었다는 사실도 값진 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추적하지 않는 회사는 같은 실수를 매번 새 기분으로 반복한다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데이터로 설득하기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결론 먼저 — 탐정 소설처럼 늘어놓지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좋은 보고는 결론 한 문장 → 근거 숫자 2~3개(비교 기준 포함) → 한계와 다음 확인 계획 순서로 짧게 끝난다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50800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 한 문장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「가전 매출 회복을 위해 GOLD 등급 재구매 쿠폰을 제안합니다」부터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04000" y="3924300"/>
            <a:ext cx="508000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 숫자 2~3개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3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결론을 직접 떠받치는 숫자만 — 숫자 열 개는 숫자 없는 것과 같다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65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65000" y="3924300"/>
            <a:ext cx="50800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5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한계와 다음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74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분석이 답하지 못하는 부분을 먼저 밝힌다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데이터로 설득하기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숫자를 쓰는 세 가지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비교 기준을 붙인다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「매출 3,000만 원」이 아니라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「전년 같은 달 대비 25% 감소」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한계는 무기다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말하면 신뢰가 생기고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나중에 들키면 분석 전체가 무너진다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표와 그래프의 역할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표는 근거를 따질 때, 그래프는 추세·비교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어디를 보라는지 말로 짚어 준다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「온라인 주문은 담당 직원이 없어 대면 상담 효과는 포함되지 않았습니다」 — 한계를 먼저 밝히는 문장의 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결정에 데이터가 전부는 아니다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데이터는 이미 일어난 일의 기록이다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전례 없는 결정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신규 사업·신규 카테고리 진출은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과거 주문 데이터에 답이 없다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측정하기 어려운 가치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브랜드 이미지·고객 신뢰·직원 성장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지표로 환원하면 일부만 남는다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측정되는 것만 쫓는 함정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매출만 쫓다가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단골의 신뢰를 해치는 결정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데이터에게는 「과거에 무슨 일이, 지금 어디에」, 판단에게는 「그래서 어디로 갈 것인가」 — 역할 분담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A/B 테스트를 할 때 지켜야 할 핵심 원칙은?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여러 가지를 한꺼번에 바꿔 빨리 확인한다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가지만 바꾸고 나머지 조건은 같게 유지한다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결과가 마음에 들 때까지 반복한다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표본은 적을수록 좋다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한 가지만 바꾸고 나머지 조건은 같게 유지한다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두 집단 간 차이가 「바꾼 그 한 가지」 때문이라고 말하려면 나머지 조건이 같아야 한다. 무작위로 나누고, 충분한 인원으로 같은 기간 동안, 성공 기준은 실험 전에 정한다.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기술(무슨 일이) → 진단(왜) → 예측(앞으로) → 처방(무엇을), 건너뛰지 않는다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가설은 쪼개기·비교를 거쳐 「누가·무엇이·어느 방향으로」가 담긴 문장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진단의 기본기: 드릴다운 · 같은 조건끼리 기간 비교 · 총액과 함께 구성비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A/B 테스트: 한 가지만 바꾸고 무작위로 나눠 대조군과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정의 → 데이터 확인 → 분석 → 해석 → 결정 → 결과 추적의 순환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설득은 결론 먼저, 비교 기준 붙은 숫자 2~3개, 한계의 정직한 고백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데이터는 과거의 기록 — 신규 사업·브랜드·사람의 영역에서는 판단과 역할을 나눈다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장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6장 · 보여주기와 지키기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차트 선택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질문이 차트를 정한다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추이·비교·구성·관계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나쁜 그래프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축 조작·3D·이중 축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착시 알아보기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대시보드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화면, 한 질문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요약에서 상세로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품질과 윤리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6요소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개인정보는 맡은 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5장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오늘의 절차를 다온유통 데이터 분석 실습에서 그대로 밟습니다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분석의 4단계 — 건너뛰지 않기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검증 가능한 가설과 드릴다운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A/B 테스트와 대조군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의사결정 순환과 설득의 원칙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학습사이트 5장 자가 점검 퀴즈 · 다온유통 데이터로 가설 세우기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