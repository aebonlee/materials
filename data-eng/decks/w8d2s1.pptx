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DAG 이해 및 유즈케이스 연구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핵심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레시피 순서도로 잡는 DAG·Task·Operator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DAG·Task·Operator 의 관계를 그림으로 그려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&gt;&gt; 와 리스트로 순서·병렬·합류 의존성을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schedule·start_date·catchup 의 뜻을 알고 catchup=False 를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멱등성이 재시도의 전제 조건인 이유를 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DAG 세 개를 직접 만들며 순서·병렬·재시도·실패를 겪어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· Task · Operator — 레시피 한 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무엇인가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순서도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레시피 한 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순서도의 상자 하나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「양파를 볶는다」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Operator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상자를 만드는 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조리 도구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PythonOperator 는 파이썬 함수를, BashOperator 는 셸 명령을 태스크로 만든다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DAG 는 「무엇을 어떤 순서로」를 적은 파이썬 파일 — Task 는 실행 단위이자 재시도 단위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설계의 핵심 — Task 를 얼마나 잘게 나눌까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굵으면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실패했을 때 재시도 비용이 크다 — 처음부터 다시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잘면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태스크가 많아져 관리가 번거롭다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 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「여기까지는 성공한 채로 다시 시작하고 싶은가?」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임베딩이 비싸다면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자르기와 임베딩을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자르기를 다시 하지 않아도 되니까 — 비싼 단계 앞에서 자른다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의존성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&gt;&gt; 로 순서를, 리스트로 병렬을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t1 &gt;&gt; t2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t1 이 성공해야 t2 시작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t1 &gt;&gt; [t2, t3]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719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1719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t1 뒤에 둘이 병렬로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[t2, t3] &gt;&gt; t4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8958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8958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끝나야 t4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t1 &gt;&gt; [t2, t3] &gt;&gt; t4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6197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6197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갈라졌다 다시 합류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화살표 방향만 있고 되돌아가는 길은 없다(Acyclic) — t1 &gt;&gt; t2 &gt;&gt; t1 은 순환이라 Airflow 가 거부한다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스케줄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schedule 값 다섯 가지 — 학습에는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schedule 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수동 트리거 전용 (학습에 편하다)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"@daily"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자정 1회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"@hourly"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매시 정각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"0 6 * * *"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크론 표기 — 매일 06:00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"30 6 * * 1"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월요일 06:30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start_date 는 이 DAG 가 언제부터 유효한가 — 과거 날짜를 넣으면 소급 실행 대상이 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스케줄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catchup 과 논리적 날짜 — 처음에 반드시 헷갈리는 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catchup — 밀린 날짜 소급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start_date 부터 오늘까지 밀린 날짜를 전부 실행할지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 면 과거 실행이 수백 개 쏟아진다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중에는 항상 catchup=False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DAG 마다 명시한다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논리적 날짜 — 한 주기 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@daily 로 1월 2일 자정에 도는 실행의 날짜는 1월 1일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「1월 1일치 데이터를 처리하는 작업」이라서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생각하는 날짜와 다르다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기억해 두면 나중에 안 헤맨다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멱등성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태스크를 같은 날짜로 다시 돌려도 결과가 같아야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멱등을 어떻게 만들었나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— 있으면 갱신, 없으면 삽입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1719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1719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uuid5(경로+번호)로 id 고정 → upsert 가 덮어씀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8958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8958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 둘을 태스크 안에 넣어 재시도가 안전해진다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재시도가 기본인 도구 — 「재시도해도 되는가」를 태스크마다 확인한다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실패한 태스크만 골라 재실행하는 Airflow 운영 방식의 전제 조건 — 멱등하지 않으면 데이터가 두 번 들어간다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재시도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default_args 로 재시도 두 줄 — 언제 쓰고 언제 안 통하나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retries: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실패하면 2번 더 시도한다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retry_delay: timedelta(minutes=1)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 간격으로 — DAG(..., default_args=default_args)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네트워크·API 같은 일시적 실패에 유용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오류는 몇 번을 재시도해도 같으니 로그를 봐야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재시도의 전제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멱등할 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는 순서도, Task 는 상자, Operator 는 상자를 만드는 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나누는 기준 — 여기까지는 성공한 채로 다시 시작하고 싶은가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&gt;&gt; 로 순서를, 리스트로 병렬을 — 순환은 안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학습 DAG 는 catchup=False 를 반드시 명시한다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논리적 날짜는 사람이 생각하는 날짜보다 한 주기 앞선다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재시도가 기본인 도구이므로 태스크는 멱등해야 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첫 DAG 작성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hello_dag·etl_practice·fan_practice 세 DAG 를 만들며 순서·병렬·재시도·실패를 직접 겪어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dags/ 에 저장하고 웹 UI 목록에서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tasks test 로 단위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중간 태스크를 일부러 실패시키고 Clear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순환을 만들어 거부되는 것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~/airflow-lab Airflow 기동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