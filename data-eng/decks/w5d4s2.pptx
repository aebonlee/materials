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DataFrame과 SparkSQL 가공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API로 데이터 가공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조인·파생·필터·집계를 체인으로 — 중간마다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orders·products 두 DataFrame 을 만들고 order_date 를 date 로 바꾼다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join → withColumn → filter → groupBy 를 체인으로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전후 행 수와 오른쪽 키 고유성을 직접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윈도 함수로 날짜별 1위를 뽑고 explain() 에서 조인 방식을 읽는다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셸 옵션 그대로 PySpark 를 띄웁니다 — 옵션이 길면 스크립트로 저장해 두세요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표 두 개에서 실행 계획까지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Pandas 에서 한 일을 분산 환경에서 그대로 — 문법이 조금 다를 뿐 생각은 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5행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 3행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타입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3·4. 조인·필터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파생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10만 이상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집계·윈도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표 두 개를 만들고 날짜 타입을 바로잡는다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· products 를 createDataFrame 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5행(order_id·product_id·qty·order_date) · products 3행(product_id·name·price)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show() · printSchema() 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order_date 가 string — 3-1 에서 겪은 것과 같은 상황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F.to_date("order_date") 로 바꾼다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withColumn 으로 덮어쓰고 printSchema() 에 date 가 보이면 통과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먼저 한 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functions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as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from pyspark.sql import functions as F — 날짜는 반드시 변환 후 사용(3주차)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3~5단계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· 파생 · 필터 · 집계 —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orders.join(products, on="product_id", how="inner")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withColumn("amount", F.col("qty") * F.col("price"))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filter(F.col("amount") &gt;= 100000)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복합 조건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(조건1) &amp; (조건2) — 괄호 필수, Pandas 와 같다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groupBy("name").agg(F.sum("amount").alias("total_amount"))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28827" y="60198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1227" y="60198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orderBy(F.desc("total_amount"))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여러 집계는 agg 안에 F.count("*") · F.sum · F.avg · F.max 를 나란히 — alias 로 이름을 정한다(3-2 명명 집계)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전후 행 수를 센다 — 5행 → 5행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print(orders.count(), joined.count())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전후 모두 5행 — products 의 product_id 가 고유하므로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행이 늘었다면 오른쪽 키 중복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 에서 본 사고 — 합계가 부풀려진다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select("product_id").distinct().count()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products.count() 와 같으면 안전 — validate 대신 이 한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두 숫자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= 3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이면 안전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키를 조건식으로 주면 — ambiguous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「키를 문자열로」가 왜 규칙인지 — 오류를 한 번 직접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조건식 조인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a["k"] == b["k"]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형태로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컬럼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select(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"product_id")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오류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Reference …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 ambiguous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처방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on="product_id"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한 번 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joined 에 amount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cannot resolve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오류 — ambiguous 와 cannot resolve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Reference 'product_id' is ambiguous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양쪽에 같은 이름의 컬럼이 남아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원인: 조건식 조인은 두 컬럼을 다 남긴다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처방 1: on="product_id" 문자열로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처방 2: alias("o")·alias("p") 로 출처 명시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cannot resolve 'amount'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시점의 DataFrame 에는 없는 컬럼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원인: 오타 또는 가공 전 변수(joined) 참조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처방: 직전 DataFrame 에 printSchema()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with_amount 에서 다시 filter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5~7단계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결과 · 윈도 · 실행 계획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sales.show() 순서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monitor 930,000 → keyboard 315,000 → mouse 69,000 이면 집계가 맞다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Window.partitionBy("order_date")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F.row_number().over(w) 로 rn 을 만들고 filter("rn = 1") 이 날짜별 1위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sales.explain()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 가 작아 BroadcastHashJoin · groupBy 때문에 Exchange 한 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1위 행 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수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5행 · products 3행이 스키마와 함께 출력된다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printSchema() 에서 order_date 가 date 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전후 행 수가 5 = 5 · products 키 고유성 3 =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10만 이상 필터에 P001 5개 225,000 · P003 3개 930,000 이 남는다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상품별 합계가 monitor · keyboard · mouse 순이다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에 BroadcastHashJoin 과 Exchange 가 보인다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SparkSQL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가공을 SQL 로 다시 쓰고, 두 방식의 explain() 을 대조한 뒤 Iceberg 테이블로 저장합니다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createOrReplaceTempView 로 임시 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로 같은 집계 — 결과 대조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둘을 나란히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writeTo("lake.db.product_sales")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 그대로 · sales · with_amount 변수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