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5-1 · 분산 처리와 Spark 아키텍처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멈추기 · 4040 · Spark 이미지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컨테이너 다섯 개가 떠 있어 메모리가 모자란다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4040 을 다른 프로그램이 쓰고 있다 — Spark UI 자리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이미지(1.56GB)를 실습 중에 처음 받는다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점검(1~4단계)은 멈추기 · 확인 · 미리 받기만 · 재설정(5단계)은 다시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테이블은 지우지 않는다 — 4주차 결과물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 4주차 멈추기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stop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은 금지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 4040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운영체제별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 이미지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spark:3.5.3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1.56GB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 오늘 만들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 환경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실습을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할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컨테이너를 멈춰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없으면(No such file or directory) cd · stop 은 건너뛴다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4-5 끝에 이미 멈췄다면 아무 일도 하지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 줄만 나오면 실행 중인 컨테이너가 없는 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· down -v 는 쓰지 않는다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-v 는 4주차 테이블을 지운다 — 4주차 결과물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다른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stop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이름으로 멈춤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4040 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도커 밖에서 4040 을 쓰는 프로그램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netstat -ano | findstr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LISTENING 없으면 비어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 -nP -iTCP:4040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없으면 비어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 | grep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docker-proxy 면 컨테이너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먼저 docker ps -a … | grep -E 'NAMES|4040' — 제목 줄만이면 도커 안은 비어 있음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이미지를 미리 받아 두세요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pull apache/spark:3.5.3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Status: Downloaded newer image … (있으면 Image is up to date)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apache/spark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apache/spark:3.5.3 · DISK USAGE 1.56GB 한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판에 따라 다른 모양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REPOSITORY · TAG 3.5.3 · SIZE 1.56GB 로도 나온다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실측 32초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회선에 따라 몇 분 — 그래서 수업 전에 받는다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· 5-3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이미지를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쓴다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~/data-eng/week5 폴더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단일 노드 실습 1단계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mkdir -p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5주차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 폴더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PySpark 셸 컨테이너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단일 노드 실습 1단계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-it --rm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exit() 하면 지워짐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UI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localhost:4040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셸을 띄운 순간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셸이 살아 있는 동안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셸 안에서 DataFrame 을 만들고 Spark UI 로 본다 — exit() 하면 컨테이너째 사라진다(--rm)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수업 전 10분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실습만 처음부터 다시 할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&gt;&gt;&gt; exit()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 안이면 먼저 나온다 — 컨테이너가 함께 지워진다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--filter ancestor=apache/spark:3.5.3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남은 Spark 컨테이너가 있는지 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rm -f $(docker ps -aq --filter 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셸을 창째로 닫아 남았을 때만 지운다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docker ps -a --filter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 줄만 나오면 끝 — 이미지는 지우지 않는다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다시 시작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1단계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부터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가 제목 줄만 낸다 — 4주차는 멈춤, 지우지 않음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4040 을 잡은 컨테이너도, 밖의 프로그램도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에 apache/spark:3.5.3 · 1.56GB 가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PySpark 셸은 아직 띄우지 않았다 — 실습 시간에 띄운다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막히면 그 단계 아래 「막혔어요」 · 「질문」을 눌러 주세요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5-1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분산 데이터 처리와 Spark 개요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점검을 마쳤으니 한 대로 안 될 때 여러 대에 나눠 맡기는 원리부터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분산 처리인가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드라이버와 익스큐터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지연 평가와 Job · Stage · 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