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6-3 · Producer / Consumer 애플리케이션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136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Producer / Consumer API와 오프셋 커밋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251704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보내기는 왜 비동기인지, 커밋은 무엇을 보장하는지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produce() 가 버퍼에 넣을 뿐이고 flush() 가 왜 필요한지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delivery report 로 건별 성공을 확인하는 흐름을 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acks 0 · 1 · all 이 「어디까지 확인하나」를 정한다고 말할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group.id · auto.offset.reset · 오프셋 커밋의 역할을 구별한다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2.5H 실습에서 flush 를 일부러 빼고 유실을 눈으로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Producer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produce() 는 우체통에 넣는 것 — 배달은 나중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 버퍼에 쌓임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반환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배치가 차거나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linger.ms 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지나면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브로커로 전송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묶어서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번에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delivery report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건별 콜백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성공 / 실패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flush() 없이 프로그램이 끝나면 버퍼에 남은 것이 그대로 사라진다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우체통에 넣으면 집배원이 정해진 시간에 걷어간다 — 배달 확인서가 delivery report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Producer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꼭 부르는 것 셋 — 그리고 왜 모아서 보내나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delivery report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메시지별 전송 성공·실패를 알려 주는 콜백 — 등기우편의 배달 확인서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flush()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버퍼에 남은 메시지를 다 보낼 때까지 기다린다 — 종료 직전에 반드시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poll(0)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쌓인 콜백을 처리하라는 신호 — 루프 안에서 주기적으로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모아서 보내나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건씩 보내면 네트워크 왕복이 너무 많다 — 묶어 보내는 쪽이 훨씬 빠르다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flush() 를 빠뜨리는 것이 이 주차에서 가장 흔한 실수 — 오류도 없이 정상 종료되는데 일부가 사라진다. try/finally 로 감싸 두세요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Producer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acks — 어디까지 확인하고 성공으로 볼 것인가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 성공으로 보나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31623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속도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853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보내자마자 (확인 안 함)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빠름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유실 가능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 (기본)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853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리더 브로커가 받으면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리더가 죽으면 유실 가능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복제본까지 다 받으면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느림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안전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단일 브로커 실습에서는 차이가 잘 안 보인다 — 운영에서는 「돈이 오가는 이벤트는 all」 같은 기준으로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이론 1H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Consumer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읽고, 어디까지 읽었는지 기록한다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group.id — 어느 그룹인가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그룹끼리는 파티션을 나눠 맡고, 그룹이 다르면 각자 전체를 다 읽는다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auto.offset.reset — 처음엔 어디부터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earliest(처음부터) / latest(지금부터) — 오프셋이 아직 없는 그룹에만 적용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오프셋 커밋 — 「여기까지 읽었다」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 에 기록해 두면 재시작해도 이어서 읽는다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poll(timeout)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없으면 기다렸다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None 반환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이미 읽은 적 있는 그룹에 earliest 를 줘도 처음부터 다시 읽지 않는다 — 그때는 6-2 의 --reset-offsets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Consumer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자동 커밋과 수동 커밋 — 무엇을 잃고 무엇을 얻나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자동 커밋 (기본)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5초마다 자동 — 코드는 단순하지만 처리 실패해도 커밋될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받고 처리 중인데 커밋 시각이 온다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실패해도 「읽었다」로 기록 → 유실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최대 한 번(at-most-once) 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수동 커밋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내가 commit() 부를 때 — 처리 완료 후에 커밋할 수 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처리를 끝낸 뒤 커밋 → 유실 없음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커밋 직전에 죽으면 같은 것을 또 읽음 → 중복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최소 한 번(at-least-once) 쪽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Consumer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유실을 막으면 중복이 남는다 — 그래서 멱등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자동 커밋은 유실 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처리에 실패해도 「읽었다」가 기록될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수동 커밋은 중복 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유실은 없지만 커밋 직전에 죽으면 같은 메시지를 다시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그래서 받는 쪽이 멱등해야 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4-3 의 MERGE, 2-5 의 UNIQUE 제약이 그 역할 — 두 번 받아도 결과가 같게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exactly-once 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트랜잭션으로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가능·복잡·느림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대부분은 「최소 한 번 + 멱등한 수신」으로 간다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과정을 관통하는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중복은 막는 것이 아니라 견디는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2-5 · INSERT IGNORE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크롤러가 같은 글을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 저장해도 한 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4-3 · MERGE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키가 또 오면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덮어쓰거나 건너뛴다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6-3 · 멱등한 수신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커밋 직전에 죽어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다시 읽어도 결과 같게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 가지가 전부 같은 이야기 — 재시도가 안전하려면 받는 쪽이 멱등해야 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이론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produce() 는 버퍼에 넣을 뿐이다 — flush() 없이 끝내면 사라진다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delivery report 로 건별 성공을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acks 는 「어디까지 확인하고 성공으로 볼지」를 정한다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auto.offset.reset 은 오프셋이 없는 그룹에만 적용된다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수동 커밋 + 멱등한 수신이 실무의 기본 조합이다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6-3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Producer / Consumer 코드 실습 (2.5H)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파이썬으로 양쪽을 직접 만들고, flush 를 빼 유실을, 수동 커밋으로 중복을, 그리고 LAG 을 눈으로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producer.py — 주문 이벤트 30건 발행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 없이 1000건 보내 유실 재현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consumer.py — 고객별 누적 집계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수동 커밋 · LAG 관찰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6-2 compose 기동 · orders 토픽 · .venv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