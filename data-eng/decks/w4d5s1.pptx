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4-5 · 데이터 카탈로그 연결 및 레이크하우스 통합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 카탈로그의 역할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도서관의 장서 목록 — 두 사서가 같은 목록을 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카탈로그가 레이크하우스의 단일 진실 원천인 이유를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REST·Hive Metastore·Glue·Nessie 카탈로그 선택지를 비교한다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저장소라도 카탈로그가 다르면 서로 못 본다는 것을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이번 주에 쌓은 다섯 층을 한 그림으로 그린다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두 엔진이 정말 같은 테이블을 보는지 양방향으로 확인합니다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이번 주에 쌓아 올린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층 — 저장부터 질의 엔진까지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오브젝트 스토리지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테이블 포맷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묶음을 테이블처럼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카탈로그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REST 카탈로그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어디 있는지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적재 엔진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쓰기·변환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질의 엔진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대화형 조회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포트: MinIO 9000·9001 · REST 카탈로그 8181 · Trino 8080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책(데이터 파일)이 아무리 많아도 「어느 서가에 있고 최신판이 몇 판인지」는 목록(카탈로그)이 알려 준다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이론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이번 주에 쌓아 올린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층마다 무엇을 어느 날 만들었나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70027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28422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어느 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포트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861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— 오브젝트 스토리지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6424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949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944600" y="34480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39850" y="34480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9000 · 9001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 포맷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861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— 파일 묶음을 테이블처럼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06424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949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944600" y="41719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39850" y="41719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REST 카탈로그 — 어디 있는지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944600" y="48958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039850" y="48958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8181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적재 엔진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23360" y="56197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8610" y="56197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— 쓰기·변환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06424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5949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4-2 · 4-3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944600" y="56197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039850" y="56197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3436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3436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질의 엔진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23360" y="63436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8610" y="63436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Trino — 대화형 조회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064240" y="63436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59490" y="63436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3944600" y="63436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039850" y="63436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8080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Spark 와 Trino 라는 두 사서가 같은 목록(REST 카탈로그)을 보기 때문에 한쪽이 꽂은 책을 다른 쪽이 바로 찾는다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이론 1H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단일 진실 원천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카탈로그가 단일 진실 원천인 이유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 이름 → 최신 메타데이터 위치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결정을 카탈로그 한 곳이 담당한다 — 그래서 단일 진실 원천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커밋도 카탈로그를 거친다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4-2 커밋 4단계의 ④ 포인터 교체 — 여러 엔진이 동시에 써도 일관성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카탈로그 = 같은 테이블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카탈로그면 같은 저장소를 써도 서로의 데이터를 못 찾는다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4-4 count 대조의 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카탈로그를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보는지 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단일 진실 원천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「저장소가 같으니 보이겠지」— 틀린 생각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카탈로그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엔진이 같은 테이블을 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가 쓰면 Trino 가 바로 읽는다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커밋 이력이 한 줄로 쌓인다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4-4 에서 두 count 가 같았던 이유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다른 카탈로그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버킷인데도 서로의 데이터를 못 찾는다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파일은 같은 버킷에 그대로 있다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파일이 현재 상태인지 모른다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엔진이 자기 테이블만 본다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카탈로그 선택지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가지 — 역할은 같고 고르는 기준이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카탈로그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6042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특징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 고르나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엔진 중립 · 표준으로 자리 잡는 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엔진이 함께 쓸 때 (이번 주)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Hive Metastore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전통적 표준 · RDB 에 저장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719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719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기존 Hive/Hadoop 자산이 있을 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AWS Glue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AWS 관리형 · 운영 부담 없음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958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958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AWS 위에서 돌 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Nessie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 처럼 브랜치·머지 지원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6197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6197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데이터에 실험 브랜치가 필요할 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JDBC / Hadoop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63436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63436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단순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6343650"/>
            <a:ext cx="6080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6343650"/>
            <a:ext cx="5890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혼자 쓰거나 학습용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어느 것을 골라도 역할은 같다 — 「테이블 이름 → 최신 메타데이터 위치」. 그래서 나중에 바꿀 수도 있다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이론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상호운용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상호운용 — 데이터는 한 곳, 도구만 갈아 끼운다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작업 성격에 맞는 엔진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적재는 Spark, 대화형 분석은 Trino — 레이크하우스의 핵심 가치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복사하지 않는다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 비용이 늘지 않고 사본 간 불일치가 생기지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 도구가 나와도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카탈로그만 연결하면 기존 데이터를 그대로 쓴다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예전 방식은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도구마다 자기 형식으로 저장 → 사본을 만들고 동기화해야 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3주차 「도구는 목적에 따라 고른다」를 저장소 수준에서 가능하게 만드는 구조가 4주차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없으면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카탈로그가 없으면 무엇이 깨지나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없으면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무슨 일이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최신 상태를 모른다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4480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9050" y="34480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파일이 유효한지 각자 추측한다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커밋 지점이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1719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41719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쓰는 중인 데이터가 읽는 쪽에 보인다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스키마를 모른다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8958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8958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옛 파일과 새 파일의 컬럼이 달라 깨진다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이력이 없다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56197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9050" y="56197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과거 시점으로 못 돌아간다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엔진 간 공유가 안 된다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63436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9050" y="63436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도구마다 사본을 만든다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다섯 가지 전부 「어느 파일이 현재 상태인지」를 아무도 정해 주지 않아서 생기는 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이론 1H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카탈로그는 「테이블 이름 → 최신 메타데이터 위치」를 정하는 단일 진실 원천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커밋이 카탈로그를 거치므로 여러 엔진이 동시에 써도 일관성이 지켜진다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저장소를 써도 카탈로그가 다르면 서로의 데이터를 못 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 종류는 여럿이지만 역할은 같아서 나중에 바꿀 수 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이번 주 구조는 저장·테이블 포맷·카탈로그·적재 엔진·질의 엔진 다섯 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4-5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Spark–Trino 상호운용 검증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양방향으로 쓰고 읽으며, 두 엔진이 정말 같은 테이블을 보는지 여러 각도로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 INSERT → Spark 조회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ALTER·UPDATE → Trino DESCRIBE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커밋 이력과 스냅샷 개수 대조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임시 카탈로그 · 실패한 쓰기 실험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 5개 Up · 두 엔진 count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