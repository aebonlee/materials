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LangChain 챗봇 기초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대화 이력을 가진 챗봇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기억은 어디에서 오는가 — 실험으로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없이 물으면 기억하지 못하는 것을 눈으로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 목록을 함께 보내 이름을 기억하는 챗봇을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append 두 줄을 빼고 되돌려 기억이 사라지는 것을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턴이 늘수록 입력 토큰이 커지는 것을 보고 trim 으로 개선한다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챗봇은 아직 우리 데이터를 모릅니다 — 문서를 붙이는 것이 이번 주 나머지 나흘의 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기억을 만들고, 빼 보고, 잘라 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실습의 가상환경과 llm 객체를 그대로 씁니다 — 7단계 미니 과제는 시간이 남으면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이력 없이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invoke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기억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이력 보내기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history 목록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chatbot.py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while 루프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콘솔 챗봇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일부러 빼기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append 주석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기억 사라짐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토큰·trim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 토큰 증가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최근 N개만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기억이 없는 상태 → 이력을 함께 보낸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1단계 · 이력 없이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호출이 서로 독립 — 이름을 답하지 못한다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invoke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이름은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홍길동이야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invoke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이름이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뭐라고 했지?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2단계 · 이력을 함께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 전체를 다시 보내니 이름을 기억한다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System +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Human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append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ans1 +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질문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invoke(history)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홍길동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콘솔 챗봇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chatbot.py — 이력을 쌓는 while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history = [SystemMessage(...)]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친절한 데이터 엔지니어링 학습 조교 — 한국어로 답해줘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 = input("나: ") → history.append(HumanMessage(content=q))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quit·exit 를 치면 break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answer = llm.invoke(history)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지금까지의 대화 전체를 보낸다 → history.append(answer)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print("봇:", answer.content) · 이력 개수 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「내 이름이 뭐라고 했지?」에 답하고, 턴마다 이력 개수가 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chatbot.py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append 두 줄을 주석 처리하고 다시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고쳤다는 판정은 되돌려서 확인하는 것이 원칙 — 기억이 정말 이력에서 오는지 증명합니다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주석 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# history.append(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HumanMessage(...))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주석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# history.append(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answer)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 메시지 +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질문만 간다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이름을 기억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하지 못한다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길어지는 이력 — 토큰 증가와 trim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5턴 반복 실험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 에 질문·답을 쌓으며 response_metadata 의 prompt_tokens 를 찍는다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턴이 늘수록 입력 토큰이 커진다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이력 전체가 매번 가므로 비용이 대화 길이에 비례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trim(history) — 시스템 메시지는 지키고 최근 N개만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MAX_TURNS = 6 · [history[0]] + history[-(max_msgs):]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비용과 기억의 맞바꿈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토큰은 안정되고 오래된 대화는 잊는다 — 어디서 자를지가 설계 결정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실무에서는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대화를 요약해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시스템에 넣기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— 미니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시간이 남으면 세 가지 중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trim 을 실제로 넣기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오래된 이야기를 잊는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지점을 찾아 보세요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모르면 모른다고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규칙을 넣고 3단계 질문을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다시 물어 보세요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대화 저장·불러오기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 내용을 파일로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저장하고 다시 읽기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번째가 중요 — 「모르면 모른다」 지시만으로도 환각이 줄지만 없어지진 않아, 근거를 주는 RAG 가 필요하다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없이 두 번 물으면 두 번째 질문에 답하지 못한다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history 를 함께 보내면 이름을 기억해 답한다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chatbot.py 에서 턴마다 「이력 N개 메시지」가 늘어난다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append 두 줄을 빼면 기억하지 못한다 — 이력 전달이 곧 기억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5턴 실험에서 prompt_tokens 가 턴마다 커진다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LangChain 부품 일곱 개를 한 장으로 정리하고, 7-2 문서 처리를 위한 패키지와 문서를 준비합니다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부품 일곱 개 — 역할과 코드 모양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7-2 준비: 패키지 설치와 실습 문서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chatbot.py 와 5턴 토큰 수치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