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1교시 · 개선안 도출과 우선순위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412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</a:t>
            </a:r>
          </a:p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우수 사례 벤치마킹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5272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사례의 수치가 아니라 원리를 가져온다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SPC·예지보전·교정 관리·표준작업의 원리를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구조 찾기 → 원리 추출 → 현장에 맞게 바꾸기로 카드를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확인 안 된 기업명·수치를 걸러 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벤치마킹 카드 3장 — 2교시 대안 생성의 씨앗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출발점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어제까지 정리한 원인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주원인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PM 뒤 TC-3 교정 누락 — 온도편차 6.0 → 16.6°C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부원인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 L-0809 — 불량률 소폭 상승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 — 데이터로 확인되지 않은 추정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별개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습도 — 밀도불균일과 상관 0.80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과목의 질문: 무엇을, 어떤 순서로 고칠 것인가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개선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최적화의 대표 유형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우리 문제와의 연결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관리도로 이상을 빨리 감지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이상을 8/10 직후 포착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예지·상태기반보전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044043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044043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 징후로 정비 시점 판단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044043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044043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재가열 알람 증가가 신호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계측기 교정 관리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640036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640036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측정 장비를 기준과 주기 비교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640036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640036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누락이 이 구멍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표준작업·체크리스트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236029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236029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빠뜨리기 쉬운 단계를 목록화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236029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236029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재가동 체크리스트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수입검사·로트 추적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5832021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5832021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원료를 로트별 검사·추적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224260" y="5832021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19510" y="5832021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L-0809 대응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디지털 대시보드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428014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428014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지표를 한 화면에 모은다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224260" y="6428014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319510" y="6428014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설비별 OEE·온도편차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1224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9319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환경 관리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03520" y="7024007"/>
            <a:ext cx="58826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98770" y="7024007"/>
            <a:ext cx="56921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온습도를 관리 범위 안에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224260" y="7024007"/>
            <a:ext cx="592074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19510" y="7024007"/>
            <a:ext cx="57302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성형실 습도(별개 과제)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특정 기업의 성과가 아니라 업계에서 일반적으로 쓰는 방식의 정리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SPC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X̄-R 관리도 — 언제부터 달라졌는가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관리한계 = 평소 흔들림의 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평균에서 표준편차 약 3배 — 규격(합격 범위)과는 다르다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X̄ 는 중심, R 은 흔들림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묶음 평균은 위 그래프, 묶음 범위(최대−최소)는 아래 그래프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이상 신호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한계 밖 한 점 · 한쪽으로 연속 · 한 방향으로 계속 오름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우리 사례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산포 증가는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이 먼저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보전과 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정비를 한 것이 아니라 정비 뒤가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예방보전(시간기반)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정해진 주기로 정비 — 8/10 정기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계획이 쉽다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멀쩡해도 뜯는다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뜯은 뒤 실수가 생길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상태기반·예지보전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 이상 징후로 정비 시점을 정한다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필요할 때만 정비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센서·기준값 관리가 전제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축적이 필요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보전과 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계측기 교정 관리의 세 가지 장치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주기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장비별 비교 주기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정비로 뜯었으면 즉시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기록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언제·누가·기준기·오차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「기록 미입력」이 구멍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이중 측정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기준 열전대를 함께 꽂아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두 값이 벌어지면 의심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MSA — 측정값 흔들림 가운데 측정 장비·측정자 몫을 따지는 분석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벤치마킹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벤치마킹 3단계 — 겉모습이 아니라 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구조 찾기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업종보다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구조가 닮은 사례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원리 추출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효과가 있었나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문장으로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현장에 맞게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설비·인력·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양식으로 다시 쓰기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예: 「정비 뒤에는 측정 장비부터 기준과 맞춘다」 → PM 체크리스트에 교정값 입력 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맛집 메뉴판을 베끼지 말고, 육수를 오래 끓이는 원리를 우리 냄비로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AI 조사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남길 것과 지울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일반화된 원리 · 우리 데이터로 검증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관리도로 산포를 감시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교정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로트별 수입검사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지운다 · 보류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1차 출처로 확인할 수 없는 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「OO사 불량 35% 감소」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된 표준 번호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설비로 불분명한 기능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벤치마킹 카드 — 원리 · 우리 현장 · 필요한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우리 현장에서는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측정 장비부터 맞춘다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직후 TC 전 채널 비교 측정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평소 흔들림을 넘으면 알린다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관리도·한계 초과 알람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체크리스트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빠뜨리기 쉬운 단계를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재가동표에 교정값·서명 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에는 설비명·공정 조건 대신 구조 문장만 보낸다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45분에서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사례에서 가져올 것은 수치가 아니라 원리다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관리도는 「언제부터 달라졌는가」를 알려 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문제는 정비가 아니라 정비 뒤 교정 단계의 누락이다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출처를 달 수 없는 기업명·수치는 보고서에 옮기지 않는다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1교시 · 이론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AI 기반 개선 대안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즉시 조치·재발 방지·시스템화 세 층으로 대안을 펼치고 5~7개로 줄입니다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요약을 AI 에 넘길 형태로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대안 15개 받기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× 층 격자로 빈칸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중복을 묶어 5~7개로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구조 문장 3줄과 벤치마킹 카드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