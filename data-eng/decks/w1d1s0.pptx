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리눅스 커맨드 기초 · 준비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환경 준비 — Windows · macOS ·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94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 하나면 오늘 실습은 끝까지 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 노트북에서 리눅스 명령이 통하는 터미널을 열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whoami · pwd · uname -s 로 준비 상태를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동안 쓸 ~/data-eng/day01 폴더를 만들어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막혔을 때 증상별로 어디를 볼지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는 오늘 쓰지 않습니다 — 1-3 부터 쓰니 그 전까지 [환경 설정] 페이지로 준비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준비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운영체제별 준비 — 갈리는 것은 여기까지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· WSL2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관리자 PowerShell 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wsl --install -d Ubuntu-22.04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 · 터미널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유닉스 계열이라 설치 없음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Command + Space → 터미널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Linux · 우분투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자체가 오늘 실습 환경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 + Alt + T 로 터미널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 뒤 명령은 셋이 거의 같습니다 — Windows 만 한 단계 더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준비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Windows 만 한 단계 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WSL2 — Windows 안에서 진짜 리눅스 커널을 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가상머신처럼 무겁지 않고 Windows 와 파일을 주고받을 수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관리자 PowerShell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버튼 → 관리자 권한으로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wsl --install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-d Ubuntu-22.04 · 끝나면 재부팅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계정 만들기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이름·비밀번호 — 비밀번호는 안 보여도 정상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wsl -l -v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 이 2 인지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Ubuntu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시작 메뉴 또는 Windows 터미널 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준비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공통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여기서부터는 셋이 같다 — 세 줄 치고 폴더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2584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2584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whoami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1443" y="2781300"/>
            <a:ext cx="127435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843" y="2781300"/>
            <a:ext cx="124387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사용자 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32584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32584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pwd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1443" y="3429000"/>
            <a:ext cx="127435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843" y="3429000"/>
            <a:ext cx="124387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/home/사용자명 (macOS 는 /Users/사용자명)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32584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32584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uname -s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1443" y="4076700"/>
            <a:ext cx="127435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843" y="4076700"/>
            <a:ext cx="124387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Linux (WSL2·리눅스) 또는 Darwin (macOS)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32584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32584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mkdir -p ~/data-eng/day01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1443" y="4724400"/>
            <a:ext cx="127435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843" y="4724400"/>
            <a:ext cx="124387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 내내 이 아래에서 작업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32584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32584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cd ~/data-eng/day01 · pwd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1443" y="5372100"/>
            <a:ext cx="127435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843" y="5372100"/>
            <a:ext cx="124387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경로가 day01 로 끝나면 준비 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사용자는 실습 파일을 반드시 리눅스 홈(~/) 안에 — /mnt/c 는 몇 배 느리고 뒤에서 스크립트가 죽는다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준비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리눅스를 직접 쓰면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sudo — 내 홈(~/) 밖을 바꾸면 쓰고, 안에서는 쓰지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sudo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 전체를 바꾸거나 내 것이 아닌 파일을 고칠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 로 프로그램 설치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/etc 등 시스템 파일 수정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 가 없다고 하면 sudo apt install python3-venv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sudo 쓰지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홈은 이미 내 것 — 홈 안에서 sudo 를 쓰면 주인이 root 가 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 에서 파일 만들기·지우기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python3 -m venv .venv · pip install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그랬다면 sudo chown -R $USER:$USER ~/data-eng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준비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첫날 가장 자주 나오는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922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가상화가 사용 안 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BIOS 가상화 꺼짐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BIOS 에서 VT-x / SVM 켜기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우분투 창이 안 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69544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3969544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재부팅 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3969544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3969544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재부팅 후 Ubuntu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 이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491038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491038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WSL1 로 설치됨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491038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491038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wsl --set-version …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비밀번호가 안 보임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012531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012531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리눅스의 정상 동작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012531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012531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치고 Enter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command not found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534025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534025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오타 · 미설치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5534025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5534025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철자·띄어쓰기 먼저 확인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apt 가 Permission denied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055519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055519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없이 시스템 변경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44300" y="6055519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9550" y="6055519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apt … (홈 안은 없이)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내가 만든 파일을 못 지움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6577012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6577012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로 만들어 주인이 root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544300" y="6577012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39550" y="6577012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chown -R 로 되돌림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회사 노트북 정책에 막힘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7098506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8930" y="7098506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관리자 권한·보안 정책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544300" y="7098506"/>
            <a:ext cx="5600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639550" y="7098506"/>
            <a:ext cx="5410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알려 주세요 → 웹 터미널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막히면 바로 손을 들고, 해결되면 트러블슈팅 위키(패들릿)에 증상·원인·해결 세 줄로 남겨 주세요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준비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준비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리눅스와 셸의 이해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한 줄을 쳤을 때 안에서 무슨 일이 일어나는지 — 커널·셸·터미널을 갈라서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커널·셸·터미널은 서로 다른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echo $SHELL 로 내 셸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파일시스템은 / 하나의 서랍장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권한 rwx 열 글자 읽는 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터미널이 열리고 pwd 가 day01 로 끝나는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