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실습 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순위·누적·전월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않는 집계를 직접 돌려 상위 N개까지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Window 의 차이를 행 수(3행 vs 9행)로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의 ORDER BY 유무로 전체합과 누적이 갈리는 것을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 를 동점 데이터로 구별하고 LAG 로 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실패를 보고 CTE 로 감싸 상위 N개 패턴을 완성한다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9행이 그대로 있어야 합니다 — 값이 다르면 CTE 실습 1단계로 돌아가 다시 준비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진행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비교부터 이동 평균까지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5단계는 동점용 생활 행이 있어 10행입니다. WINDOW w AS (…) 로 OVER 반복을 줄이고, 7단계는 미니 과제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1~2.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비교 · ORDER BY 유무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3종 · 동점 실험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전월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 로 prev·diff·pct_change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5~6. 모으기·상위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· rn 실패 → CTE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이동 평균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2 PRECEDING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SUM(amount) — 접히는가, 옆에 붙는가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3행으로 접힌다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식품 2400 · 잡화 2000 · 전자 3800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월 데이터가 사라진다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몇 %」를 한 쿼리로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(PARTITION BY)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9행 그대로, 옆에 cat_total 이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세 행 모두 cat_total 3800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* 100.0 / cat_total = pct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1월 pct 31.6 (1200/3800) 이면 성공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하나로 결과가 달라진다 — 전자만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 · total_no_order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ym · running_total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처음부터 현재 행까지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2700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동점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2026-01 1200 을 넣으면 세 함수가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amount (category)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ROW_NUMBER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DENSE_RANK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1200 (전자·생활)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937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800 (식품)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0412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937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(건너뜀)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400 (잡화)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차이가 「상위 N개」의 결과 개수를 바꾼다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동점이 없는 원래 데이터에선 세 값이 모두 같다 — INSERT ('생활', '2026-01', 1200) 뒤 2026-01 만 ORDER BY amount DESC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— 앞 행의 값을 가져와 전월 대비 증감을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prev_amount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6878" y="27813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9278" y="27813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LAG(amount) OVER (PARTITION BY category ORDER BY ym)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6878" y="34290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9278" y="34290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- LAG(amount) OVER (…)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pct_change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26878" y="40767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9278" y="40767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ROUND((amount - LAG(…)) * 100.0 / LAG(…),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카테고리 첫 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26878" y="47244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79278" y="47244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prev_amount · diff · pct_change 모두 NULL (앞 행이 없다)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 2월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26878" y="53721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9278" y="53721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diff 300 · pct_change 25.0 이면 성공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첫 행의 NULL 이 거슬리면 LAG(amount, 1, 0) 처럼 세 번째 인자로 기본값 — 단, 0 으로 나누면 증감률이 NULL 이 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 — WHERE 에 바로 쓰면 실패, CTE 로 감싸면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— WHERE rn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column 'rn' in 'where clause'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2번, Window 는 5번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성공 — CTE 로 한 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달마다 한 행, 그 달의 1위 카테고리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ranked 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 ranked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rn 이 실제 컬럼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거른다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6~7단계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와 RANK — 결과 개수가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rn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달 모두 전자(실측)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1월은 동점이라 보장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 · rnk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2026-01 이 두 행(생활·전자)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1위를 모두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이동 평균 (과제)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ROWS BETWEEN 2 PRECEDING AND CURRENT ROW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전자: 1200 → 1350 → 1266.7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1월을 늘 같게 하려면 ORDER BY amount DESC, category 처럼 보조 기준. ROWS BETWEEN 은 「2칸 앞부터 현재 행까지」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값이 나왔으면 통과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146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384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3행, Window 9행 — 전자 cat_total 3800, 1월 pct 31.6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052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648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771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052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total_no_order 3800·3800·3800, running_total 1200→2700→3800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3386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3815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5053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3386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1200 둘: rn 1·2, rnk 1·1 다음 3, dense 1·1 다음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07206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07206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LAG: 첫 달 NULL, 전자 2월 diff 300 · pct_change 25.0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8054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8483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9721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8054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 10행 — 2026-01 순위 생활·전자 1, 식품 3, 잡화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5389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581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705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5389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은 Unknown column, CTE 로 감싸면 3행(세 달 모두 전자)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2723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73152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74390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72723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전자: 1200 → 1350 → 1266.7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문법을 한 장으로 모으고, 동점 실험용으로 넣은 「생활」 행을 지워 실습 데이터를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요약 표 — 하려는 일 → 문법 → 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행 DELETE 후 COUNT(*) =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4가지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 2-3 MongoDB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남겨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는 2-4 ERD 실습에서 참고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