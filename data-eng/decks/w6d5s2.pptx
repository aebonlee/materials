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6-5 · Kafka Connect와 MinIO 적재 · 실습 2.5H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9187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S3 Sink로 MinIO 적재와</a:t>
            </a:r>
          </a:p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엔드투엔드 검증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033516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DB 변경이 파일로 떨어지는 전 과정을 눈으로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2.5시간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71788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9432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670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71788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S3 Sink 플러그인을 마운트해 connector-plugins 에서 확인한다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662362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7338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857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662362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minio 서비스를 띄우고 cdc-raw 버킷을 만든다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452938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452938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sink-minio.json 을 등록해 RUNNING 을 확인한다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243512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53149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54387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243512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INSERT 5건 → MinIO JSON 파일 생성을 엔드투엔드로 확인한다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034088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034088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파일이 안 생길 때 짚는 다섯 단계와 주차 산출물을 정리한다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토픽 목록과 sink-minio.json 이 주차 산출물 — 마지막 단계에서 README 로 정리합니다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6-5 · 실습 2.5H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여덟 단계 — 6-4 스택 위에 minio 를 얹는다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~/data-eng/week6 에서 kafka·mysql·connect 가 떠 있고 mysql-cdc 가 RUNNING 인 상태로 시작합니다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플러그인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zip 풀기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plugins/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2·3. minio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compose 추가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cdc-raw 버킷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Sink 등록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sink-minio.json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RUNNING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5·6. 검증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INSERT 5건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 확인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7·8. 정리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안 생길 때 5곳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산출물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6-5 · 실습 2.5H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1~3단계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플러그인 · minio 서비스 · cdc-raw 버킷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6002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38488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290888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024188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plugins/ 에 zip 풀기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481388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plugins/confluentinc-kafka-connect-s3/lib 에 jar 가 보이면 준비 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105275"/>
            <a:ext cx="16002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310062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462462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195762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compose 에 minio 서비스 + connect 볼륨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652962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pgsty/minio · 9000·9001 · ./plugins/… → /kafka/connect/… 마운트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276850"/>
            <a:ext cx="16002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481638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634038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367338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재생성 뒤 플러그인 인식 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5824538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up -d --force-recreate connect → connector-plugins 에 S3SinkConnector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48425"/>
            <a:ext cx="16002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653212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6805612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538912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cdc-raw 버킷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6996112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콘솔 localhost:9001 의 Buckets 또는 mc mb -p m/cdc-raw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마운트만 하고 재생성을 안 하면 플러그인이 안 잡힌다 · 9000 충돌이면 4·5주차 MinIO 를 stop · 버킷은 커넥터가 만들어 주지 않는다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6-5 · 실습 2.5H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sink-minio.json 의 핵심 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설정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0" y="2781300"/>
            <a:ext cx="52425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781300"/>
            <a:ext cx="52425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864340" y="2781300"/>
            <a:ext cx="52806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64340" y="2781300"/>
            <a:ext cx="52806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40258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52120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connector.class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0" y="3448050"/>
            <a:ext cx="52425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8930" y="3448050"/>
            <a:ext cx="50520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…s3.S3SinkConnector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864340" y="3448050"/>
            <a:ext cx="52806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959590" y="3448050"/>
            <a:ext cx="50901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S3 Sink 커넥터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044043"/>
            <a:ext cx="540258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044043"/>
            <a:ext cx="52120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topics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0" y="4044043"/>
            <a:ext cx="52425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8930" y="4044043"/>
            <a:ext cx="50520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shop.shop.orders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864340" y="4044043"/>
            <a:ext cx="52806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959590" y="4044043"/>
            <a:ext cx="50901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구독할 CDC 토픽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640036"/>
            <a:ext cx="540258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640036"/>
            <a:ext cx="52120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s3.bucket.name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0" y="4640036"/>
            <a:ext cx="52425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8930" y="4640036"/>
            <a:ext cx="50520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cdc-raw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864340" y="4640036"/>
            <a:ext cx="52806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959590" y="4640036"/>
            <a:ext cx="50901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미리 만든 버킷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236029"/>
            <a:ext cx="540258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236029"/>
            <a:ext cx="52120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store.url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0" y="5236029"/>
            <a:ext cx="52425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8930" y="5236029"/>
            <a:ext cx="50520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http://minio:9000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864340" y="5236029"/>
            <a:ext cx="52806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959590" y="5236029"/>
            <a:ext cx="50901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MinIO 로 가는 갈림길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5832021"/>
            <a:ext cx="540258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5832021"/>
            <a:ext cx="52120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aws.access.key.id 등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83680" y="5832021"/>
            <a:ext cx="52425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78930" y="5832021"/>
            <a:ext cx="50520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minioadmin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864340" y="5832021"/>
            <a:ext cx="52806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959590" y="5832021"/>
            <a:ext cx="50901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compose 의 ROOT 값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428014"/>
            <a:ext cx="540258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428014"/>
            <a:ext cx="52120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format.class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583680" y="6428014"/>
            <a:ext cx="52425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78930" y="6428014"/>
            <a:ext cx="50520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JsonFormat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864340" y="6428014"/>
            <a:ext cx="52806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959590" y="6428014"/>
            <a:ext cx="50901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raw 그대로 JSON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3000" y="7024007"/>
            <a:ext cx="540258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38250" y="7024007"/>
            <a:ext cx="52120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flush.size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583680" y="7024007"/>
            <a:ext cx="52425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78930" y="7024007"/>
            <a:ext cx="50520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1864340" y="7024007"/>
            <a:ext cx="52806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959590" y="7024007"/>
            <a:ext cx="50901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5건 모이면 파일 하나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POST 뒤 …/connectors/minio-sink/status 에서 connector.state 와 tasks[0].state 둘 다 RUNNING 이면 성공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6-5 · 실습 2.5H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5단계 — 엔드투엔드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INSERT 5건이 파일 하나로 떨어진다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MySQL 에 INSERT 5건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exec mysql mysql … INSERT INTO orders (customer, amount) VALUES … 5행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sleep 10 뒤 mc ls --recursive m/cdc-raw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topics/shop.shop.orders/partition=0/ 아래 JSON 이 보이면 성공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mc cat 으로 파일 열기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Debezium 이벤트 그대로 — after.customer 가 넣은 행과 같아야 한다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안 보이면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5건 미달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INSERT 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6-5 · 실습 2.5H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세 터미널로 전체 흐름을 한 번 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어디서 얼마나 걸리는지 감을 잡습니다 — Kafka 까지는 즉시, 파일까지는 flush.size 만큼 기다린다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터미널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console-consumer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shop.shop.orders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터미널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for 1~5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INSERT · sleep 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터미널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consumer-groups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--list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보이는 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그룹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connect-minio-sink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5건 차면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MinIO 에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 하나 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6-5 · 실습 2.5H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일부러 실패시키기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4건만 넣고 기다려 본다 — 파일이 안 생긴다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INSERT 4건 뒤 mc 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커넥터는 RUNNING 인데 버킷은 비어 있다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status 는 RUNNING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터미널 1 에는 이벤트가 바로 보인다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mc ls 는 비어 있다 — 고장이 아니다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1건 더 넣으면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5건이 차는 순간 파일 하나가 생긴다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flush.size 만큼 모여야 쓴다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Kafka 까지는 즉시, 파일은 나중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topics 이름 오타도 같은 증상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6-5 · 실습 2.5H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7단계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파일이 안 생길 때 짚는 다섯 곳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88214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8821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순서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63240" y="2781300"/>
            <a:ext cx="70027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63240" y="2781300"/>
            <a:ext cx="70027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무엇을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104120" y="2781300"/>
            <a:ext cx="70408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04120" y="2781300"/>
            <a:ext cx="70408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어디서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18821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16916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(1)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063240" y="3448050"/>
            <a:ext cx="70027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158490" y="3448050"/>
            <a:ext cx="6812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커넥터가 살아 있는가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04120" y="34480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199370" y="34480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…/minio-sink/status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18821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16916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(2)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063240" y="4171950"/>
            <a:ext cx="70027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58490" y="4171950"/>
            <a:ext cx="6812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구독 토픽 이름이 맞는가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04120" y="41719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99370" y="41719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…/config | grep topics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18821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16916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(3)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063240" y="4895850"/>
            <a:ext cx="70027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58490" y="4895850"/>
            <a:ext cx="6812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토픽에 메시지가 있는가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104120" y="48958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99370" y="48958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kafka-get-offsets.sh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18821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16916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(4)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063240" y="5619750"/>
            <a:ext cx="70027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158490" y="5619750"/>
            <a:ext cx="6812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Sink 가 어디까지 읽었는가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104120" y="56197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99370" y="56197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consumer-groups --describe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18821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16916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(5)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063240" y="6343650"/>
            <a:ext cx="70027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158490" y="6343650"/>
            <a:ext cx="6812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Connect 로그에 오류가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104120" y="63436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199370" y="63436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compose logs connect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대부분 (2) 토픽 이름 오타나 (1) 버킷·자격증명 문제 — 순서대로 짚는 습관을 들인다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6-5 · 실습 2.5H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2.5시간이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76550"/>
            <a:ext cx="16002000" cy="542925"/>
          </a:xfrm>
          <a:prstGeom prst="roundRect">
            <a:avLst>
              <a:gd name="adj" fmla="val 877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88131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0513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76550"/>
            <a:ext cx="145732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plugins/…/lib 에 jar 가 있고 connector-plugins 에 S3SinkConnector 가 보인다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533775"/>
            <a:ext cx="16002000" cy="542925"/>
          </a:xfrm>
          <a:prstGeom prst="roundRect">
            <a:avLst>
              <a:gd name="adj" fmla="val 877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53853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66236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533775"/>
            <a:ext cx="145732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localhost:9001 콘솔이 열리고 cdc-raw 버킷이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91000"/>
            <a:ext cx="16002000" cy="542925"/>
          </a:xfrm>
          <a:prstGeom prst="roundRect">
            <a:avLst>
              <a:gd name="adj" fmla="val 877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19576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31958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191000"/>
            <a:ext cx="145732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minio-sink status 의 connector·tasks[0] 가 RUNNING 이다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48225"/>
            <a:ext cx="16002000" cy="542925"/>
          </a:xfrm>
          <a:prstGeom prst="roundRect">
            <a:avLst>
              <a:gd name="adj" fmla="val 877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485298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497681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4848225"/>
            <a:ext cx="145732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INSERT 5건 뒤 topics/shop.shop.orders/partition=0/ 에 JSON 이 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505450"/>
            <a:ext cx="16002000" cy="542925"/>
          </a:xfrm>
          <a:prstGeom prst="roundRect">
            <a:avLst>
              <a:gd name="adj" fmla="val 877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551021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563403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5505450"/>
            <a:ext cx="145732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mc cat 의 after.customer 가 넣은 행과 같다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162675"/>
            <a:ext cx="16002000" cy="542925"/>
          </a:xfrm>
          <a:prstGeom prst="roundRect">
            <a:avLst>
              <a:gd name="adj" fmla="val 877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390650" y="616743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90650" y="629126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0750" y="6162675"/>
            <a:ext cx="145732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kafka-topics --list 의 여섯 토픽 용도를 설명할 수 있다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8단계 — compose · register-mysql.json · sink-minio.json + 토픽 구성을 README 로 정리해 제출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6-5 · 실습 2.5H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6-5 · 실습 2.5H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주차 회고 · 산출물 점검 (0.5H)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6주차를 되짚고 컨테이너를 정돈한 뒤, 7주차 RAG 로 넘어가는 다리를 놓습니다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6주차 다섯 차시와 남은 결과물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겪는 오류 네 가지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compose stop (down -v 금지)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7-1 LangChain 챗봇 기초 예고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토픽 목록 · 산출물 README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