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연결과 대용량 분석 준비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카탈로그 구성과 테이블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로 테이블을 만들고, 저장소에 생긴 파일을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로 lake 카탈로그가 등록됐는지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USING iceberg 로 lake.db.orders 를 만들고 3행을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콘솔에서 metadata/ 와 data/ 폴더를 눈으로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INSERT·UPDATE 뒤 snapshots 가 쌓이고 타임 트래블이 되는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타입이 달라도 Iceberg 기능은 그대로 — 4주차와 같은 결과가 나와야 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앞 시간에 띄워 둔 PySpark 셸에서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 나갔다면 3단계 명령(--packages · --conf)으로 다시 띄우고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카탈로그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 보이나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테이블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· INSERT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3행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파일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 · 메타테이블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snapshots · files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UPDATE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 AS OF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클러스터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master 7077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8080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spark.sql("…") 로 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6142" y="27813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8542" y="27813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DB 목록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6142" y="34290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8542" y="34290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DATABASES IN lake — 아직 비어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6142" y="40767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8542" y="40767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lake.db.orders (id, item, price) USING iceberg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142" y="47244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8542" y="47244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lake.db.orders VALUES (1, 'keyboard', 45000) 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76142" y="53721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8542" y="53721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lake.db.orders ORDER BY id — 3행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lake 가 안 보이면 --conf 의 spark.sql.catalog.lake 세 줄부터 다시 확인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테이블의 실체 — MinIO 의 두 폴더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lake.db.orders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에서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부르는 이름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warehouse/db/orders/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 자체가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metadata/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· avro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스키마·스냅샷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data/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콘솔(9001)에서 warehouse/db/orders/ 아래 두 폴더가 생겼는지 확인 — 이것이 Iceberg 테이블의 실체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hadoop 타입에서는 폴더 구조가 곧 테이블 목록 — rest 와 달리 별도 서비스가 없는 이유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아는 것 · 메타테이블 — 4주차와 같다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무엇이 나오나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 IN lake.db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TABLE lake.db.orders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 · item · price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lake.db.orders.snapshots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append 한 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lake.db.orders.files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한 개 · file_path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file_path 가 s3a://warehouse/db/orders/data/… 로 시작하면 데이터가 MinIO 에 있다는 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스냅샷이 쌓인다 — 그리고 시간을 되돌린다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한 건 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(4, 'webcam', 89000) — snapshots 에 append 가 하나 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id 1 의 price → 47000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overwrite 로 기록 — 파일을 통째로 다시 쓰기 때문(4-2)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3행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append · append · overwrite — committed_at 순으로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AS OF 첫 스냅샷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· id 1 의 price 45000 — 타임 트래블도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operation 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append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세 줄을 빼고 띄우면 — 무엇이 깨지나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겪는 오류를 미리 만나 둡니다 — 셸을 나가서 --conf 의 spark.sql.catalog.lake 세 줄을 뺀 채 다시 띄워 보세요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 줄 빼고 재실행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catalog.lake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· 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 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보이지 않는다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CREATE TABLE lake…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Cannot find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catalog plugin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 줄 복구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띄워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미니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클러스터에서 돌고 있는지 확인하고, 더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5단계 클러스터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sparkContext.master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= spark-master:7077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테이블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PARTITIONED BY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(item) 폴더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파일 올려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로 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CTAS 집계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lake.db.summary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 SELECT 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마스터 UI(8080) Running Applications 에 이 셸이 보인다 — 5-2 클러스터가 오늘 레이크하우스를 다루는 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에 lake 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결과 3행 · 콘솔에 metadata/ 와 data/ 폴더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files 의 file_path 가 s3a://warehouse/db/orders/data/ 로 시작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3행(append·append·overwrite) · id 1 의 price 47000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스냅샷 VERSION AS OF 에서 price 45000 · master 가 7077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아홉 줄을 「없으면 무슨 오류」로 한 장에 정리하고, 5-4 데이터 가공을 위한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요약 — 없으면 나는 오류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 예고와 준비물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셸은 나가지 말고 그대로 두기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