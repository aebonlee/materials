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5교시 · 원인 후보 분류와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잠재 원인 후보군 도출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와 함께 넓게 펼치기 — 아직 지우지 않는다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오전 분석을 현상 문장 한 줄로 고정한다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페르소나 프롬프트로 4M1E 후보와 확인할 데이터를 받는다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현장 지식을 보태고 중복을 합쳐 후보 15~20개를 만든다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진짜 원인이 목록에 없으면 검증으로도 못 찾는다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5교시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발산과 수렴 — 두 박자를 섞지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발산 (이번 시간)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수렴 (6~8교시)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가능한 원인을 빠짐없이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겹침 정리 · 데이터로 거름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태도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판단 보류 — 엉뚱해도 적기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숫자가 있는가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의 쓰임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놓친 갈래를 보태는 동료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[추정]을 표시하는 점검자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후보 15~20개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판정표 · 검증 계획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5교시 · 실습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4M1E — 서랍 다섯 개, 서랍마다 두 개 이상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갈래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스스로 던질 질문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라인의 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누가 하느냐에 따라 다른가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교대 · 보전 작업자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Machine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상태가 바뀌었는가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히터 · 열전대 · 단열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Material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재료가 달라졌는가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원료 로트 · 성형체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Method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방식 · 절차가 바뀌었는가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뒤 재가동 · 승온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Environment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63436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63436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주변 조건이 바뀌었는가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64240" y="63436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59490" y="63436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장마철 습도 · 외기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5교시 · 실습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사람 먼저, AI 다음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후보는 07_improvement_workbook 의 1_원인후보_4M1E 시트에 모읍니다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현상 문장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언제·어디서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무엇이·얼마나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사람 먼저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혼자 5분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 한 장 한 후보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AI 펼치기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페르소나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4M1E 각 3개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보태기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현장 지식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 갈래 다시 묻기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정리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합치기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15~20개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5교시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현상 문장 — 비교 대상까지 한 줄에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나쁜 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언제 · 어디서 · 얼마나가 없다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 불량이 많다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8월에 품질이 나빠졌다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좋은 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과 비교가 문장 안에 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8/10 PM 뒤 SF-02 불량률</a:t>
            </a:r>
          </a:p>
        </p:txBody>
      </p:sp>
      <p:sp>
        <p:nvSpPr>
          <p:cNvPr id="20" name="Oval 1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2.11% → 6.5%, 균열·밀도미달 증가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기간 SF-01 2.31% → 2.49%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5교시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4M1E 후보 펼치기 프롬프트의 뼈대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페르소나 2인 → 상황 → 현상 → 오전 사실 → 4M1E 각 3개 → 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공정 기술자 + 품질 엔지니어의 관점으로,</a:t>
            </a:r>
          </a:p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균열·밀도미달 증가의 잠재 원인 후보를 4M1E 로 각 3개 펼쳐 주세요.</a:t>
            </a:r>
          </a:p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열: 갈래 | 원인 → 결과 | 데이터에서 보일 흔적 | 확인할 데이터. 단정 대신 「~일 수 있다」.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보안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가상 데이터 요약만 — 현업은 설비번호·설정값 비식별화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5교시 · 실습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현장 지식으로 보태고 빈 곳을 다시 묻는다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표와 메모를 나란히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사람만 · AI 만 · 둘 다 낸 후보를 표시한다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비고 열에서 실마리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「상단 트레이 균열 집중」 「TC-3 지시값 확인 필요」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빈 갈래 · 반대 관점 다시 묻기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설비가 아닌 곳에 원인이 있다면?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후보마다 묻기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에서도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보여야 하나?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5교시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후보 목록이 좁아지는 네 가지 습관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답부터 본다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의 답이 기준점이 되어 내 생각이 그 안에 갇힌다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「그건 아닐 거야」로 지운다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판정은 7교시에 데이터로 — 지금은 판단 보류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「야간 문제」로 뭉친다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숙련도와 승온 방식은 원리가 다르다 — 둘로 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확인할 데이터를 비운다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「없음」이라고 적는다 — 그것도 근거다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5교시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현상 문장에 SF-01 비교가 들어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4M1E 다섯 갈래마다 후보가 2개 이상이다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후보마다 확인할 데이터가 적혀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사람이 먼저 적은 후보가 목록에 남아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 판정을 이유로 지운 후보가 없다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5교시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5교시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MECE 분류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펼친 후보를 겹치지 않고 빠짐없이 나누고, 빠진 갈래를 찾습니다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MECE — 겹치지 않고 빠짐없이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같은 「야간」, 다른 갈래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빠진 갈래: 측정(Measurement)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에게 MECE 점검 받기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 후보 15~20개 목록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