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비정형 로그 데이터 적재와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조회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1,000건을 넣고 집계하고 인덱스 전후를 재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 가상환경에 pymongo 를 설치하고 접속한다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load_logs.py 로 접속 로그 1,000건을 insert_many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$match·$group·$sort 로 레벨별·경로별·분 단위 집계를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생성 전후의 totalDocsExamined 를 직접 재서 비교한다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 보지 않으면 효과를 알 수 없습니다 — 인덱스는 만들기 전에 먼저 재고, 만든 뒤 다시 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단계와 미니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적재는 파이썬, 집계와 인덱스는 mongosh 에서 — 확인 포인트마다 숫자를 맞춰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환경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적재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load_logs.py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1,000건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집계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레벨별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시계열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$dateToString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 단위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인덱스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전후 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환경 — 가상환경부터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~/data-eng/week2 · cd ~/data-eng/week2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1주차에 만든 폴더 구조를 이어 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python3 -m venv .venv · source .venv/bin/activate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프로젝트마다 라이브러리를 따로 두는 장치 — 프롬프트 앞에 (.venv) 가 붙는다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pymongo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"import pymongo; print(pymongo.version)" 으로 버전이 나오면 준비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나가기 · 다시 들어오기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deactivate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source …activate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WSL2·macOS·리눅스 모두 같은 명령 — 앞으로 파이썬 실습마다 씁니다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load_logs.py 가 하는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localhost:27017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logdb · access_logs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1,000건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ts 3초 간격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 가중 랜덤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ERROR 만 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code·message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필드 추가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insert_many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번에 적재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inserted_ids 개수 출력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levels = ['INFO','INFO','INFO','WARN','ERROR'] — INFO 가 자주 나오게 가중 · status 는 ERROR 면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python3 load_logs.py → inserted: 1000 · mongosh 의 countDocuments() 는 1003 (2챕터에서 남은 3건 + 1,000건)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겪어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실행하면 2,000건 — DB 가 중복을 막지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막지 않나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_id 를 직접 지정하지 않아 중복 검사가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스크립트는 실행할 때마다 새 문서 1,000건을 만든다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_id 는 매번 새 값 — 같은 내용이라도 다른 문서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되돌리기 · 막기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적재하려면 먼저 비운다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mongosh: db.access_logs.deleteMany({})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실무는 자연키에 유니크 인덱스 — 중복은 DB 가 막게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다섯 가지 — 파이프라인과 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파이프라인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레벨별 건수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$group _id: '$level' → $sort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가 가장 많다(600 전후)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경로 순위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$match ERROR → $group '$path' → $sort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errors 내림차순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값으로 묶기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_id: { level: '$level', path: '$path' } → $limit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조합 상위 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경로별 평균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$avg: '$status' · $sum: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섞이면 200 보다 크다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 단위 시계열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$dateToString '%Y-%m-%d %H:%M' · $cond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10행 · cnt 와 errors 함께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match → group → sort 를 SQL 의 WHERE → GROUP BY → ORDER BY 와 대응해 읽는다 · $cond 는 CASE WHEN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— 재 보고 판단한다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만들기 전 — explain('executionStats')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totalDocsExamined 가 약 1,003 — 전체 문서를 훑는다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createIndex({ level: 1, ts: -1 })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getIndexes() 로 생겼는지 확인 · 1=오름차순, -1=내림차순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만든 뒤 — 다시 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건수(200 안팎)만 훑으면 성공 — 줄지 않았다면 인덱스를 안 탄 것, 필드 이름을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복합 인덱스 규칙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왼쪽부터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이어 쓴 만큼만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{ level: 1, ts: -1 } 은 level 로 거르고 ts 로 정렬하는 쿼리엔 맞지만 ts 만으로 거르는 쿼리엔 쓰이지 않는다 — MySQL 인덱스도 같은 규칙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—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사용자별 상위 5명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$group _id: '$user'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$sort → $limit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에러 코드별 건수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$match ERROR → _id: '$error.code'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필드는 문자열로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$match 위치 비교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맨 앞 vs $group 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결과 차이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상위 5명이 각 20건 안팎, 에러 코드별 _id 가 null 이 아닌 값으로 나오면 성공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여기까지 됐으면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프롬프트 앞에 (.venv) · pymongo 버전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inserted: 1000 · countDocuments() 가 1003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레벨별 INFO 최다 · ERROR 경로 순위 내림차순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 단위 10행이 시간 순, cnt 와 errors 가 함께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totalDocsExamined 약 1,003 → 200 안팎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숫자가 안 맞으면 필드 이름부터 — 스키마가 없어 오타를 DB 가 잡아 주지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 명령을 SQL 과 나란히 정리하고, 2-4 에 쓸 컨테이너를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↔ SQL 대응표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설계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중 막혔던 지점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