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 아홉 개를 한 장으로, 5-2 클러스터 준비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개념 아홉 개를 「한 줄 정의 · UI 어디」로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를 위해 Spark 이미지와 Docker 메모리를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체크리스트를 스스로 점검한다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전후 시간과 파티션 수는 옆 사람과 비교해 보세요 — 환경마다 다르게 나옵니다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구조와 지연 평가 — 네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에서 어디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계획을 세우고 결과를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Executors 탭의 driver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익스큐터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계산을 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Executors 탭 (5-2 에서 늘어남)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계획만 쌓는다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이 안 생김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실행을 시작한다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이 하나 생김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드라이버는 계획, 익스큐터는 계산 · transformation 은 계획만, action 이 실행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를 읽는 다섯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에서 어디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하나당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Jobs 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셔플을 경계로 나뉜다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상세 · Stages 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Task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하나당 하나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상세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노드 간 데이터 재배치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계획의 Exchange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계획 그림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상세 DAG Visualization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Job(action) → Stage(셔플 경계) → Task(파티션) — 셔플은 계획의 Exchange 로 찾는다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차시(5-2)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셸을 나가고 이미지·메모리를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셸 나가기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&gt;&gt;&gt; exit()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이미지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images | grep spark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메모리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info | grep -i "total memory"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 ~/data-eng/week5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apache/spark:3.5.3 이미지가 있고 Docker 메모리 4GB 이상이면 준비 완료 — 8GB 이상 권장 · 5-2 는 컨테이너가 3개 이상 뜬다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스케일업·스케일아웃 차이와 「한 대로 되면 한 대로」를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셸을 컨테이너로 기동했다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드라이버/익스큐터의 역할을 비유 없이도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단계에서 Job 이 안 생김을 UI 로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action 뒤 Job → Stage → Task 계층을 UI 에서 열어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으로 계획을 읽고 Exchange(셔플)를 찾았다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로 Stage 2개 · 파티션 수 = Task 수를 확인했다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전후의 실행 시간을 직접 재 봤다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종료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OutOfMemoryError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메모리 부족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데이터에 collect()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 4GB 이상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show()·limit() 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localhost:4040 이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 열린다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4040:4040 누락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을 한 번도 안 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 후 재기동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count() 뒤 새로고침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withColumn·filter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아무것도 안 나온다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오류가 아니라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지연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show()·count() 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셸을 나갔더니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이 안 열린다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는 앱이 살아 있는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동안만 뜬다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재기동 = 새 UI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History Server(심화)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전체 데이터 확인은 collect() 대신 show() 나 limit() — 드라이버 한 곳으로 끌어오지 않는다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를 쓰면 안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메모리에 들어가면 Pandas 가 훨씬 빠르고 간단 — 작은 데이터에 Spark 는 오히려 느리다(분산 비용)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local[*] 인데도 분산인가요?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코어 수만큼 나눠 병렬로 — 진짜 여러 대는 아니지만 구조가 같다, 5-2 에서 진짜 클러스터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를 항상 쓰면 좋은 것 아닌가요?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메모리를 차지한다 — 「두 번 이상 쓰는가」로 판단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는 실무에서 얼마나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아주 많이 — 느린 잡의 원인을 찾는 거의 유일한 도구, 오늘의 세 계층이 그 기초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볼 것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count() 두 번 + cache()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에서 두 Job 의 실행 시간을 비교하고, cache() 뒤 두 번째가 어떻게 달라지는지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 파티션 수의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df.rdd.getNumPartitions() 값이 어떻게 정해졌을지 — 답은 5-5 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spark.sql.shuffle.partitions = 8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spark.conf.set 으로 바꾸고 groupBy 를 다시 — Stage 1 의 Task 수가 어떻게 달라지는지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join 하나의 explain()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가 몇 개 생기는지 세어 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· Docker Compose 로 Spark 마스터-워커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클러스터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배포 구조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Compose 로 마스터-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워커 클러스터 구축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으로 잡 제출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UI 8080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+ docker compose version 확인 · 5-1 단일 컨테이너는 종료 · 메모리가 부족하면 4주차 컨테이너를 내려 두기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5-2 Spark 마스터-워커 클러스터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파일 하나로 마스터 1 + 워커를 띄우고, spark-submit 으로 잡을 제출해 마스터 UI 에서 추적합니다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Standalone 마스터와 워커의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로 클러스터 기동 · 워커 등록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 으로 애플리케이션 제출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UI(8080)에서 워커 상태 · 실행 이력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version 확인 · 5-1 셸 종료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