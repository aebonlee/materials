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파티셔닝과 셔플링 최적화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083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repartition/coalesce와</a:t>
            </a:r>
          </a:p>
          <a:p>
            <a:pPr algn="l">
              <a:lnSpc>
                <a:spcPct val="105000"/>
              </a:lnSpc>
            </a:pPr>
            <a:r>
              <a:rPr sz="6900" b="1" spc="-25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 관찰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19810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수를 바꿔 가며 시간과 셔플을 잰다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getNumPartitions() 로 4 · 8 · 2 · 2 를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Jobs 탭에서 셔플 있는 잡과 없는 잡을 가른다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를 켜고·끄고 shuffle.partitions 200 · 8 을 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스큐를 만들어 Task 시간 Max 와 Median 을 비교한다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잰 값(파티션 수·시간·파일 수)은 다음 1H 실측표에 그대로 적습니다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PySpark 셸 하나에서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bash lake-pyspark.sh 로 셸을 띄우고 localhost:4040 Jobs 탭을 열어 둡니다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파티션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 4·8·2·2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조각별 행 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셔플 관찰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Jobs 탭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셔플 파티션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AQE 켜고·끄고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vs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스큐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0 에 90%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 / Median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파일 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test-narrow 4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test-one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 수와 조각별 행 수 — 실측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3900" y="2781300"/>
            <a:ext cx="8801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spark.range(1, 10_000_001)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43900" y="3448050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150" y="3448050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4 (워커 둘 × 코어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repartition(8)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43900" y="4044043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150" y="4044043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coalesce(2)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43900" y="4640036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150" y="4640036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coalesce(16)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43900" y="5236029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150" y="5236029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여전히 2 — 늘릴 수 없다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repartition(4) 분포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3900" y="5832021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9150" y="5832021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2500000 × 4 — 고르게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coalesce(2) 분포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3900" y="6428014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150" y="6428014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[5000000, 5000000]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71628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69723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3조각 → coalesce(2)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43900" y="7024007"/>
            <a:ext cx="88011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9150" y="7024007"/>
            <a:ext cx="86106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[6666667, 3333333]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coalesce 는 셔플 없이 옆 조각을 붙이기만 — 고른 4조각은 둘씩 고르게, 3조각은 한쪽이 두 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셔플을 Jobs 탭과 explain() 에서 관찰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(A) filter 후 test-narrow 로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잡 하나 · Stage 1/1 · Task 4/4 — 셔플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(B) groupBy(bucket).count().collect()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AQE 가 잡 둘로 — 4/4 Shuffle Write 2.4 KiB → 1/1 Read 2.4 KiB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으로 같은 판정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둘째에만 Exchange hashpartitioning(b#59L, 200)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애플리케이션 UI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localhost:4040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Jobs 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(A) 를 count() 로 끝내면 Stage 가 둘 — count 도 마지막에 조각별 개수를 모은다. 그래서 저장으로 끝낸다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bench(n) — 셔플 파티션 수를 바꿔 시간 재기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그룹은 10개뿐 — 기본값 200 이 이 데이터에 맞는지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AQE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adaptive.enabled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켠 채로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· 8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 시간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AQE 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enabled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false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끈 채로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· 8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시간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AQE true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partitions 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— 일부러 헛짚기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를 켠 채로는 200 vs 8 차이가 작다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켜짐 (기본)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중에 빈 조각을 합쳐 준다 — 차이가 작다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→ 1.34초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 → 0.96초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「줄이면 빨라진다」가 안 보인다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꺼짐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Task 200개 중 190개가 빈 태스크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200 → 4.59초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 → 0.90초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Stages 탭에서 Task 200개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느리게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 — 90% 가 키 0 에 몰리면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repartition(4, "k") 분포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스큐 [10000000] · 고른 분포 [2800000, 2400000 × 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sha2 를 시킨 뒤 count()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2.20초 · 3.18초 — 실행마다 들쭉날쭉, 그래서 UI 를 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Stages → Summary Metrics Duration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스큐 Max 1.1~1.8초 · Median 0.01~0.06초, 고른 쪽 0.58 · 0.55초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Max 가 Median 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몇 배 넘으면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 의심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groupBy().count() 는 조각마다 미리 세어 보내 스큐가 잘 안 드러난다 · 해결책 솔팅은 개념만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저장 직전 파티션 수 = 파일 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coalesce(1) 로 test-one 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3단계 (A) 의 test-narrow 와 같은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터미널에서 mc find … | wc -l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test-narrow: 4 · test-one: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grep 으로 세면 command not found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mc 이미지 안에는 grep 이 없다 — mc find 와 wc -l 로 센다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작은 파일 문제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4주차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rewrite_data_files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 · 8 · 2 · 2, 3조각 → coalesce(2) 는 [6666667, 3333333]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(A) Stage 1/1 · (B) Shuffle Write/Read 2.4 KiB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explain() 둘째에만 Exchange hashpartitioning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AQE 꺼짐에서만 200 이 8 보다 눈에 띄게 느리다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스큐는 Task Max 가 Median 의 수십 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test-narrow 4 · test-one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5-5 · 실습 1.5H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5-5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배치 스크립트로 데이터 마트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셸을 exit() 로 나온 뒤, 지금까지의 가공을 mart.py 한 파일로 묶어 spark-submit 으로 돌립니다 — 5주차 산출물입니다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exit() 로 셸의 코어 4개 놓아주기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히어독으로 mart.py 작성 · spark-submit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멱등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날짜 인자 · mart.log · 종료 코드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4·8·2·2 · 200 vs 8 시간 · 파일 4·1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