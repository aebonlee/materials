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끝 상태 · 포트 · 메모리 · 이미지 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 의 minio·mc 나 raw 파일이 없다 — 오늘은 그 위에 더한다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8181·8888 을 다른 프로그램이나 예전 컨테이너가 쓰고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메모리가 모자라다 — spark-iceberg 만 927MiB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7GB 가 넘는 이미지 둘을 실습 중에 받으면 24분을 놓친다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점검(1~5단계)은 확인만 · 재설정(6단계)은 Iceberg 실습이 꼬였을 때만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의 raw 버킷과 파일은 어느 단계에서도 건드리지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한 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 상한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3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3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4-1 끝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3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·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다섯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4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8181·8888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OS별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34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34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이미지 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4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746MB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6.46GB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65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65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65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오늘 만들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74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95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95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95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 환경 재설정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05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메모리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Resources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.wslconfig memory=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Settings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Resources → Memory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따로 없으면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 전체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8181·8888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줄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두 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· 4 · 5 · 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.wslconfig 를 고친 뒤 PowerShell 에서 wsl --shutdown — 포트 한 줄도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 · 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를 켜고 4-1 끝 상태를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info | grep -i "total memory"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한 줄과 함께 — 4GiB 아래면 늘리기, 8GiB 를 권한다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→ docker compose up -d →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mc 두 컨테이너가 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exec mc mc ls --recursive local/raw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줄 — orders/orders_2026-08-01.csv 가 4-3 의 첫 입력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 macOS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29.6.1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7.749GiB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8181·8888 이 비어 있는지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— iceberg-rest · spark-iceberg 가 없는가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있으면 already in use — 내 예전 실습이면 docker rm -f 로 지운다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운영체제별 한 줄에 아무 줄도 없는가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8888 은 켜 둔 Jupyter 가 자주 쓴다 — 그 창을 닫거나 Ctrl+C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 끝에 docker-proxy 가 보이면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 컨테이너가 잡고 있다 — docker ps 로 찾아 멈춘다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8181 · 8888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Jupyter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두 개는 수업 전에 미리 받아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iceberg-rest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pull …:1.6.0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746MB · 2분 52초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spark-iceberg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pull …:3.5.5_1.8.1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6.46GB · 20분 52초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· 디스크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tabulario 두 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10GB 이상 비워 두기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실측 macOS 합계 7GB 넘음 · 약 24분 — 여럿이 동시에 받으면 더 걸린다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처음 만드는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뒤에서 누가 받나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서비스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구성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히어독으로 통째로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그대로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가 trino 를 더함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lakehouse_rest-catalog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구성 1단계 up -d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~ 4-5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이름 목록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~/lakehouse/scripts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구성 1단계 mkdir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PySpark 스크립트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demo.lakehouse.orders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(4행)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실습 1·6단계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적재 · 4-4 Trino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docker compose exec spark-iceberg … 를 치면 service is not running — 아직 만들기 전이라는 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때만 — Iceberg 만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rm --recursive --force local/warehouse/lakehouse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Removed 줄 — up 직후엔 MinIO 가 뜨는 중이라 down 앞에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→ docker volume rm lakehouse_rest-catalog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volume rm 이 이름을 한 줄로 되돌려 준다 — 두 명령은 함께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→ mc ls --recursive local/warehouse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나오면 끝 — 테이블 실습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down -v 금지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 raw 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사라짐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버전 한 줄과 Total Memory 한 줄 — 4GiB 아래면 늘린다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minio·mc 가 Up 이고 raw 목록에 다섯 줄이 나온다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iceberg-rest·spark-iceberg 이름도, 포트 줄도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tabulario 가 746MB · 6.46GB 두 줄을 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재설정은 rm → down → volume rm → up 순서 · down -v 는 4주차에 쓰지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레이크하우스와 테이블 포맷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파일 위에 테이블을 얹는 이유부터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쌓으면 안 되는 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메타데이터 사슬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원자적 커밋 · 스키마 진화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카탈로그의 종류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