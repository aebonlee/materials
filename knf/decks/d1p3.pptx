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3교시 · 학습개요 · 이론+실습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PBL 시나리오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새벽정밀(가상) 소결 부품 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답을 찾지 않습니다 — 질문부터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 흐름과 8월의 문제 상황을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데이터 7종의 내용과 쓰는 시점을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확인 질문 중 데이터로 답할 수 있는 것을 고른다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PBL — 처음부터 문제 하나를 받아 들고, 필요한 도구를 그때그때 익힙니다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새벽정밀(가상)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 · 62일 · 2교대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P1 원료혼합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MX-01·02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P2 성형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PR-01·02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P3 소결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SF-01·02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P4 연삭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GR-01·02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P5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IN-01·02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P6 포장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PK-01·02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소결은 오븐에 굽기 — 오븐 온도가 고르지 않으면 덜 익거나 갈라진다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2026. 7. 1. ~ 8. 31. · 주간·야간 2교대 · 교대당 계획 480분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문제 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8월, 불량 클레임과 납기 지연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공정이 문제인가? 원인은 무엇인가? 무엇부터 고칠 것인가?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실습 데이터 7종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파일마다 담긴 것과 쓰는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73228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01 생산일지 dirty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8종이 섞인 원본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0" y="3448050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9730" y="3448050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1,502행 × 12열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생산일지 clean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044043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044043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정제본 + 데이터 사전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0" y="4044043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9730" y="4044043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1,488행 × 12열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 품질 측정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640036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640036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밀도·외경, 연삭 외경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640036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640036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2,480건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04 불량 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236029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236029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유형·수량·로트·온도편차·습도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5236029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5236029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3,224건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 알람 로그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5832021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5832021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알람 텍스트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984480" y="5832021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079730" y="5832021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597건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06 KPI 워크북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428014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8810" y="6428014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OEE·Cpk 모범 답안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984480" y="6428014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79730" y="6428014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대조용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07 개선 워크북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7024007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8810" y="7024007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원인·검증·대안·실행 양식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984480" y="7024007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9730" y="7024007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4개 시트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생산일지 1,488행 = 62일 × 2교대 × 12설비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실습 데이터 7종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핵심 파일 세 개의 열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생산일지 12열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일자·교대·설비·비가동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생산·양품·원료로트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기록 10열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불량유형·수량·로트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온도편차·습도·비고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로그 5열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시각·설비·등급·코드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message(사람이 쓴 문장)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글로 된 기록(알람 message)은 생성형 AI 가 특히 잘 돕는 자료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PBL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4일,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결론부터 정하지 않는다 — 짐작은 「확인할 질문」으로 바꿔 적는다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1일차 오전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4일차 오전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4일차 오후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질문을 받고, 팀이 고른다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세 개를 열어 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분석하지 않고 열 이름과 값의 모양만 — DATA_DICT 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확인 질문 10개 받기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20년 경력 생산기술 엔지니어 역할 · 원인 추측 금지 · 표로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질문 5개 고르기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답할 수 있는가 · 범위를 좁혀 주는가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고른 질문마다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답을 찾을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파일을 적는다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바로 원인을 정해 버린다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확인할 질문으로 바꿔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든 근거 데이터를 믿음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열 이름과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없는 데이터(작업자 숙련도)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「현장 확인 필요」로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CSV 가 한 열로 붙어 열림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→ 텍스트/CSV 에서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데이터가 없는 원인은 틀린 것이 아니라 「아직 확인할 수 없는 것」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12설비의 순서와 설비 이름을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1,488행 = 62일 × 2교대 × 12설비를 이해했다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데이터로 답할 수 없는 질문을 골라 표시했다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고른 질문 5개마다 답을 찾을 파일을 적었다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3교시 · 이론+실습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핵심 과제 정의 — 문제정의서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고른 질문을 바탕으로 팀 문제정의서 1장을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= 목표와 현상의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5W1H 로 현상 적기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SMART 목표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 → 팀이 고치기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고른 질문 5개와 파일 목록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