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MinIO–Iceberg 데이터 파이프라인 구축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파이프라인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 그대로 두고, 몇 번 돌려도 같은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존(raw) → 정제 → 적재로 이어지는 단계를 설계할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멱등성이 왜 파이프라인의 기본 원칙인지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INTO 가 「있으면 갱신, 없으면 삽입」임을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원천 읽기(s3a)와 Iceberg 쓰기(S3FileIO)의 설정이 다름을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의 fetch·parse·load 와 구조는 같고 도구만 Spark 와 Iceberg 로 바뀝니다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오늘 만들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급식실 배식 라인 — 창고 · 조리대 · 배식대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랜딩 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식자재 창고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버킷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조리대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ETL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배식대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fetch·parse·load · 3-5 하이브리드 파이프라인이 규모를 키운 형태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재료를 곧바로 배식대에 올리지 않는 이유 — 상한 재료를 걸러내고, 같은 재료가 두 번 와도 반찬이 두 배가 되지 않게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랜딩 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층 — 원본은 손대지 않고 위층은 다시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1224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버킷·테이블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무엇이 들어가나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고칠 수 있나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랜딩(raw)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s3://raw/orders/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91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받은 그대로의 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절대 안 고침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정제(clean)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 맞추고 걸러낸 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재실행으로 다시 만듦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집계(mart)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분석용 요약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재실행으로 다시 만듦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브론즈·실버·골드라고도 부른다 — 이름은 회사마다 달라도 발상은 같다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랜딩 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존을 왜 따로 두는가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언제든 여기서 다시 시작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파일을 받은 그대로 보관하는 버킷 — 문제가 생기면 여기서 다시 돌린다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읽기 전용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3-5 의 원칙과 같다 — 원본을 지우면 정제 규칙을 바꿔 다시 돌릴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원천이 지워도 사본이 남는다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시스템이 데이터를 지워도 우리 쪽에는 남아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「어제 파이프라인이 이상했다」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그날 받은 원본을 그대로 다시 볼 수 있어야 원인을 찾는다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멱등성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 — 같은 작업을 몇 번 실행해도 결과가 같다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멱등하지 않으면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멱등하면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중간 실패 후 재시도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앞부분이 두 번 들어간다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문제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스케줄러가 두 번 띄움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두 배가 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결과가 같다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어제 배치를 다시 돌려 보정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중복이 쌓인다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안심하고 다시 돌린다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원인 조사를 위해 재현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건드리기 무섭다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자유롭게 재현한다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8주차 Airflow 가 실패한 작업을 자동 재시도할 수 있는 것도 각 단계가 멱등하기 때문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2-5 의 UNIQUE + INSERT IGNORE, 3-5 의 「두 번 돌려 equals() 가 True」와 같은 성질 — 오늘은 MERGE INTO 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MERGE 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INTO — 있으면 갱신, 없으면 삽입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ON t.키 = s.키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「같은 것」인가를 정한다 — 오늘은 order_id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WHEN MATCHED THEN UPDATE SET 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키가 있으면 덮어쓴다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WHEN NOT MATCHED THEN INSERT 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키가 없으면 넣는다 — 조건을 더 붙여 DELETE 도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가장 흔한 실패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원천에 같은 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[MERGE_CARDINALITY_VIOLATION] … matched a single row from the target table with multiple rows of the source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중복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 제거는 결정적이어야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예 — dropDuplicates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행이 남을지 약속하지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raw.dropDuplicates(["order_id"])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 처리라 실행마다 다른 행이 남는다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멱등성이 깨진다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좋은 예 — Window + row_number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「가장 최근 order_date 를 남긴다」를 명시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partitionBy("order_id").orderBy(desc)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row_number() 로 번호 → rn = 1 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2-2 의 ROW_NUMBER 그대로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두 갈래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와 S3FileIO — 같은 MinIO, 설정은 따로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202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202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원천 CSV 읽기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4220" y="2781300"/>
            <a:ext cx="6240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04220" y="2781300"/>
            <a:ext cx="6240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 테이블 쓰기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쓰는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202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012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 s3a 파일시스템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04220" y="34480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99470" y="34480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S3FileIO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위치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202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012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spark.hadoop.fs.s3a.*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04220" y="41719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99470" y="41719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설정(이미 됨)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주소 지정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202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012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s3a://raw/orders/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04220" y="48958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99470" y="48958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카탈로그가 알아서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자격증명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202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012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넘겨야 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04220" y="56197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99470" y="56197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환경변수로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6202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6012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hadoop-aws(이미지에 없음)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04220" y="63436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99470" y="63436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iceberg-aws-bundle(있음)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카탈로그 설정이 있어도 s3a 는 따로 — 그래서 --packages 하나(부품)와 --conf 네 개(MinIO 주소·계정)를 붙인다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랜딩 존에 그대로 두고, 아래층에서 위층을 다시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멱등성은 「몇 번 돌려도 같은 결과」 — 재시도를 안전하게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INTO 는 있으면 갱신, 없으면 삽입으로 멱등 적재를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전에 키 중복을 하나로 줄이되, 규칙을 명시해 결정적으로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원천 읽기는 s3a, Iceberg 쓰기는 S3FileIO — 설정이 따로다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원천 데이터 적재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랜딩 존에 새 배치 파일을 올리고, ETL 을 짜기 전에 Spark 가 그것을 읽을 수 있는지부터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컨테이너 4개와 orders 4행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orders_2026-08-02.csv 를 raw 버킷에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spark-shell 에 --packages 와 --conf 네 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겹치는 order_id 2 를 눈으로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의 ~/lakehouse 폴더 · 도커 실행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