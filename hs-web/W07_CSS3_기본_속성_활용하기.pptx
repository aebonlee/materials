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10/15(목)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CSS3 기본 속성 활용하기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레이아웃 구성, 박스모델, 마진·패딩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박스 모델 네 겹을 설명하고 실제 폭을 계산할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box-sizing이 왜 필요한지 설명하고 적용할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블록 요소와 인라인 요소의 차이를 설명하고 display로 바꿀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position 다섯 가지 값의 기준점 차이를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마진 상쇄와 z-index가 안 먹는 경우를 진단할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박스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7633" y="2781300"/>
            <a:ext cx="25751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7633" y="2781300"/>
            <a:ext cx="25751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margin/padding/border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8071" y="2781300"/>
            <a:ext cx="130764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8071" y="2781300"/>
            <a:ext cx="130764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box-sizing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960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960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마진 상쇄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5593" y="2781300"/>
            <a:ext cx="97357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5593" y="2781300"/>
            <a:ext cx="97357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display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4414" y="2781300"/>
            <a:ext cx="141722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4414" y="2781300"/>
            <a:ext cx="141722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block/inline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66892" y="2781300"/>
            <a:ext cx="106482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66892" y="2781300"/>
            <a:ext cx="106482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26966" y="2781300"/>
            <a:ext cx="101695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26966" y="2781300"/>
            <a:ext cx="101695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z-index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박스 모델 — 모든 요소는 상자입니다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페이지의 모든 요소는 네모난 상자입니다.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박스 모델 네 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9744075" cy="45815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 상자는 안에서 밖으로 네 겹으로 되어 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 쓰는 법 — 1·2·4개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네 방향 모두 20px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위아래 10, 좌우 20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위 → 오른쪽 → 아래 → 왼쪽 (시계 방향)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한 방향만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위아래 0, 좌우 auto → 가운데 정렬!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#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cbd5e1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두께 · 모양 · 색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둥근 모서리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width에 padding이 포함될까?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기본값(content-box) — width는 "내용"의 폭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.box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solid;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실제 차지하는 폭 = 200 + 20 + 20 + 1 + 1 = 242px  😱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border-box — width는 "테두리까지"의 폭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*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box-sizing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border-box;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실제 차지하는 폭 = 200px  ✅ 생각한 대로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box-sizing — 반드시 알아야 할 한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거의 모든 실무 프로젝트가 CSS 맨 위에 * { box-sizing: border-box; } 를 한 줄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이것이 없으면 "왜 3등분한 칸이 안 맞지?" 하는 일이 계속 생깁니다.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위아래 마진은 겹쳐서 큰 쪽만 남습니다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bottom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.a와 .b 사이 간격은 50px이 아니라 30px입니다.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위아래(수직) 마진끼리는 겹칩니다 — 좌우는 겹치지 않습니다.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"왜 여백이 생각보다 좁지?" 할 때 이걸 의심하세요.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블록과 인라인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CSS로 배치를 하려면 먼저 요소가 기본적으로 어떻게 자리를 잡는지를 알아야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블록과 인라인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33074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33074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511842" y="2781300"/>
            <a:ext cx="698032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842" y="2781300"/>
            <a:ext cx="698032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블록(block)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30263" y="2781300"/>
            <a:ext cx="561473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30263" y="2781300"/>
            <a:ext cx="561473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인라인(inline)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줄바꿈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1842" y="3448050"/>
            <a:ext cx="6980321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7092" y="3448050"/>
            <a:ext cx="6789821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앞뒤로 줄이 바뀐다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30263" y="3448050"/>
            <a:ext cx="561473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25513" y="3448050"/>
            <a:ext cx="542423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글자처럼 옆으로 이어진다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너비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1842" y="4143375"/>
            <a:ext cx="6980321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7092" y="4143375"/>
            <a:ext cx="6789821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기본이 가로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30263" y="4143375"/>
            <a:ext cx="561473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25513" y="4143375"/>
            <a:ext cx="542423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내용만큼만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width/height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1842" y="4838700"/>
            <a:ext cx="6980321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7092" y="4838700"/>
            <a:ext cx="6789821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먹는다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30263" y="4838700"/>
            <a:ext cx="561473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25513" y="4838700"/>
            <a:ext cx="542423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먹는다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margin 위아래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842" y="5534025"/>
            <a:ext cx="6980321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7092" y="5534025"/>
            <a:ext cx="6789821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먹는다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30263" y="5534025"/>
            <a:ext cx="561473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25513" y="5534025"/>
            <a:ext cx="542423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먹는다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padding 위아래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11842" y="6229350"/>
            <a:ext cx="6980321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7092" y="6229350"/>
            <a:ext cx="6789821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먹지만 다른 줄을 밀지 않는다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30263" y="6229350"/>
            <a:ext cx="561473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25513" y="6229350"/>
            <a:ext cx="542423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겹쳐 보인다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대표 태그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11842" y="6924675"/>
            <a:ext cx="6980321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7092" y="6924675"/>
            <a:ext cx="6789821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div p h1~h6 ul li section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30263" y="6924675"/>
            <a:ext cx="561473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25513" y="6924675"/>
            <a:ext cx="542423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span a strong em img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요소는 크게 두 부류입니다.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display로 성질을 바꿉니다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block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인라인 → 블록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블록 → 인라인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block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옆으로 이어지되 width/height는 먹는다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화면에서 완전히 사라진다(자리도 없음)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블록과 인라인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display: none 과 visibility: hidden 은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none 은 자리까지 없어지고, hidden 은 안 보이지만 자리는 차지합니다.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또 hidden 속성(HTML)을 쓸 때는 CSS에 [hidden] { display: none !important } 를 함께 두어야 다른 display 규칙에 지지 않습니다.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position — 기준점을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position — 기준점을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2781300"/>
            <a:ext cx="471249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50" y="2781300"/>
            <a:ext cx="471249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3844" y="2781300"/>
            <a:ext cx="296227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3844" y="2781300"/>
            <a:ext cx="296227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자리를 차지하나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94219" y="2781300"/>
            <a:ext cx="625078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94219" y="2781300"/>
            <a:ext cx="625078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3250" y="3448050"/>
            <a:ext cx="471249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8500" y="3448050"/>
            <a:ext cx="45219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기본값 — 위치 지정 안 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3844" y="3448050"/>
            <a:ext cx="296227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9094" y="3448050"/>
            <a:ext cx="2771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94219" y="34480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89469" y="34480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relative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43250" y="4171950"/>
            <a:ext cx="471249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8500" y="4171950"/>
            <a:ext cx="45219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자기 자리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93844" y="4171950"/>
            <a:ext cx="296227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89094" y="4171950"/>
            <a:ext cx="2771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(원래 자리 유지)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94219" y="41719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89469" y="41719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살짝 밀 때, absolute의 기준이 될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absolute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43250" y="4895850"/>
            <a:ext cx="471249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500" y="4895850"/>
            <a:ext cx="45219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가까운 static 아닌 조상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93844" y="4895850"/>
            <a:ext cx="296227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9094" y="4895850"/>
            <a:ext cx="2771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(붕 뜬다)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94219" y="48958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89469" y="48958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배지·닫기 버튼·툴팁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fixed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43250" y="5619750"/>
            <a:ext cx="471249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38500" y="5619750"/>
            <a:ext cx="45219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화면(뷰포트)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93844" y="5619750"/>
            <a:ext cx="296227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89094" y="5619750"/>
            <a:ext cx="2771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94219" y="56197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89469" y="56197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상단 고정 바, 떠 있는 버튼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sticky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43250" y="6343650"/>
            <a:ext cx="471249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8500" y="6343650"/>
            <a:ext cx="452199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스크롤하다 지정 위치에서 고정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93844" y="6343650"/>
            <a:ext cx="296227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89094" y="6343650"/>
            <a:ext cx="27717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94219" y="6343650"/>
            <a:ext cx="625078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89469" y="6343650"/>
            <a:ext cx="606028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스크롤해도 붙어 있는 헤더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absolute는 relative 부모와 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relative;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← 이게 있어야 자식 absolute의 기준이 된다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.card .badge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absolute;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카드 오른쪽 위 모서리에 배지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부모에 position: relative가 없으면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배지가 화면 전체 기준으로 날아가 버립니다 — 아주 흔한 실수입니다.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sticky — 스크롤하다 붙는 헤더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.navbar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position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sticky;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top(또는 bottom)을 반드시 지정해야 동작합니다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z-index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다른 것에 가리지 않게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배경이 없으면 아래 내용이 비쳐 보입니다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position — 기준점을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z-index 는 position이 static이 아닐 때만 먹습니다.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"z-index를 줬는데 안 올라와요"의 원인 1위입니다.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2개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.box를 카드처럼 만드세요. 안쪽 여백 24px, 바깥 여백 16px, 1px 회색 테두리, 둥근 모서리 12px, 흰 배경, 은은한 그림자를 주고, box-sizing도 border-box로 맞추세요.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box-sizing은 * 선택자로 전체에 주는 것이 실무 방식입니다.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*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box-sizing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border-box;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.box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24px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solid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#e5e7eb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#ffffff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box-shadow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rgba(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0.08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CSS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목록에 줄무늬를 넣고 마지막 줄의 구분선을 없애세요. li에 아래 테두리를 주되, 짝수번째 li는 배경을 회색으로, 마지막 li는 테두리를 없앱니다.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:nth-child(2n) 과 :last-child 를 씁니다. 순서에 주의하세요 — last-child 규칙이 뒤에 와야 이깁니다.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ul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list-style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li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border-bottom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solid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#e5e7eb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nth-child(2n)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#f9fafb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last-child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border-bottom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none;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7주차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7주차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7주차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CSS3 기본 속성 활용하기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6 「퀴즈 6 — CSS3 기본 속성 활용」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8주차 · 중간고사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