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8-4 · Streamlit 기반의 챗봇 인터페이스 개발 · 정리·회고 0.5H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정리·회고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챗봇 구조를 한 표로, 8-5 최종일 시나리오 예고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챗봇 뼈대를 「하려는 일 ↔ 코드」 한 표로 정리한다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오늘의 체크리스트로 빠진 단계를 스스로 찾는다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네 가지의 원인과 해결을 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8-5 최종일에 필요한 것이 켜져 있는지 확인한다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파일을 지우지 마세요 — 8-5 의 출발점입니다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8-4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하려는 일 ↔ 코드 — 여덟 줄로 정리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하려는 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11201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코드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이력 저장소 만들기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3448050"/>
            <a:ext cx="112014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8850" y="3448050"/>
            <a:ext cx="110109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if "messages" not in st.session_state: 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969544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969544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이력 다시 그리기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0" y="3969544"/>
            <a:ext cx="112014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8850" y="3969544"/>
            <a:ext cx="110109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for m in st.session_state.messages: 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491038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491038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입력 받기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491038"/>
            <a:ext cx="112014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491038"/>
            <a:ext cx="110109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st.chat_input("…")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012531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012531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말풍선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5012531"/>
            <a:ext cx="112014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8850" y="5012531"/>
            <a:ext cx="110109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with st.chat_message("user"): st.markdown(…)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5534025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5534025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연결 캐시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0" y="5534025"/>
            <a:ext cx="112014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8850" y="5534025"/>
            <a:ext cx="110109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@st.cache_resource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055519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055519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값 캐시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6055519"/>
            <a:ext cx="112014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6055519"/>
            <a:ext cx="110109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@st.cache_data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6577012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8250" y="6577012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즉시 재실행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0" y="6577012"/>
            <a:ext cx="112014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8850" y="6577012"/>
            <a:ext cx="110109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st.rerun()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7098506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7098506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접는 영역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43600" y="7098506"/>
            <a:ext cx="112014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8850" y="7098506"/>
            <a:ext cx="110109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with st.expander("근거"): 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사이드바는 with st.sidebar: … · 실행은 streamlit run app.py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8-4 · 정리·회고 0.5H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오늘의 체크리스트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열세 개를 여덟 줄로 — 스스로 확인해 보세요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860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8813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051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860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상호작용마다 스크립트가 다시 실행되는 것을 화면으로 확인했다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5242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5194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6433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5242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일반 변수와 session_state 의 차이를 직접 눌러 봤다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624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1576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2814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1624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다시 그리는 for 루프를 지워 대화가 사라지는 것을 재현했다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006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47958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49196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48006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chat_input / chat_message 로 말풍선을 구분해 그렸다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43877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543401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555783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543877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사이드바·대화 지우기·@st.cache_resource 효과를 확인했다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07695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607218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619601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607695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화면을 붙이기 전에 검색만 따로 시험했다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715125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90650" y="6710362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90650" y="6834188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0750" y="6715125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임베딩 → query_points → LLM 호출 3단계를 코드에서 짚을 수 있다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7353300"/>
            <a:ext cx="16002000" cy="523875"/>
          </a:xfrm>
          <a:prstGeom prst="roundRect">
            <a:avLst>
              <a:gd name="adj" fmla="val 909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390650" y="7348538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390650" y="7472362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190750" y="7353300"/>
            <a:ext cx="14573250" cy="5238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근거 표시·개수 비교·약한 근거 경고·모른다고 답하기를 확인했다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8-4 · 정리·회고 0.5H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자주 겪는 오류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증상으로 찾는 원인과 해결 —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55626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5562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544300" y="2781300"/>
            <a:ext cx="56007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44300" y="2781300"/>
            <a:ext cx="5600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메시지를 보내면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이전 대화가 사라짐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일반 변수에 담았거나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다시 그리는 루프 없음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544300" y="34480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39550" y="34480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이력은 session_state 에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상단 루프로 전체 다시 그림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Qdrant 연결 거부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connection refused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챗봇은 호스트에서 실행 —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host="qdrant" 는 못 찾음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544300" y="41719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39550" y="41719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localhost:6333 으로 ·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compose 의 6333 포트 확인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OpenAI 인증 오류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(api_key 관련)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export 안 한 터미널에서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streamlit run 실행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544300" y="48958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639550" y="48958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터미널에서 export 뒤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streamlit 재시작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코드를 고쳤는데</a:t>
            </a:r>
          </a:p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화면이 그대로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6197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6197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캐시된 결과가 남았거나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브라우저가 옛 화면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544300" y="56197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639550" y="56197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우측 상단 Clear cache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또는 streamlit 재시작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docker compose ps 에서 qdrant 의 포트 매핑과 기동 상태를 함께 본다 · 키 값은 코드에 하드코딩하지 않는다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8-4 · 정리·회고 0.5H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예상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나오는 질문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3528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3528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6004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6671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4480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여러 사람이 동시에 쓰면 대화가 섞이나요?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섞이지 않는다 — session_state 는 브라우저 세션 단위. 다만 서버 자원은 함께 쓴다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4005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4005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6482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7148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958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대화를 영구 보관하려면?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DB 에 저장한다 — session_state 는 서버 재시작에 사라진다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4830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4830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69595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76262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54355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배포는 어떻게 하나요?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Streamlit Community Cloud, 또는 Docker 이미지로 만들어 서버에 — 이번 과정 범위 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496050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743700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810375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591300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응답이 느린데요?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임베딩·검색·생성 세 호출이 순차로 — 스트리밍으로 체감 속도를 올리는 것이 가장 효과적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8-4 · 정리·회고 0.5H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8-5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8-5 까지 켜 두고 남겨 둘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오늘 파일을 지우지 않는다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app.py 가 8-5 최종본의 출발점 — cd ~/rag-chatbot &amp;&amp; ls -la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ps 로 qdrant 가 Up 인지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ps --format "table {{.Names}}\t{{.Status}}" | head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app.py 가 있고 qdrant 가 Up 이면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8-5 준비 완료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8-5 할 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최종본 다듬기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시연·제출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8-5: 하이브리드 검색·출처 표시·설정 화면으로 다듬기 → 전 주차를 잇는 시연 시나리오 → 최종 산출물(DAG + 챗봇 앱 + 문서) 제출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8-4 · 정리·회고 0.5H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다음 회차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8-5 · 최종 RAG 챗봇 개발 — 파이프라인 통합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이론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최종 아키텍처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점검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 1.5H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DAG + RAG 챗봇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통합 구축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 1H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엔드투엔드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검증·시연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정리 0.5H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과정 회고 ·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산출물 제출 확인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준비: Airflow 전 서비스와 Qdrant(docker compose ps) · lecture_docs 적재분 · 8-4 가상환경과 OPENAI_API_KEY — 내려가 있으면 먼저 올리기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8-4 · 정리·회고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8-4 · 정리·회고 0.5H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회차는 8-5 최종 RAG 챗봇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8주 전 구간(수집→Lake→변환→VectorDB→챗봇)을 하나의 시스템으로 묶고, 새 문서가 답변에 반영되는 시나리오로 검증합니다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8주 전 구간을 한 아키텍처 그림으로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스케줄·재시도·멱등 적재를 갖춘 최종 DAG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새 문서 → DAG 실행 → 챗봇 답변 반영 검증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코드·README·requirements·.env.example 패키징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Airflow·Qdrant 기동 · app.py 그대로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