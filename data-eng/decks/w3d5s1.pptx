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3-5 · Pandas와 DuckDB를 이용한 하이브리드 가공 · 이론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하이브리드 파이프라인 설계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줄이는 것은 DuckDB, 다듬는 것은 Pandas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데이터 크기·작업 성격으로 DuckDB 와 Pandas 의 역할을 나눈다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품질 점검 항목 다섯 가지와 재는 법을 말할 수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결측 처리 방법 여섯 가지의 조건과 위험을 비교한다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측정 → 수정 → 측정 순서와 재실행 가능성의 뜻을 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1.5H 실습에서 이 설계대로 clean() 함수를 만들고 두 번 돌려 봅니다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3-5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역할 분담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한 도구로 끝나지 않는다 — 창고와 조리대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orders.csv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원본은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읽기 전용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DuckDB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창고에서 상자만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필터·집계·조인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Parquet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단계 사이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타입 보존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Pandas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조리대에서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 단위 정제·검증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품질 리포트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정제 전·후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숫자로 증명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DuckDB 는 대형 창고에서 지게차로 필요한 상자만 꺼내고, Pandas 는 조리대에서 재료를 하나하나 다듬는다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창고 전체를 조리대에 쏟아붓지 않는 것이 설계의 핵심 — 단계 사이는 Parquet, 단계는 함수로(2-5 의 fetch·parse·load 와 같은 발상)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3-5 · 이론 1H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역할 분담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DuckDB 가 맡는 것 · Pandas 가 맡는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DuckDB — 줄이는 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메모리보다 크거나 무거운 필터·집계·조인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데이터가 메모리보다 클 때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무거운 필터·집계·조인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추출 단계 — 필터·열 선택으로 줄인다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Pandas — 다듬는 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 단위 세밀한 정제·검증·리포트 가공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 단위 세밀한 정제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검증과 리포트 가공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정제 단계 — 규칙을 함수 하나에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3-5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품질 항목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데이터 품질 — 무엇을 점검하는가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점검 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2781300"/>
            <a:ext cx="57226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무엇을 묻나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재는 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완전성 (결측)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3448050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8730" y="3448050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있어야 할 값이 비었는가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isna().sum() · count 차이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유일성 (중복)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4143375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8730" y="4143375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것이 두 번 있는가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143375"/>
            <a:ext cx="64008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143375"/>
            <a:ext cx="6210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duplicated().sum()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정확성 (타입)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4838700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8730" y="4838700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딱지가 맞는가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838700"/>
            <a:ext cx="64008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838700"/>
            <a:ext cx="6210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dtypes · DESCRIBE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유효성 (범위)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83480" y="5534025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8730" y="5534025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있을 수 없는 값인가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5534025"/>
            <a:ext cx="64008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5534025"/>
            <a:ext cx="6210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가격 ≤ 0 · 미래 날짜 건수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일관성 (표기)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83480" y="6229350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8730" y="6229350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뜻이 다르게 적혔나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744200" y="6229350"/>
            <a:ext cx="64008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39450" y="6229350"/>
            <a:ext cx="6210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nunique() · unique()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적시성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83480" y="6924675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78730" y="6924675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데이터가 최신인가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744200" y="6924675"/>
            <a:ext cx="64008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839450" y="6924675"/>
            <a:ext cx="62103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max(날짜)와 오늘의 간격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이번 실습은 앞의 다섯 가지 — 적시성은 실시간 파이프라인(6주차)에서 중요해진다. 점검 항목을 정하고 숫자로 재는 순간 구체적인 작업이 된다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3-5 · 이론 1H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결측 처리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결측을 어떻게 할 것인가 — 정답은 없고 근거가 답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442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방법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2781300"/>
            <a:ext cx="63627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언제 맞나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위험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44246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2519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그대로 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0" y="3448050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8810" y="3448050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집계에서 자동으로 빠져도 될 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24360" y="3448050"/>
            <a:ext cx="51206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19610" y="3448050"/>
            <a:ext cx="49301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몇 건 빠졌는지 모르게 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444246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42519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행을 버린다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0" y="4143375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8810" y="4143375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결측이 소수이고 편향이 없을 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024360" y="4143375"/>
            <a:ext cx="51206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119610" y="4143375"/>
            <a:ext cx="49301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데이터가 줄고 편향 위험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444246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42519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중앙값으로 채운다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23560" y="4838700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8810" y="4838700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분포를 크게 흔들지 않아야 할 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024360" y="4838700"/>
            <a:ext cx="51206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19610" y="4838700"/>
            <a:ext cx="49301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분산이 실제보다 작아진다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444246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42519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평균으로 채운다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23560" y="5534025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8810" y="5534025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분포가 대칭일 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024360" y="5534025"/>
            <a:ext cx="51206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119610" y="5534025"/>
            <a:ext cx="49301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이상치에 평균이 끌려간다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444246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42519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0으로 채운다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23560" y="6229350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18810" y="6229350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「없음」이 정말 0 을 뜻할 때만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024360" y="6229350"/>
            <a:ext cx="51206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119610" y="6229350"/>
            <a:ext cx="49301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대개 나쁜 선택 — 평균 왜곡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444246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42519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앞/뒤 값으로 채운다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23560" y="6924675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18810" y="6924675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시계열에서 값이 이어질 때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024360" y="6924675"/>
            <a:ext cx="51206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119610" y="6924675"/>
            <a:ext cx="49301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추세를 왜곡할 수 있다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이번 실습은 중앙값 — 결측 30건(2.96%)으로 적고, 이상치에 흔들리지 않는다. 이 데이터는 거의 대칭(평균 100,346 · 중앙값 101,000)이라 평균이어도 비슷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3-5 · 이론 1H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4. 정제 순서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규칙, 다른 순서 — 숫자가 달라진다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순서 A — 중복 제거 후 중앙값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drop_duplicates → fillna(median)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90650" y="4838700"/>
            <a:ext cx="3333274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90650" y="4838700"/>
            <a:ext cx="3333274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drop_duplicates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90650" y="5583555"/>
            <a:ext cx="3333274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24000" y="5583555"/>
            <a:ext cx="3066574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order_id 기준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742974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34426" y="4838700"/>
            <a:ext cx="3333274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4426" y="4838700"/>
            <a:ext cx="3333274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fillna(median)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4426" y="5583555"/>
            <a:ext cx="3333274" cy="1214438"/>
          </a:xfrm>
          <a:prstGeom prst="roundRect">
            <a:avLst>
              <a:gd name="adj" fmla="val 392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67776" y="5583555"/>
            <a:ext cx="3066574" cy="12144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중복 뺀 중앙값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순서 B — 중복 있는 채로 중앙값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fillna(median) → drop_duplicates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20300" y="4838700"/>
            <a:ext cx="3333274" cy="599122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20300" y="4838700"/>
            <a:ext cx="3333274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fillna(median)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20300" y="5583555"/>
            <a:ext cx="3333274" cy="635317"/>
          </a:xfrm>
          <a:prstGeom prst="roundRect">
            <a:avLst>
              <a:gd name="adj" fmla="val 749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53650" y="5583555"/>
            <a:ext cx="3066574" cy="6353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중복 포함 중앙값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372624" y="5049202"/>
            <a:ext cx="172402" cy="178118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564076" y="4838700"/>
            <a:ext cx="3333274" cy="599122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564076" y="4838700"/>
            <a:ext cx="3333274" cy="5991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drop_duplicates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564076" y="5583555"/>
            <a:ext cx="3333274" cy="635317"/>
          </a:xfrm>
          <a:prstGeom prst="roundRect">
            <a:avLst>
              <a:gd name="adj" fmla="val 749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697426" y="5583555"/>
            <a:ext cx="3066574" cy="6353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order_id 기준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20300" y="6542722"/>
            <a:ext cx="6877050" cy="631508"/>
          </a:xfrm>
          <a:prstGeom prst="roundRect">
            <a:avLst>
              <a:gd name="adj" fmla="val 7541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20300" y="6542722"/>
            <a:ext cx="6877050" cy="6315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중복이 섞인 채로 재면 중앙값이 다르다 — 오늘 데이터도 100,500 vs 101,000(실습 4단계)</a:t>
            </a:r>
          </a:p>
        </p:txBody>
      </p:sp>
      <p:sp>
        <p:nvSpPr>
          <p:cNvPr id="34" name="Oval 33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3-5 · 이론 1H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4·5. 순서와 재실행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측정 → 수정 → 측정, 그리고 두 번 돌려도 같게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38488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290888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024188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측정 (before)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481388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원본의 결측·중복·카테고리 값을 먼저 잰다 — 이 숫자가 리포트의 출발점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105275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310062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462462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195762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652962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공백 제거 → 타입 복원 → 중복 제거 → 결측 보정 — 순서를 문서에 적는다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276850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481638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634038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367338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측정 (after)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5824538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잣대로 다시 재야 「얼마나 고쳤는가」를 말할 수 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48425"/>
            <a:ext cx="16002000" cy="1000125"/>
          </a:xfrm>
          <a:prstGeom prst="roundRect">
            <a:avLst>
              <a:gd name="adj" fmla="val 476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653212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6805612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538912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재실행 가능해야 파이프라인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6996112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규칙은 함수 하나에, 원본은 읽기 전용, 두 번 돌리면 같은 출력(멱등성)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fillna 로 채운 뒤 결측률을 재면 당연히 0 — 아무것도 증명하지 않는다. 손으로 한 번 고친 데이터는 다음 달에 재현할 수 없다(8주차 Airflow 재시도도 이 원칙 위에)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3-5 · 이론 1H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6. 품질 리포트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품질 리포트 — 이번 주 산출물의 본질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전·후 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정제 전·후 지표를 나란히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무엇을 얼마나 고쳤는가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근거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표만 있으면 반쪽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왜 그렇게 했는지 함께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교차 검증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다른 도구로 다시 재면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신뢰가 올라간다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고치지 않기로 한 것도 적는다 — 「이 결측은 그대로 두었다, 왜냐하면…」이 오히려 중요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3-5 · 이론 1H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1시간에서 꼭 가져갈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줄이는 것은 DuckDB, 다듬는 것은 Pandas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품질은 완전성·유일성·정확성·유효성·일관성으로 나눠 잰다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결측 처리에 정답은 없고, 근거를 적는 것이 답이다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측정 → 수정 → 측정 순서를 지킨다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원본은 읽기 전용, 정제는 함수로, 두 번 돌려도 같은 결과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3-5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3-5 · 이론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정제 파이프라인 구현 (1.5H)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DuckDB 로 원본의 기준선을 재고, clean() 함수를 만들어 두 번 돌려도 같은지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DuckDB 로 원본 기준선(before) 측정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clean_orders.py 로 정제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두 번 돌려 equals() True 확인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validate() 를 일부러 깨뜨려 보기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3-1 의 orders.csv · venv 활성화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