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1-2 · 쉘 스크립트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 점검과 문법 한 장 — 그리고 1-3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만든 스크립트가 모두 종료 코드 0 으로 도는지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문법을 한 장으로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셋의 증상·원인·해결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1-3 이미지·컨테이너·도커 준비물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 포인트: 네 스크립트가 정상 출력을 내고 종료 코드 0 이면 오늘 목표 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만든 스크립트 점검 — for 와 case 로 한 번에 돌린다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for s in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greet · check_file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count_errors · scan_logs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case "$s" 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스크립트마다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인자를 달리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./$s 인자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홍길동 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access.log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echo "종료 코드: $?"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0 이면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목표 달성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greet.sh 홍길동 · check_file.sh access.log · count_errors.sh access.log · scan_logs.sh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cd ~/data-eng/week1 · ls *.sh — 오늘 배운 for · case · $? 가 점검 스크립트 자체에 쓰인다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정리·회고 0.5H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문법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문법 — 외우지 말고 이 표를 다시 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주의할 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 지정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#!/bin/bash (첫 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./ 로 실행하려면 필수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969544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3969544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name="값" · "$name"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3969544"/>
            <a:ext cx="54406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3969544"/>
            <a:ext cx="52501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공백 금지 · 따옴표 필수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491038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491038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$1 $# · ${1:-기본값}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491038"/>
            <a:ext cx="54406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491038"/>
            <a:ext cx="52501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$0 은 스크립트 이름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결과 담기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012531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012531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v=$(명령)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012531"/>
            <a:ext cx="54406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012531"/>
            <a:ext cx="52501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백틱 대신 $( 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5534025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5534025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[ … ]; then … fi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5534025"/>
            <a:ext cx="54406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5534025"/>
            <a:ext cx="52501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대괄호 안쪽 공백 필수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줄씩 읽기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055519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055519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while read -r … &lt; 파일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055519"/>
            <a:ext cx="54406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055519"/>
            <a:ext cx="52501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-r 없으면 백슬래시 사라짐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종료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6577012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6577012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exit 0 / exit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6577012"/>
            <a:ext cx="54406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9570" y="6577012"/>
            <a:ext cx="52501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이 성공, 나머지 실패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안전장치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0" y="7098506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8770" y="7098506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 -e · set -u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704320" y="7098506"/>
            <a:ext cx="544068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799570" y="7098506"/>
            <a:ext cx="52501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 스크립트의 기본 두 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backup.sh · daily_report.sh 는 명령 치환과 안전장치의 조합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정리·회고 0.5H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하나씩 체크해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셔뱅과 chmod +x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역할을 설명할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greet.sh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$1 을 받아 동작하고, 인자가 없을 때 사용법을 안내하게 고쳤다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따옴표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유무에 따라 공백 든 파일 이름이 어떻게 달라지는지 직접 확인했다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check_file.sh · scan_logs.sh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종료 코드 0/1 을 echo $? 로 확인 · for 로 여러 로그를 한 번에 집계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count_errors · backup · daily_report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치환 $( ) 으로 완성 · set -e · set -u 로 리포트 파일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셋 다 「빠진 공백 · 빠진 닫는 말 · 빠진 따옴표」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[: missing 문구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 양옆의 공백이 빠짐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 뒤와 ] 앞에 공백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bad interpreter (^M)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Windows 편집기의 CRLF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VS Code 에서 LF 로 저장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값이 비거나 쪼개짐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따옴표 없이 $target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항상 "$target"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syntax error: unexpected end of file 은 fi · done 을 빠뜨린 것 — 파일이 끝났는데 닫는 말이 안 나왔다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넷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bash 와 sh 차이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 가 더 기본, 기능이 적다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컨테이너엔 sh 만 있기도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파이썬으로 짜면?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옮기기·명령 부르기는 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계산·자료구조는 파이썬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set -e 안 멈춤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파이프 안에서 실패한 경우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 -o pipefail 을 함께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스크립트 둘 곳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지금은 실습 폴더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실무는 scripts/ 에 두고 Git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심화(선택): logs/ 파일별 줄 수 출력 · exit 2 · pipefail 로 멈춤 확인 · shellcheck 경고 고치기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1-3 · 이미지, 컨테이너에 대한 이해와 도커 사용하기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이미지와 컨테이너 개념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레지스트리 · 볼륨 · 포트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도커 기본 명령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 · ps · logs · exec · stop · 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볼륨과 포트로 데이터 다루기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PostgreSQL 컨테이너 + psql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관계도 정리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정돈 · 질의응답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사전 준비: Docker Desktop(Windows·macOS) 또는 Docker Engine(WSL2·우분투) 실행 — docker version 에 Client·Server 가 다 나와야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1-2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1-3 이미지·컨테이너·도커 (4H)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컨테이너는 「제 컴퓨터에서는 되는데요」를 끝내는 기술 — 남이 만든 이미지로 nginx 와 PostgreSQL 컨테이너를 직접 띄웁니다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· ps · logs · exec · stop · 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-p 포트 · -e 환경변수 · -v 볼륨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PostgreSQL 컨테이너를 볼륨과 함께, psql 접속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· Spark · Kafka · Qdrant 가 전부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 데몬 실행 · docker version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