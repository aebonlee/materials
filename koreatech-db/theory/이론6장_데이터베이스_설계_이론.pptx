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 설계 이론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 절차 · 함수적 종속 · 이상현상 · 정규화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 설계 5단계 절차를 순서대로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함수적 종속을 「누가 누구를 결정하는가」 관점에서 찾기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삽입·갱신·삭제 이상현상을 다온유통 주문서 사례로 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제1~제3정규형의 조건과 각 단계에서 제거되는 것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반정규화가 정당화되는 경우와 그 대가를 판단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6장 · 주문서 한 장에서 출발합니다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설계를 배우는 이유 — 주문서 한 장에서 출발하기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 설계 절차 — 다섯 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 — 누가 누구를 결정하는가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300" y="63246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이상현상 — 잘못 설계된 표가 일으키는 3가지 사고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 — 표를 올바르게 쪼개는 절차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주문서 한 장이 4개 테이블이 되기까지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반정규화 — 성능을 위해 의도적으로 중복 허용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설계를 배우는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창업 초기, 주문을 엑셀 표 한 장으로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주문번호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3180" y="2781300"/>
            <a:ext cx="20421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18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362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362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781300"/>
            <a:ext cx="1082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781300"/>
            <a:ext cx="1082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63940" y="2781300"/>
            <a:ext cx="3322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3940" y="2781300"/>
            <a:ext cx="3322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상품명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24360" y="2781300"/>
            <a:ext cx="15621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2436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카테고리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단가 × 수량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34480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34480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8318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43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2026-01-10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4480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34480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3620" y="34480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8870" y="34480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448050"/>
            <a:ext cx="1082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9050" y="3448050"/>
            <a:ext cx="891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3940" y="3448050"/>
            <a:ext cx="3322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190" y="3448050"/>
            <a:ext cx="3131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무선 전기포트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42,000 ×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41719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41719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8318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843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2026-01-10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41719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8690" y="41719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3620" y="41719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8870" y="41719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4171950"/>
            <a:ext cx="1082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9050" y="4171950"/>
            <a:ext cx="891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63940" y="4171950"/>
            <a:ext cx="3322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59190" y="4171950"/>
            <a:ext cx="3131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유기농 원두 500g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02436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1961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18,500 ×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48958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48958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8318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7843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2026-02-14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48958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8690" y="48958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03620" y="48958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8870" y="48958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43800" y="4895850"/>
            <a:ext cx="1082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39050" y="4895850"/>
            <a:ext cx="891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63940" y="4895850"/>
            <a:ext cx="3322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9190" y="4895850"/>
            <a:ext cx="3131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곡물 시리얼 세트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02436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11961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15,800 × 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43000" y="56197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38250" y="56197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83180" y="56197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78430" y="56197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2026-02-14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63440" y="56197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8690" y="56197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03620" y="56197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98870" y="56197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43800" y="5619750"/>
            <a:ext cx="1082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9050" y="5619750"/>
            <a:ext cx="891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63940" y="5619750"/>
            <a:ext cx="3322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59190" y="5619750"/>
            <a:ext cx="3131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3색 볼펜 세트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202436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11961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624560" y="56197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9810" y="56197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4,500 × 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43000" y="63436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38250" y="63436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583180" y="63436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78430" y="63436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2026-03-05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663440" y="63436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58690" y="63436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김도현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03620" y="63436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8870" y="63436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SILVER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43800" y="6343650"/>
            <a:ext cx="1082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39050" y="6343650"/>
            <a:ext cx="891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663940" y="6343650"/>
            <a:ext cx="3322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759190" y="6343650"/>
            <a:ext cx="3131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유기농 원두 500g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2024360" y="63436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119610" y="63436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624560" y="63436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9810" y="63436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18,500 ×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한가람의 이름·등급·도시가 네 번 반복, 원두의 상품 정보도 주문마다 다시 — 같은 사실의 중복은 반드시 탈이 난다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표 한 장이 왜, 어떤 절차를 거쳐 customers·products·orders·order_items 4개 테이블로 쪼개졌는가?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설계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설계도 없이 벽돌을 쌓지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193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건물이 요구 조사 → 조감도 → 설계도 → 시공 순서를 밟듯, 데이터베이스도 정해진 절차를 따른다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저장·조회할지 듣고 문서로 정리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8241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19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개념적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24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개체와 관계를 ERD로 — DBMS와 무관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425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8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003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논리적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908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ERD를 테이블로 변환, 정규화로 다듬기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66609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01852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18520" y="3305175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187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물리적 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092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타입·인덱스·저장 공간 결정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3957935" y="3638550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4310360" y="3305175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10360" y="3305175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10360" y="3362325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3710" y="3609975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62760" y="4314825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TABLE로 만들고 데이터 적재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장의 주인공 정규화는 세 번째 「논리적 설계」 단계의 핵심 기법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설계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단계별 핵심 질문과 다온유통의 산출물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다온유통에서의 산출물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요구사항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관리해야 하는가?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「고객·상품·주문·직원을 관리하고 매출을 집계한다」는 요구 정의서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개념적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등장인물과 관계는?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고객—주문—상품—직원을 잇는 ERD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논리적 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테이블로 나누는가?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정규화를 거친 5개 테이블 명세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물리적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저장하는가?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6197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6197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CHAR(4) 고객번호, INT 가격 등 타입·제약 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만든다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3436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63436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3주차에 실행한 CREATE TABLE 스크립트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급하다고 CREATE TABLE부터 치는 것은 설계도 없이 벽돌을 쌓는 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A를 알면 B가 하나로 정해질 때 A → 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학번 → 이름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학번을 알면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하나로 정해진다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이름 ↛ 학번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이름을 안다고 학번이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정해지지는 않는다(동명이인)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결정자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화살표의 왼쪽(A)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「B는 A에 함수적으로 종속」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수량은 주문번호만으로도, 상품번호만으로도 정해지지 않는다 — 1001번 주문에서 전기포트는 1개, 원두는 2개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데이터의 종속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956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956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cust_id → name, grade, city — 고객번호가 고객 정보를 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8862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8862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prod_id → name, category, price — 상품번호가 상품 정보를 결정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8768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8768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→ order_date, cust_id, status — 주문 헤더 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 상세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8674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8674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prod_id) → qty, unit_price — 둘의 조합이 결정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종속 관계를 찾으면 「무엇이 무엇과 한 테이블에 있어야 하는지」가 보인다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 종속·부분 종속·이행 종속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 함수적 종속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(주문번호, 상품명) 둘 다 있어야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정해지는 수량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부분 함수적 종속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주문번호 하나만으로 정해지는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주문일·고객명 — 복합키의 일부에 종속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이행적 함수 종속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주문번호 → 고객명 → 등급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징검다리를 건너 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부분 종속은 제2정규형이, 이행 종속은 제3정규형이 각각 제거 대상으로 삼는다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이상현상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주문서 한 장짜리 표가 일으키는 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삽입 이상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없는 신규 고객 서지안(C010)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팔린 신상품 P010 — 등록 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이상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한가람이 서울에서 부산으로 이사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줄이라도 놓치면 도시가 두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 이상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박서연(C005)의 유일한 주문 삭제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고객 정보까지 통째로 소실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중복이 원인이 되어 생기는 부작용 = 이상현상(anomaly)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이상현상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이상현상 3종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이상현상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삽입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불필요한 값 없이는 새 데이터를 넣을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없는 신규 고객 서지안, 안 팔린 신상품 P010을 등록 못 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이상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중복된 값을 전부 고치지 못하면 불일치 발생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 이사 시 여러 줄 중 일부만 고쳐져 도시가 두 개가 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 이상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지우면 관련 없는 정보까지 사라진다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박서연의 유일한 주문을 지우자 고객 정보도 소실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뿌리는 하나 — 성격이 다른 사실(고객·상품·주문)이 한 표에 섞여 중복 기록된다. 처방도 하나, 정규화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「한 테이블에는 한 가지 사실만 담는다」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칸에는 값 하나만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(원자값)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2NF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부분 종속 제거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주문·상품·주문 상세로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3NF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이행 종속 제거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테이블 분리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BCNF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결정자가 후보키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(이름만 알아 두기)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각 단계가 도달해야 할 상태 = 정규형(Normal Form) · 실무 설계는 보통 제3정규형까지를 목표로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정규화 = 함수적 종속을 근거로 표를 단계적으로 분해해 중복과 이상현상을 없애는 절차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단계마다 무엇이 해소되나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1NF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상품을 한 칸에 몰아 적으면 위반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줄을 나누면 만족 — 출발선일 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2NF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주문·상품·주문 상세로 분리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신상품 등록 불가(삽입 이상) 해소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3NF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속성은 고객 테이블로 분리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갱신·삭제 이상 해소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1NF를 어긴 칸은 SQL로 검색·집계가 불가능 — 「원두가 든 주문을 찾아라」를 실행할 방법이 없다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정규형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정규형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 (한 줄 요약)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제거되는 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해소되는 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1NF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84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칸이 원자값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0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 여러 값(반복 그룹)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검색·집계 불가능 문제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2NF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84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 + 부분 종속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복합키 일부에만 종속하는 속성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상품·주문 정보의 중복과 삽입 이상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3NF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2NF + 이행 종속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키가 아닌 속성을 거쳐 결정되는 속성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정보의 중복, 갱신·삭제 이상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BCNF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849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결정자가 후보키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90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3NF에 남는 예외적 중복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(참고 수준)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BCNF는 3NF에 「모든 결정자가 후보키」 조건을 더한 강화판 — 이 수업에서는 이름만 알아 두면 충분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주문서 한 장이 4개 테이블로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가지 사실이 각자의 테이블로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담는 사실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 한 장 시절의 문제 → 해소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고객이라는 사실 (이름·등급·도시·포인트)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없인 등록 불가 → 가입 즉시 등록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상품이라는 사실 (상품명·카테고리·정가·재고)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prod_id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주문마다 반복 → 한 곳에서만 관리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주문이라는 사건 (누가·언제·상태)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줄마다 복사 → 고객번호로만 참조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85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주문과 상품의 연결 (수량·판매 단가)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prod_id)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 여러 상품 → 상품별 한 행씩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다대다 관계였던 주문—상품 사이에 연결 테이블(order_items)이 하나 생겼다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주문서 한 장이 4개 테이블로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정규화의 결과물 ① — 주문(orders) 스키마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orders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order_id   INT         PRIMARY KEY AUTO_INCREMENT,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cust_id    CHAR(4)     NOT NULL,          -- 고객 정보는 번호로만 참조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emp_id     CHAR(4),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order_date DATE       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status     VARCHAR(10) NOT NULL DEFAULT '주문접수',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(cust_id) REFERENCES customers(cust_id),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(emp_id)  REFERENCES employees(emp_id)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DDL 발췌 — 주문에는 고객번호만 남고, 고객 정보는 번호로만 참조한다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주문서 한 장이 4개 테이블로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정규화의 결과물 ② — 주문 상세(order_items) 스키마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order_items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order_id   INT    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prod_id    CHAR(4)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qty        INT     NOT NULL CHECK (qty &gt; 0),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unit_price INT     NOT NULL,              -- 주문 시점 단가 (7절 참고)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PRIMARY KEY (order_id, prod_id),          -- 복합키: 완전 종속 속성만 남는다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(order_id) REFERENCES orders(order_id),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FOREIGN KEY (prod_id)  REFERENCES products(prod_id)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DDL 발췌 — 복합키 (order_id, prod_id)에는 완전 종속 속성(수량·판매 단가)만 남는다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주문서 한 장이 4개 테이블로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분해의 대가는 조인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치르는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「한가람이 무엇을 주문했나」에 답하려면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테이블을 이어 붙여야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얻는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이상현상 없는 깨끗한 데이터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모델과 JOIN은 바로 이 분해를 전제로 만든 도구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조인은 손해가 아니다 — 조인 비용을 치르는 대신 데이터의 정확성을 얻은 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반정규화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알고서 안 쪼갠 것 — order_items.unit_price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언뜻 보면 중복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정가는 products.price에 있는데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시점의 단가를 일부러 따로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지켜야 할 역사적 사실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정가는 언제든 인상될 수 있지만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「얼마에 팔았는가」는 바뀌면 안 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중복이 없으면 가격 인상 순간 과거 매출 집계가 전부 어긋난다 — 반정규화는 정규화를 마친 뒤의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반정규화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반정규화를 판단하는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정당한 경우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시점의 사실을 보존해야 할 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조인·집계가 너무 잦고 무거울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치르는 대가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불일치 위험이 되살아나고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정합성 책임이 애플리케이션으로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판단 원칙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기본은 3NF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 문제가 실측된 곳에만, 최소한으로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정규화는 운영 업무의 정확성을, 반정규화는 조회·분석의 속도를 산다 — 설계는 데이터 품질에 대한 투자 결정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박서연(C005)의 유일한 주문 줄을 주문서 표에서 지웠더니 박서연의 이름·등급·도시까지 사라졌습니다. 어떤 이상현상입니까?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삽입 이상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이상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부분 함수적 종속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 이상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삭제 이상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행을 지우자 지울 의도가 없던 고객 정보까지 사라졌으므로 삭제 이상입니다. 삽입 이상은 주문 없는 신규 고객을 등록하지 못하는 문제, 갱신 이상은 한가람이 이사할 때 여러 줄 중 일부만 고쳐져 도시가 두 개가 되는 문제이며, 부분 함수적 종속은 이상현상이 아니라 그 원인이 되는 종속 관계입니다.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요구분석 → 개념(ERD) → 논리(정규화) → 물리 → 구현의 5단계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 → B는 「A를 알면 B가 하나로」 — 부분 종속·이행 종속 구분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이상현상 3종: 삽입·갱신·삭제 — 뿌리는 모두 중복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 원자값, 2NF 부분 종속 제거, 3NF 이행 종속 제거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비정규 주문서 한 장이 4테이블로 분해된 것이 정규화의 실물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반정규화는 대가를 알고 되살리는 중복 — unit_price가 대표 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실무 설계의 목표는 보통 3NF까지 — 「왜 이렇게 설계했는가」를 종속과 정규형으로 설명한다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7장 · 기업 정보시스템과 데이터베이스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ERP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하나뿐인 장부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CRM·SCM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고객을 기억하고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물건의 흐름을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OLTP와 OLAP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계산대의 DB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회의실의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DW와 BI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분석용 창고와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6장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6장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작성과 정규화를 다온유통 스키마로 직접 적용해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 5단계 절차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 — 결정자 찾기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이상현상 3종과 정규화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반정규화의 정당한 사유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11주차 설계와 정규화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