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5-2 · Docker Compose로 Spark 마스터-워커 구축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383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700" b="1" spc="-324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클러스터 배포 구조 이해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498592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마스터·워커·드라이버·익스큐터 — 누가 무엇을 하나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마스터·워커·드라이버·익스큐터의 역할을 구별한다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잡을 제출하면 벌어지는 여섯 단계를 순서대로 말한다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Standalone·YARN·Kubernetes 는 --master 만 바뀜을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포트 세 개 7077·8080·4040 의 쓰임을 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1.5H 실습에서 compose 파일 하나로 마스터 1 + 워커 2 를 실제로 띄웁니다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마스터와 워커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네 가지 역할 — 하는 일 · 몇 개 · 언제 사나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역할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781300"/>
            <a:ext cx="57226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38023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몇 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언제 사나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328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853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자원을 관리하고 배치를 결정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1개 (이중화 가능)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984480" y="34480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079730" y="34480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클러스터가 사는 동안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워커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853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자기 장비의 자원을 마스터에 등록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84480" y="41719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79730" y="41719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클러스터가 사는 동안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드라이버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853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코드가 도는 곳 · 계획을 세움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애플리케이션당 1개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984480" y="48958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079730" y="48958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잡이 도는 동안만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익스큐터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38328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853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계산 · 워커 위에 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44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9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개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984480" y="56197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079730" y="56197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잡이 도는 동안만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5-1 주방 비유의 확장 — 홀 매니저(마스터)가 빈 조리대(워커)에 요리사(익스큐터)를 배치한다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이론 1H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마스터와 워커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워커와 익스큐터는 다르다 — 장비와 프로세스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워커 — 장비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클러스터가 사는 동안 상시 떠 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자기 장비의 코어·메모리를 마스터에 등록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의 spark-worker 서비스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잡이 끝나도 남는다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익스큐터 — 프로세스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잡마다 워커 위에 새로 떠서 계산한다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마스터가 빈 워커에 띄우라고 지시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드라이버에 「준비됐습니다」 등록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잡이 끝나면 사라진다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제출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잡을 제출하면 벌어지는 여섯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4125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 제출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spark-submit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드라이버가 뜬다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686175" y="3028950"/>
            <a:ext cx="1333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38575" y="2781300"/>
            <a:ext cx="2524125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3857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 요청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3857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7192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드라이버→마스터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코어 2 · 메모리 2G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381750" y="3028950"/>
            <a:ext cx="1333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34150" y="2781300"/>
            <a:ext cx="2524125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415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 배치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415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마스터가 빈 워커에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익스큐터 지시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077325" y="3028950"/>
            <a:ext cx="1333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29725" y="2781300"/>
            <a:ext cx="2524125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972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 등록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2972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6307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익스큐터→드라이버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「준비됐습니다」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1772900" y="3028950"/>
            <a:ext cx="1333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925300" y="2781300"/>
            <a:ext cx="2524125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92530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⑤ 배분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92530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05865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드라이버가 태스크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익스큐터가 계산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4468475" y="3028950"/>
            <a:ext cx="1333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620875" y="2781300"/>
            <a:ext cx="2524125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62087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⑥ 종료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62087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75422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결과를 모으고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익스큐터 정리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②에서 자원이 모자라면 ⑤로 못 간다 — 「Initial job has not accepted any resources」 경고가 그것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이론 1H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클러스터 매니저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클러스터 매니저 3종 — 이번 주는 Standalone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매니저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57226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특징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언제 쓰나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Standalone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 내장 · 가장 단순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 · 작은 전용 클러스터(이번 주)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YARN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하둡 생태계의 자원 관리자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41719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41719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기존 하둡 클러스터가 있을 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Kubernetes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오케스트레이터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8958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8958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요즘 신규 구축의 기본값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Mesos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(지원 종료)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56197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56197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어느 매니저든 드라이버·익스큐터 개념과 코드는 그대로 — --master 옵션만 바뀐다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이론 1H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배포 모드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client 모드와 cluster 모드 — 오늘은 client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client 모드 — 오늘 실습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드라이버가 spark-submit 을 친 그 자리에 뜬다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로그가 내 터미널에 바로 나온다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터미널을 닫으면 잡이 죽는다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개발·디버깅에 알맞다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cluster 모드 — 오늘은 못 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드라이버가 클러스터 안의 워커에 뜬다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터미널을 닫아도 계속 돈다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파이썬 앱은 Standalone 에서 불가(실측)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YARN · Kubernetes 같은 매니저에서 쓴다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네트워크와 포트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서비스 이름으로 찾고, 포트 세 개로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7077 — 마스터 접수 창구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워커와 드라이버가 접속하는 곳 — 호스트명 spark-master 는 compose 서비스 이름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8080 — 마스터 웹 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워커 목록과 애플리케이션 이력을 본다 — 4-4 의 Trino 도 8080 을 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4040 — 실행 중인 잡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5-1 에서 본 그 화면 — 잡이 끝나면 사라진다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4주차 Trino 가 떠 있으면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8080 충돌 시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8081:8080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자원 배분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자원을 어떻게 나눌 것인가 — 옵션 네 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옵션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--executor-memory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익스큐터 하나가 쓸 메모리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워커 메모리보다 크면 배치 안 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--executor-cores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익스큐터 하나가 쓸 코어 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--total-executor-cores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잡이 쓸 전체 코어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Standalone 에서 쓰는 옵션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--driver-memory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드라이버 메모리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6197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6197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collect() 를 쓸 때 중요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기본값은 「워커의 자원을 최대한 쓴다」 — 여러 잡을 동시에 돌릴 때는 --total-executor-cores 로 제한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이론 1H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워커는 상시 떠 있는 장비, 익스큐터는 잡마다 뜨는 프로세스다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제출 → 마스터 자원 요청 → 워커에 익스큐터 배치 → 태스크 배분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자원이 모자라면 잡이 대기 상태로 멈춘다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Standalone·YARN·Kubernetes 는 --master 만 바뀌고 코드는 그대로다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포트 세 개: 7077(접수) · 8080(마스터 UI) · 4040(잡 UI)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5-2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클러스터 구축 실습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파일 하나로 마스터 1 + 워커 2 를 띄우고, 워커가 마스터에 등록되는 것을 로그와 UI 로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파일 작성 · up -d · 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로그에서 Registering worker 찾기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--scale 로 워커 늘렸다 줄이기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마스터를 껐다 켜기 (일부러 실패)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~/lakehouse stop · 8080 비우기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