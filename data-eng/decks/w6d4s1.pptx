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6-4 · CDC(Debezium) 실시간 캡처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412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 개념과</a:t>
            </a:r>
          </a:p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Debezium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5272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폴링 대신 binlog 를 읽는다 — 앱 수정 없이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폴링 대신 로그 기반 CDC 를 쓰는 이유 두 가지를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binlog(ROW 포맷)가 CDC 의 원천임을 설명한다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스냅숏(op=r) 뒤 스트리밍(c/u/d)으로 이어지는 순서를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이벤트의 before/after/op 구조와 토픽 이름 규칙을 읽는다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2.5H 실습에서 네 가지 op 를 전부 눈으로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CDC 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 — 회의록을 받아 보는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평소처럼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INSERT·UPDATE·DELETE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MySQL binlog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변경을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순서대로 기록(ROW)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Debezium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binlog 를 읽어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Kafka 토픽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shop.shop.orders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테이블마다 하나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받는 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멱등 적재(6-5)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애플리케이션 코드를 한 줄도 고치지 않는다 — DB 가 이미 남기는 기록을 가져올 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참석자에게 매번 묻는 대신 서기(binlog)가 적어 둔 기록을 그대로 받는다 — Debezium 이 그 전달자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CDC 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폴링과 무엇이 다른가 — 여섯 항목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682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폴링(주기적 SELECT)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로그 기반 CDC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방법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updated_at 으로 달라진 행 조회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binlog 를 읽음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DB 부담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433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433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매번 조회 — 부담이 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433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433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로그만 읽음 — 부담이 적음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DELETE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3870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3870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놓친다(행이 사라져서)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3870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3870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중간 변경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53402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53402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놓친다(마지막 상태만)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53402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53402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잡는다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6229350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6229350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주기만큼(분 단위)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2293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2293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거의 실시간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1623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971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앱 수정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924675"/>
            <a:ext cx="66827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924675"/>
            <a:ext cx="64922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updated_at 컬럼이 필요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9246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9246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 없음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DELETE 를 놓치는 것이 폴링의 결정적 약점 — 행이 사라져 조회로는 알 수 없다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기본 낱말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네 낱말 — binlog · Connect · Debezium · 소스/싱크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binlog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변경을 순서대로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기록하는 로그(ROW)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Connect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커넥터를 부리는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프레임워크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Debezium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Connect 위의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CDC 소스 커넥터 모음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소스 / 싱크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가져오면 소스(오늘)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내보내면 싱크(6-5)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binlog_format 이 ROW 여야 한다 — STATEMENT·MIXED 면 실행된 SQL 문만 남아 행 단위 값을 복원할 수 없다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스냅숏과 스트리밍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 등록 뒤 두 단계 — 스냅숏 → 스트리밍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① 스냅숏 — 기존 데이터 전체를 한 번 읽는다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 = "r"(read) 이벤트로 나오고, 이 동안 binlog 위치를 기억해 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② 스트리밍 — 기억한 위치부터 binlog 를 따라간다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변경이 op = c / u / d 로 흘러나온다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스냅숏 없이 스트리밍만 하면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「지금부터의 변경」만 알고 기존 데이터는 모른다 — 그래서 처음 한 번은 전체를 읽는다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옛 데이터부터 나오는 이유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스냅숏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 = 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변경 이벤트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변경 이벤트 — op 하나에 before·after 한 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3622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362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33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33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2781300"/>
            <a:ext cx="44424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before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24460" y="2781300"/>
            <a:ext cx="4320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33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85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스냅숏 읽기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4390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15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24460" y="34480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19710" y="34480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33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85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390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15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24460" y="41719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19710" y="41719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넣은 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433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385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4390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15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바뀌기 전 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824460" y="48958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19710" y="48958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바뀐 뒤 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3622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171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433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385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DELETE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43900" y="56197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9150" y="56197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지워진 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824460" y="5619750"/>
            <a:ext cx="4320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19710" y="5619750"/>
            <a:ext cx="4130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before 와 after 를 함께 주므로 「무엇이 어떻게 바뀌었는지」를 받는 쪽이 안다 — 감사 로그·조건 처리가 가능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5. 토픽 이름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이름 규칙 — prefix . DB . 테이블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topic.prefix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"shop"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데이터베이스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토픽 이름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shop.shop.orders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테이블마다 토픽이 하나씩 생긴다 — 테이블이 100개면 토픽도 100개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커넥터 등록 때 topic.prefix 를 정한다 — 그 뒤에 DB 이름과 테이블 이름이 점으로 이어진다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6. 멱등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받는 쪽은 멱등해야 한다 — 최소 한 번 전달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 는 최소 한 번(at-least-once) 전달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커넥터가 재시작하면 같은 이벤트가 다시 올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이벤트를 두 번 받아도 결과가 같아야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4-3 의 MERGE INTO — 키가 있으면 갱신, 없으면 삽입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DELETE 도 MERGE 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WHEN MATCHED AND op='d' THEN DELETE 를 붙여 처리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6-3 에서 본 그대로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유실을 막으면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중복이 생긴다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폴링은 DB 에 부담을 주고 DELETE 를 놓친다 — CDC 는 둘 다 해결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binlog_format 이 ROW 여야 행 단위 값을 얻는다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커넥터는 스냅숏(op=r) 뒤 스트리밍(c/u/d)으로 이어진다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before/after 를 함께 주므로 「무엇이 어떻게 바뀌었는지」를 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이름은 prefix.DB.테이블 — 테이블마다 하나씩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 는 최소 한 번 전달 — 받는 쪽이 멱등해야 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6-4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6-4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커넥터 구축·이벤트 분석 실습 (2.5H)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에 mysql·connect 를 추가하고 커넥터를 등록해, 네 가지 op 를 전부 눈으로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log_bin=ON · binlog_format=ROW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API 로 mysql-cdc 커넥터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스냅숏(op=r) → INSERT·UPDATE·DELETE 관찰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cdc_reader.py 로 사람이 읽기 좋게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6-2 의 compose 스택(kafka) 실행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