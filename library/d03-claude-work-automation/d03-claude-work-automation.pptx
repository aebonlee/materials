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7" r:id="rId88"/>
    <p:sldId id="338" r:id="rId89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9" r:id="rId9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4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C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D03 · 업무자동화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와 함께하는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업무자동화 실무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 문서로 요약·보고서·메일·템플릿을 만들고 하루 루틴으로 굳히기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이애본 지음 · 홍문원(洪文院) 발행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CC BY-NC-ND 4.0 · useful-ai.dreamitbiz.com</a:t>
            </a:r>
          </a:p>
        </p:txBody>
      </p:sp>
      <p:sp>
        <p:nvSpPr>
          <p:cNvPr id="1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전체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강의안의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시대, 일하는 방식의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4250" y="41719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300" y="48768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제대로 알고 세팅하기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48958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300" y="56007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① 긴 문서 요약·분석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56197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9300" y="63246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② 보고서·기획안·회의록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4250" y="63436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0800" y="41529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③ 메일·데이터·프롬프트 다듬기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25750" y="41719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48768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 업무를 템플릿과 루틴으로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25750" y="48958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자동화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10800" y="56007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나만의 AI 비서와 30일 계획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25750" y="56197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345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345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631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631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10800" y="63246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직무 트랙 4종 · 프롬프트 모음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525750" y="63436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부록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5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업무에서 AI 에게 맡길 일과 내가 쥘 일을 나눈다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첨부·프로젝트·메모리 같은 Claude 기능을 업무에 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역할·맥락·형식을 갖춘 요청으로 요약·보고서·메일을 만든다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결과의 숫자·이름·출처를 원문과 대조해 검증한다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업무를 [빈칸] 템플릿과 하루 루틴으로 바꾼다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결과물 — 7가지 산출물을 묶은 「나만의 업무자동화 키트」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파트마다 하나씩, 모두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AI 시대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 중 AI 로 바꿀 일 Top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Claude 알기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044043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044043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 맞춤 시작 프롬프트 1세트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실습 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640036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640036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A4 1장 요약본 + 실행항목 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실습 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236029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236029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보고서(기획안) 초안 + 회의록 템플릿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실습 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5832021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5832021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메일 템플릿 3종 + 프롬프트 개선 기록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 템플릿·루틴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428014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428014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업무 템플릿 3종 + 하루 루틴표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 AI 비서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7024007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8850" y="7024007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30일 액션플랜 + 프롬프트 라이브러리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준비물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전에 갖출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claude.ai 계정 하나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무료 플랜으로도 대부분 따라 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 문서 1~2종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 메모·메일 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민감정보는 가명으로 바꾼 사본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사내 규정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회사의 AI·보안 지침을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확인해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기록할 곳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 된 프롬프트를 모아 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앱이나 문서 하나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시대, 일하는 방식의 전환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AI 에게 맡기고 무엇을 내가 쥘지 — 출발점을 정합니다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일하는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무엇이 어떻게 바뀌나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혼자 하는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검색하고 읽고 정리까지 내가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자료를 찾아 처음부터 끝까지 읽는다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문서를 백지에서 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형식의 글을 매번 새로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와 나눠 하는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초안, 판단은 내가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읽고 정리한 것을 내가 판단한다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초안은 AI, 완성은 내 손으로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반복은 템플릿으로 돌린다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역할 나누기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맡길 일과 내가 쥘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맡길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읽고·쓰고·정리하는 손일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문서 요약·핵심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보고서·메일·기획안 초안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흩어진 내용을 표로 정리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말투·형식 바꾸기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내가 쥘 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판단하고 책임지는 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시킬지 정하고 지시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결과의 사실 여부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맥락·우선순위 결정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결정과 사람 사이 소통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작동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「어떻게 묻느냐」가 결과를 좌우할까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담았나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의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배운 패턴으로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다음에 올 말을 이어 쓴다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요청이 구체적일수록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쓸 수 있는 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그럴듯하지만 틀린 내용(환각)이 섞일 수 있다 — 검증은 언제나 사람의 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안전 3원칙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전에 꼭 지킬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민감정보는 가명으로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고객명·주민번호·계좌·기밀은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가명·예시로 바꿔 넣는다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(예: 홍길동 → A고객)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사내 규정이 먼저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회사의 AI·보안 지침을 따른다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반출 금지 자료는 올리지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검증 책임은 사람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초안이다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확인·출처 표기·최종 책임은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사람에게 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직무별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읽고·쓰고·정리하는 일이 있다면 어디든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12001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에게 맡겨 볼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34480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34480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시장 자료 요약 · 기획안 초안 · 아이디어 펼치기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관리·운영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41719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41719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회의록 정리 · 보고서 작성 · 데이터 표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영업·고객지원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8958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8958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제안서 초안 · 고객 메일 · 상황별 응대 문구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교육·HR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43500" y="56197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8750" y="56197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교안·공지 작성 · 설문 정리 · FAQ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행정·총무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3500" y="6343650"/>
            <a:ext cx="12001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8750" y="6343650"/>
            <a:ext cx="11811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공문 초안 · 규정 요약 · 안내문 양식 통일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업무 중 「AI 로 바꿀 일」 Top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업무를 10개쯤 적는다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떠오르는 대로 — 매일·매주·매달 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반복도·문서 비중을 매긴다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높음·중간·낮음 세 칸이면 충분하다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효과가 큰 순서로 다섯 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시간을 많이 쓰는데 반복되는 일부터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강의안의 어느 파트로 풀지 적는다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주간 회의록 정리 → 파트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다섯 줄짜리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Top 5 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제대로 알고 세팅하기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2026년 10월 화면을 기준으로 업무에 쓰는 기능과 첫 대화의 틀을 익힙니다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업무에 쓰는 네 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가 업무에서 하는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문서 분석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PDF·보고서·계약서를 읽고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원하는 정보만 찾아 준다 → 파트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내용을 한 장·세 줄·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실행항목으로 줄인다 → 파트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글쓰기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보고서·기획안·메일 초안을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독자와 말투에 맞춰 쓴다 → 파트 4·5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정리·추론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흩어진 내용을 분류·비교하고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단계별로 설명한다 → 파트 5·6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핵심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이것만 알면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82829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PDF·워드·엑셀·이미지를 읽고 요약·분석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입력창 왼쪽 아래 + 메뉴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업무별 작업 공간 — 자료·지침을 모아 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사이드바 「프로젝트(Projects)」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아티팩트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문서·표 같은 결과물을 대화 옆 창에 따로 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 중 요청 · 사이드바 「Artifacts」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대화에서 알게 된 내용을 다음 대화로 이어 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› 「메모리」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 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정보를 찾아 출처와 함께 답한다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필요하면 Claude 가 스스로 검색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2026년 10월 기준 — 무료 플랜도 다섯 기능을 쓴다(프로젝트 5개까지). Pro 월 20달러(claude.com/pricing)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문서를 올리는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입력창 왼쪽 아래 + 메뉴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「파일 또는 사진 추가(Add files or photos)」 — 단축키 ⌘U, 끌어 놓아도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파일을 고른다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PDF·DOCX·XLSX·CSV·TXT·이미지 등, 여러 개도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할 일을 함께 적어 보낸다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파일만 보내지 말고 「무엇을 해 줘」를 같이 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올리기 전에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민감정보는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가명 사본으로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엑셀(XLSX)은 설정 › 「기능」에서 코드 실행·파일 만들기가 켜져 있어야 읽는다 — support.claude.com(2026-10)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업무별 작업 공간 만들기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사이드바 「프로젝트」 › 「새 프로젝트」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버튼 — 이름과 설명을 적는다(예: 「주간 보고」)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오른쪽 패널 「컨텍스트」에 파일 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지난 보고서·양식을 올려 두면 모든 대화가 참고한다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「컨텍스트」의 지침 작성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방에서 늘 지킬 말투·형식을 적어 저장한다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안에서 새 대화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배경을 설명하지 않아도 자료와 지침이 적용된다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알아 둘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무료 플랜은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5개까지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메모리와 개인정보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기억할 것과 남기지 않을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메모리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› 「메모리」에서 켜고 끈다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기억한 내용을 주제별로 보고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고치거나 지울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시크릿 대화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대화 오른쪽 위 유령 아이콘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기록과 메모리에 남지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모델 개선 설정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› 「개인정보보호」에서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대화를 모델 개선에 쓸지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고른다(개인 요금제)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첫 대화 세 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· 맥락 · 형식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역할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관점으로 답할지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「너는 10년 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교육기획 담당자야」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맥락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목적·대상·배경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「신규 과정을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임원에게 보고할 거야」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형식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모양·분량·말투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 + 세 줄 요약,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정중한 보고체로」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시작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요소를 합친 한 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역할 + 맥락 + 형식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너는 [10년 차 교육기획] 담당자야. 나는 [신규 직무교육 과정]을 [임원 보고용]으로 정리하려 해. 읽는 사람은 [비전공 임원]이니 쉽게 써 줘. 핵심을 표와 세 줄 요약으로, 정중한 보고체로 A4 한 장 안에 정리해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[대괄호]만 바꾸면 내 직무용 시작 프롬프트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검증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내보내기 전 C·H·E·C·K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 사실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숫자·이름·날짜가 맞는가, 지어낸 내용은 없는가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 민감정보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6236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6236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고객·기밀 정보가 들어가 있지 않은가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 근거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45293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45293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주장에 출처가 필요한가, 확인했는가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24351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24351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상황과 읽는 사람에게 맞는가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 말투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0340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0340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대외용·내부용에 맞는 표현과 격식인가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결과는 잘 쓴 초안 — 다섯 칸을 지나야 내 문서가 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3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직무용 시작 프롬프트 1세트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프롬프트를 복사한다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장 프롬프트를 Claude 입력창에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[대괄호]를 내 직무로 바꾼다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역할·대상·형식을 실제 업무에 맞게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보내고 결과를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아쉬운 점을 한 마디 더 요청해 다듬는다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잘 된 판을 저장한다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› 계정 › 「Claude 지침」이나 프로젝트 지침에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프롬프트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개 저장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① 긴 문서 요약·분석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읽을 시간이 없는 문서를 올려 요약하고, 필요한 것만 묻고, 원문과 대조합니다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순서로 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첨부하고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할 일을 함께 적는다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장·세 줄·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실행항목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파고들기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궁금한 것만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콕 집어 묻는다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숫자·이름·출처를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원문과 대조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요약 3종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목적에 맞춰 골라 요청한다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장 요약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A4 한 장에 배경·핵심·결론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보고·공유용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줄 요약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중요한 세 가지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파악·메신저 공유용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실행항목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누가·무엇을·언제까지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일로 옮기는 용도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한 장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긴 보고서를 A4 한 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분량 + 목차 + 말투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첨부한 [보고서]를 A4 한 장으로 요약해 줘. ① 배경·목적 2~3줄 ② 핵심 내용 5개 이내 ③ 결론·시사점 3줄 ④ 후속 조치가 필요한 항목. 전문 용어는 쉽게 풀고 정중한 보고체로 써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이어서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「임원 보고용으로 더 짧게」처럼 바로 이어 간다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예상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이런 모양으로 돌아옵니다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배경·목적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4분기 실적을 점검하고 다음 해 사업계획의 근거를 마련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내용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 증가 · 신규 채널 비중 확대 · 원가 상승으로 이익률 하락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결론·시사점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외형은 성장했으나 수익성 방어가 과제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후속 조치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원가 구조 점검 · 신규 채널 수익성 분석 · 가격 정책 검토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내용은 설명을 위한 예시입니다 — 실제 결과는 첨부한 문서에 따라 달라집니다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실행항목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할 일만 표로 뽑기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대상 + 열 이름 + 정렬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문서에서 실행해야 할 일만 뽑아 표로 정리해 줘. 열은 [할 일 · 담당 · 기한 · 우선순위]로 하고, 우선순위가 높은 순으로 정렬해 줘. 문서에 담당이나 기한이 없으면 빈칸으로 둬.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엑셀·업무 도구에 붙여 넣을 할 일 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BEFORE →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「요약해 줘」 한마디의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막연한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문서 요약해 줘」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중요한지 드러나지 않는 나열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분량·형식이 매번 다르다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보고용인지 공유용인지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구조를 정한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「보고용 A4 한 장, 배경·핵심·결론·후속 조치」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같은 형식으로 나온다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핵심·결론·할 일이 나뉜다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분량과 말투가 목적에 맞는다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원하는 정보만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문서에 질문을 던진다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찾을 것 + 근거 위치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첨부한 [계약서]에서 다음만 찾아 정리해 줘. ① 계약 기간과 자동 갱신 조건 ② 해지·위약금 조항 ③ 우리 쪽에 불리할 수 있는 부분. 항목마다 원문 조항 번호를 함께 적어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검증 요령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조항 번호를 받으면 「11조 원문 그대로 보여 줘」로 대조한다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규정 문서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딱딱한 규정을 쉬운 Q&amp;A 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범위 + 형식 +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첨부한 [취업규칙]에서 [연차·휴가] 내용만 골라 직원이 이해하기 쉬운 Q&amp;A 다섯 개로 정리해 줘. 법률 용어는 풀어 쓰고, 답마다 근거 조항 번호를 적어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사내 FAQ·공지에 쓸 Q&amp;A 초안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예상 결과 · 검증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규정 Q&amp;A 는 법령과 한 번 더 대조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답(예시)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연차는 며칠인가요?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1년간 80% 이상 출근하면 15일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오래 다니면 늘어나나요?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3년 이상 근속하면 최초 1년을 넘는 매 2년마다 1일 가산, 최대 25일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회사 규정과 다르면?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법정 기준보다 적게 정한 부분은 법정 기준을 따른다 — 인사 담당자에게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근거: 근로기준법 제60조(연차 유급휴가) 제1항·제4항 — 국가법령정보센터(law.go.kr)에서 현행 조문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표·수치 문서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엑셀에서 핵심 지표만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범위 + 표 + 해석 + 표시 규칙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첨부한 [매출 데이터] 엑셀에서 월별 매출과 전월 대비 증감률만 표로 정리하고, 가장 눈에 띄는 변화 세 가지를 한 줄씩 설명해 줘. 원인은 데이터로 확인되지 않으면 「추정」이라고 표시해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검증 요령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증감률은 원본 숫자로 한두 개 직접 계산해 맞춰 본다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검증 프롬프트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요약 결과, 그대로 믿지 않는다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대조 + 근거 위치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 요약에서 원문에 없는 내용이 있으면 표시해 줘. 그리고 핵심 항목마다 원문의 쪽 번호나 조항 번호를 적어 줘. 숫자와 고유명사는 원문 표현 그대로 다시 보여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점검 세 가지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숫자·고유명사 · 출처 위치 · 문서에 없는 해석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실수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이렇게 하면 다시 하게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실수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파일만 올리고 「요약해 줘」 한마디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없이 보고서에 그대로 복사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아주 긴 문서를 한 번에 막연히 요청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고객정보가 든 원본을 그대로 올림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이렇게 바꾼다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형식·구조·분량을 함께 정한다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숫자·고유명사는 원문과 대조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문서는 「장별로 나눠 요약」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민감정보는 가명 사본으로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문서로 한 장 요약 + 실행항목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 문서를 올린다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민감정보는 가명으로 바꾼 사본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장 요약을 받는다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프롬프트의 [대괄호]만 바꾼다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실행항목 표를 뽑는다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할 일 · 담당 · 기한 · 우선순위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검증 프롬프트로 대조한다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숫자·이름을 원문과 직접 맞춰 본다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요약본 +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실행항목 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② 보고서·기획안·회의록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백지에서 시작하지 않습니다 — 뼈대부터 함께 잡고 항목별로 채웁니다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보고서 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번에 말고 세 번에 나눠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통째로 시키면 두루뭉술해집니다 — 끊어서 만들면 내가 통제할 수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목차 잡기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주제·목적을 주고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뼈대부터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본문 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확정한 목차를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항목별로 채운다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사람에 맞춰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말투·분량을 바꾼다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  <p:sp>
        <p:nvSpPr>
          <p:cNvPr id="2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먼저 목차부터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역할 + 주제 + 개수 + 설명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너는 [기획팀] 보고서 담당자야. 「[사내 AI 교육 도입 결과 보고서]」를 쓰려고 해. 먼저 목차만 5~6개 항목으로 제안하고, 항목마다 무엇을 담을지 한 줄씩 설명해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이어서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「3번을 둘로 나눠 줘」처럼 목차부터 조율한다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확정한 목차를 항목별로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항목 + 분량 + 말투 + 빈칸 규칙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목차로 갈게. 「[3. 주요 결과]」 항목을 세 문단으로 써 줘. 정중한 보고체로 쓰고, 수치와 고유명사는 지어내지 말고 [ ]로 비워 둬. 실제 값은 내가 채울게.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[ ] 로 비우나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그럴듯한 가짜 숫자(환각)가 문서에 섞이는 것을 막는다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3 · 다듬기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내용, 읽는 사람에 맞춰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임원 보고용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「임원 보고용으로,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결론부터, 한 장으로」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두괄식·핵심만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대외 발송용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「고객사 발송용으로,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정중하고 신뢰감 있게」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오해 없는 표현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팀 공유용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「팀 공유용으로,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편하게 글머리표로」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행동할 수 있게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기획안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배경 · 목적 · 방안 · 자원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역할 + 주제 + 4단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너는 기획 담당자야. 「[사내 점심시간 독서 모임 운영]」 기획안을 써 줘. ① 배경 ② 목적·기대효과 ③ 추진 방안(일정·운영 방식) ④ 필요 자원(예산·공간) 순서로, 항목마다 3~4줄. 예산 금액은 [ ]로 비워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결재 올리기 전 다듬을 기획안 초안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한 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보고서 유형별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11521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11521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순서로 써 달라고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주간·업무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34480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8810" y="34480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 · 이슈 · 다음 계획 · 도움 요청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출장·방문 보고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41719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41719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 · 일정 · 주요 내용 · 결과 · 후속 조치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이슈·장애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8958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8958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현황 · 원인 · 영향 · 조치 · 재발 방지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결과·성과 보고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56197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56197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 · 실적 · 분석 · 시사점 · 제언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23560" y="6343650"/>
            <a:ext cx="11521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8810" y="6343650"/>
            <a:ext cx="11330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문제 · 해결책 · 차별점 · 기대효과 · 도입 절차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프롬프트에 「이 순서로 작성해 줘」 한 줄만 더하면 형식이 통일됩니다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템플릿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복사용 템플릿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회의록 정리 템플릿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아래 회의 메모를 정돈된 회의록으로 정리해 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형식: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■ 일시 / 참석자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■ 안건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■ 주요 논의 (글머리표)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■ 결정 사항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■ 실행항목 (할 일 · 담당 · 기한 표)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메모에 없는 내용은 지어내지 말고 [확인 필요]로 표시해 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[여기에 회의 메모 붙여 넣기]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회의가 끝나면 거친 메모를 붙여 넣고 실행 — 프로젝트 지침에 넣어 두면 매번 붙일 필요도 없습니다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예상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거친 메모가 회의록이 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128016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12801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메모(입력)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448050"/>
            <a:ext cx="12801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3448050"/>
            <a:ext cx="12611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「신제품 출시 논의. 김 대리 SNS 먼저. 예산 대략 500. 다음 주까지 시안. 영업팀은 사은품 의견」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결정 사항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171950"/>
            <a:ext cx="12801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4171950"/>
            <a:ext cx="12611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SNS 우선 진행 · 예산 약 500만 원 검토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895850"/>
            <a:ext cx="12801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895850"/>
            <a:ext cx="12611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SNS 시안 작성 — 김 대리 — 다음 주 / 사은품 후보 조사 — 영업팀 — 다음 회의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필요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5619750"/>
            <a:ext cx="12801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5619750"/>
            <a:ext cx="12611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예산 단위(만 원)·참석자 명단은 메모에 없어 [확인 필요]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예시입니다 — 메모에 없는 것을 채워 넣지 않았는지 꼭 확인합니다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형식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회의록을 공유 메일로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대상 + 순서 + 말투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 회의록을 회의에 못 온 팀원에게 보낼 메일로 바꿔 줘. 결정 사항을 먼저 쓰고, 각자 할 일을 이름과 기한과 함께 적어 줘. 친근하지만 분명한 말투로, 제목도 붙여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한 번 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내용으로 「게시판 공지」·「메신저 세 줄」도 바로 만든다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실수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보고서에서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실수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전체를 한 번에 요청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넣은 숫자를 그대로 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사람을 말하지 않음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초안을 고치지 않고 제출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이렇게 바꾼다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 → 본문 → 다듬기 세 단계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수치는 [ ]로 비우고 내가 채움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「임원용」「고객사용」을 밝힘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문장은 내 말로 다시 씀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업무로 보고서·기획안 1건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지금 써야 할 주제를 하나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보고서든 기획안이든 실제 업무로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STEP 1 — 목차를 확정한다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항목을 더하고 빼며 조율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STEP 2 — 핵심 항목 1~2개를 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수치·고유명사는 [ ]로 비운다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STEP 3 — 읽는 사람에 맞춰 바꾼다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여유가 있으면 회의 메모로 회의록도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보고서 초안 +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회의록 템플릿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③ 메일·데이터·프롬프트 다듬기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쓰는 메일·공지·데이터를 빠르게 — 결과가 아쉬울 때 끌어올리는 법까지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메일 말투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상황과 말투를 정해서 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정중하게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사과·양해·요청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상급자·고객사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「정중하고 예의 있게」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간결하게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공지·안내·일정 조율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전달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「핵심만 간결하게」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설득력 있게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제안·협조 요청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동의를 구할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「이점을 앞세워」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사과 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납기 지연을 정중하게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상황 + 대상 + 말투 + 순서 + 분량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[고객사 구매 담당자]에게 보낼 납기 지연 사과 메일을 써 줘. 상황: [부품 수급 문제로 3일 지연]. 순서는 사과 → 사유 → 새 일정 → 재발 방지 → 마무리, 정중하고 신뢰감 있게 200자 안팎으로, 제목도 붙여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이어서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「사유는 한 줄로」「더 짧게」로 바로 조정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메일 스레드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길게 오간 메일, 결론만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질문 네 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아래 메일 대화를 정리해 줘. ① 최종 결론 ② 아직 정해지지 않은 것 ③ 내가 해야 할 일과 기한 ④ 누구의 답을 기다리는 중인지. 메일에 없는 내용은 [확인 필요]로 표시해 줘. [메일 붙여 넣기]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결론 · 미정 · 내 할 일 · 대기 — 네 줄 정리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자주 막히는 메일 5종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상황 + 말투 + 핵심 한 줄이면 초안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협조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「[타 부서]에 [자료] 협조를 요청하는 메일, 정중하게, 기한 [날짜] 명시」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정중한 독촉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「[미회신 건] 다시 알리는 메일, 부담 주지 않는 말투로」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완곡한 거절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「[제안]을 거절하되 관계는 지키는 메일, 대안 하나 포함」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일정 변경 안내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「[행사] 일정 변경 공지, 바뀐 날짜를 맨 앞에, 간결하게」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감사 인사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「[프로젝트] 협업에 감사하는 메일, 진심을 담아 짧게」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자유응답 분류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설문 응답을 주제별로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분류 + 집계 + 정렬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아래 설문 자유응답을 주제 5개 안팎으로 분류하고, 주제마다 건수·대표 의견·긍정/부정을 표로 정리해 줘. 건수가 많은 순으로 정렬하고, 어느 주제에도 안 맞는 응답은 「기타」로 모아 줘. [응답 붙여 넣기]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검증 요령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건수 합계가 전체 응답 수와 같은지 확인한다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카드 · 데이터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숫자를 보고용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해석 + 경고 신호 + 결론 + 표시 규칙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아래 [분기별 실적표]를 보고, 가장 큰 변화와 그 의미, 주의할 신호, 데이터로 뒷받침되는 결론 하나를 써 줘. 데이터로 확인되지 않는 원인은 「추정」이라고 표시해 줘. [표 붙여 넣기]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「추정」 표시로 사실과 해석을 나눈다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다듬기 4원칙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결과가 아쉬울 때 더할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명확하게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모호한 말 대신 구체적으로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「좋게」 → 「300자, 정중한 보고체」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맥락을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누구에게, 왜 필요한지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목적·대상·배경을 함께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예시 보이기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원하는 모양을 보여 준다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「이런 식으로: …」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단계 나누기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번에 다 말고 끊어서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「먼저 제목 세 개, 그다음 본문」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BEFORE →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공지, 4원칙을 더하면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막연한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「신입사원 환영 공지 써 줘」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상황·일정이 빠진 일반 공지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결국 처음부터 다시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4원칙을 더한 요청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 · 명확 · 예시 · 단계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[맥락] 사내 게시판용, 신입 3명 환영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[명확] 8줄 이내, 따뜻하고 가벼운 말투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[예시] 이름·부서·한마디 인사 포함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[단계] 먼저 제목 세 개부터 제안해 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한 마디 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포기하지 말고 이어서 요청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21615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2161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이어서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34480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8730" y="34480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「절반 길이로」 · 「더 자세히」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말투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41719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8730" y="41719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「더 정중하게」 · 「덜 딱딱하게」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8958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8958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「표로」 · 「글머리표로」 · 「세 가지 안으로」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부분 수정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83480" y="56197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8730" y="56197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「2번 문단만 다시」 · 「제목만 다섯 개」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이유 알려 주기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63436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63436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「너무 딱딱해」 · 「결론이 빠졌어」 — 무엇이 아쉬운지 말한다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메일 템플릿 3종 + 개선 기록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메일 상황 세 가지를 고른다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요청 · 공지 · 사과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말투를 정해 초안을 받고 템플릿으로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바뀌는 값은 [ ]로 비운다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막연한 요청 하나를 4원칙으로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결과를 나란히 놓는다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무엇이 달라졌는지 한 줄로 적는다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 된 판은 라이브러리로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메일 템플릿 3개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+ 개선 기록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 업무를 템플릿과 루틴으로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 잘 된 프롬프트를 매번 다시 쓰지 않고 — 빈칸 템플릿과 하루 일과로 굳힙니다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템플릿 고르기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무엇을 템플릿으로 만들까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템플릿화하기 좋은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주간·월간 정기 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회의록 정리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반복되는 안내·공지 메일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요약·데이터 분류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판별 기준 세 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셋 다 해당하면 지금 바로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반복성 — 주기적으로 다시 하는가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정형성 — 형식이 거의 같은가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— 손이 많이 가는가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  <p:sp>
        <p:nvSpPr>
          <p:cNvPr id="3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빈칸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바뀌는 값만 [ ] 로 비우면 템플릿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번 쓰고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새로 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「3월 영업팀 주간 보고를 매출 중심으로 요약해 줘」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달엔 처음부터 다시 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다시 쓰는 템플릿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 ]만 채우면 같은 품질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「[기간] [부서] 보고를 [핵심 지표] 중심으로 요약해 줘」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 ]만 바꿔 매번 같은 형식으로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템플릿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복사용 템플릿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주간 업무 보고 템플릿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너는 [부서명] 보고서 담당자야.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아래 메모로 [기간] 주간 업무 보고를 써 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형식: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· 이번 주 주요 성과 (글머리표 3~5개)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· 진행 중 이슈·위험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· 다음 주 계획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· 도움이 필요한 사항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말투: 간결한 보고체 / 분량: A4 한 장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메모에 없는 숫자는 지어내지 말고 [ ]로 남겨 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[이번 주 메모 붙여 넣기]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[부서명]=영업1팀, [기간]=3월 셋째 주, 메모 「신규 3곳 계약, A사 납품 지연, 다음 주 B사 발표」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  <p:sp>
        <p:nvSpPr>
          <p:cNvPr id="1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템플릿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지침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템플릿을 프로젝트에 넣어 두기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이 프로젝트는 [부서명]의 주간 업무 보고용이야.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내가 메모를 붙이면 프로젝트 지식의 [보고 양식]대로 정리해 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말투는 간결한 보고체, 분량은 A4 한 장.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메모에 없는 숫자·이름은 지어내지 말고 [ ]로 남겨 줘.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 마지막에 내가 확인할 항목을 세 줄로 적어 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프로젝트 › 오른쪽 패널 「컨텍스트」의 지침에 붙여 넣는다 — 그 프로젝트의 모든 대화에 적용된다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  <p:sp>
        <p:nvSpPr>
          <p:cNvPr id="1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하루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하루 일과에 Claude 끼워 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받은 메모·메일을 모아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「오늘 우선순위 다섯 개로」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 뒤 회의록 템플릿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자료가 오면 한 장 요약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메일은 메일 템플릿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퇴근 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「오늘 한 일을 정리하고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내일 이어 할 일 세 개」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정해진 때에 정해진 템플릿을 돌리면 — 그것이 업무 루틴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업무별 작업 공간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프로젝트로 방을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주간 보고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지식: 보고 양식 · 지난 보고서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지침: 보고 템플릿 규칙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응대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지식: 응대 가이드 · FAQ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지침: 메일 말투·서명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기획 과제 A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지식: 배경 자료 · 회의록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지침: 기획안 4단 구조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반복 업무 템플릿 3종 + 하루 루틴표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Top 5 에서 반복·정형·시간 업무 세 개를 고른다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미션 1 의 표를 다시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각각 [ ] 빈칸 템플릿으로 만든다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형식·말투·분량을 고정한다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실제 값으로 한 번씩 돌려 다듬는다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보고 지침을 고친다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아침·업무 중·퇴근 전에 배치한다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→ 어떤 템플릿을 표로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템플릿 3개 +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하루 루틴표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나만의 AI 비서와 30일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만든 산출물을 하나로 묶고, 내일부터 쓸 계획을 세웁니다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내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산출물을 역할별로 묶는다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읽기 비서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· 실행항목 ·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원하는 정보 찾기 · 검증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(파트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쓰기 비서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· 기획안 · 회의록 ·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메일 템플릿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(파트 4·5)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루틴 비서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업무 템플릿 ·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루틴표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(파트 6)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30일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「언젠가」 말고 30일 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자주 쓰는 템플릿 하나를 실제 업무에 쓴다 · 시작 프롬프트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2~3주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아침·퇴근 전 루틴에 넣는다 · 템플릿 세 개로 늘리고 프로젝트 구성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4주 이후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 된 프롬프트를 동료와 나눈다 · 효과를 점검하고 범위를 넓힌다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70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넓히고 키우기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팀으로 넓히고, 꾸준히 키우기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팀으로 넓힐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할 것·하지 말 것을 담은 활용 지침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민감정보·반출 기준을 문서로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 된 프롬프트를 팀 라이브러리로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성공 사례부터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꾸준히 키우는 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프롬프트는 바로 저장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결과가 좋으면 「왜 좋았는지」 메모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달에 한 번 라이브러리 정리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쓰고 → 고치고 → 다시 저장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71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미션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30일 액션플랜 + 라이브러리 시작본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일곱 가지 산출물을 한곳에 모은다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프로젝트나 문서 하나에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효과가 컸던 프롬프트 다섯 개를 고른다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용도 · 프롬프트 · 메모로 정리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주·2~3주·4주 이후 할 일을 적는다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템플릿과 완료 표시 칸 포함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 「첫 한 가지」를 정한다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작게, 가장 먼저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완료 기준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액션플랜 +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프롬프트 5개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72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직무 트랙과 프롬프트 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도구, 다른 일 — 내 직무에 가까운 하루를 골라 그대로 따라 해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73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직무 트랙 ① 기획·전략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기획 담당자의 하루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· 자료 요약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「리포트 핵심 인사이트 세 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기회와 위협」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점심 뒤 · 기획안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「4단 구조 목차 제안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항목별 본문」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· 비교표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「경쟁사 비교를 표로,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시사점 한 줄씩」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퇴근 전 · 보고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「기획안을 한 장 요약,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임원 보고체로」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74</a:t>
            </a:r>
          </a:p>
        </p:txBody>
      </p:sp>
      <p:sp>
        <p:nvSpPr>
          <p:cNvPr id="3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직무 트랙 ② 영업·고객지원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영업·고객지원 담당자의 하루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반복되는 고객 커뮤니케이션을 빠르고 한결같게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· 문의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「받은 문의를 유형별로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나누고 우선순위 표」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점심 뒤 · 응대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「불만 고객 응대,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정중하게 해결책 먼저」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· 제안서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「제안서 한 쪽 요약,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문제→해결→효과 순」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퇴근 전 · 상담 기록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「오늘 상담 메모를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조치 표로」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75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직무 트랙 ③ HR·교육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HR·교육 담당자의 하루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· 규정 Q&amp;A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「규정을 직원용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쉬운 Q&amp;A 로」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점심 뒤 · 공지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「교육 안내 공지,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먼저 간결하게」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· 설문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「자유응답 주제별 분류,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세 가지」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퇴근 전 · 교안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「신입 교육 교안 목차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차시별 내용」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76</a:t>
            </a:r>
          </a:p>
        </p:txBody>
      </p:sp>
      <p:sp>
        <p:nvSpPr>
          <p:cNvPr id="3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직무 트랙 ④ 행정·총무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행정·총무 담당자의 하루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공문·규정·회의록 같은 정형 문서를 표준 형식으로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· 공문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「[건명] 협조 공문,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공문 형식으로」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점심 뒤 · 규정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「개정 전후 비교,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바뀐 점만 표로」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· 회의록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「메모를 표준 회의록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실행항목 표로」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퇴근 전 · 안내문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「사내 안내문을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표준 양식으로 통일」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77</a:t>
            </a:r>
          </a:p>
        </p:txBody>
      </p:sp>
      <p:sp>
        <p:nvSpPr>
          <p:cNvPr id="2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라이브러리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읽고 정리하는 프롬프트 6선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128016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12801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복사해 쓰는 한 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장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448050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3448050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[문서]를 A4 한 장으로, 배경·핵심 5개·결론 순서로 요약해 줘」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줄 요약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143375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4143375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「가장 중요한 세 가지만 한 문장씩으로 정리해 줘」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838700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838700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「할 일·담당·기한을 표로, 우선순위 높은 순으로 뽑아 줘」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원하는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5534025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5534025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자료에서 [주제]에 대한 내용만 찾아 쪽 번호와 함께 정리해 줘」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표 정리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6229350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6229350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「위 내용을 [열 A · 열 B · 열 C] 표로 정리해 줘」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6924675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6924675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「위 결과에서 원문에 없는 내용을 표시하고 근거 위치를 적어 줘」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78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라이브러리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쓰고 바꾸는 프롬프트 6선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128016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12801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복사해 쓰는 한 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448050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8650" y="3448050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「[주제] 보고서 목차를 5~6개 항목으로 제안해 줘」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본문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143375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4143375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「목차 [N]번을 세 문단으로 써 줘, 수치는 [ ]로 비워 줘」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말투 바꾸기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838700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838700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글을 [임원 보고체]로, 한 장으로 줄여 줘」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회의록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5534025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5534025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메모를 안건·결정·실행항목 순서의 회의록으로 정리해 줘」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6229350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6229350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「[상황] 메일을 정중한 말투로 200자 안팎, 제목도 붙여 써 줘」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6924675"/>
            <a:ext cx="12801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6924675"/>
            <a:ext cx="12611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응답들을 주제별로 나누고 건수·대표 의견을 표로 정리해 줘」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[ ] 부분만 내 상황으로 바꿔 쓰고, 잘 맞는 것은 내 라이브러리에 저장합니다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908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9908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회사 자료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9908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9908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규정을 먼저 확인하고, 민감정보는 가명으로 바꾼 사본만 올린다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9814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9814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틀린 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9814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9814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답은 초안 — 숫자·고유명사·출처는 C·H·E·C·K 로 사람이 검증한다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9720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9720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외워야 하나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9720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9720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역할·맥락·형식만 기억하고 나머지는 라이브러리에서 꺼내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9626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9626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한국어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9626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9626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한국어로 물으면 한국어로 답한다 — 평소 말하듯 구체적으로 요청한다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953250"/>
            <a:ext cx="285750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95325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어디서부터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95325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95325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자주 하는 일 하나에 템플릿 하나 — 이번 주 첫 한 가지면 충분하다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D03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D03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Claude 와 함께하는 업무자동화 실무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손을 빠르게 해 줄 뿐 — 무엇을 시킬지, 맞는지는 내가 판단합니다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역할·맥락·형식으로 요청한다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숫자·이름·출처는 원문과 대조한다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바뀌는 값만 [ ]로 비워 템플릿으로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정해진 때에 돌려 하루 루틴으로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이 강의안의 산출물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일곱 가지를 묶은 「나만의 업무자동화 키트」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