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Embedding과 Vector DB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아홉 줄을 두 장으로, 7-4 준비까지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임베딩·Qdrant 명령 아홉 개를 「하려는 일」로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 14개를 스스로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qdrant·minio 두 컨테이너가 Up 인지 확인해 7-4를 준비한다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유사도 몇 점이 「관련 있음」인지는 절대 기준이 없다 — 우리 데이터로 재 보고 정한다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임베딩과 컬렉션 — 하려는 일과 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emb.embed_query(text)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여러 개(권장)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719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719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emb.embed_documents([t1, t2, ...])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958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958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QdrantClient(url="http://localhost:6333")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컬렉션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6197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6197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create_collection(name,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VectorParams(size=, distance=))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존재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63436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63436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client.collection_exists(name)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DIM = len(v1) — 컬렉션의 size 는 임베딩 모델의 차원과 반드시 같아야 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적재와 검색 — 하려는 일과 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client.upsert(name, points=[…])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PointStruct(id=, vector=, payload=)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719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719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client.count(name)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958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958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client.query_points(name,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query=vec, limit=).points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 검색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6197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6197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query_filter=Filter(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must=[FieldCondition(...)])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query_points 의 결과는 .points 로 꺼낸다 — h.score 와 h.payload 를 함께 읽는다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— 일곱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146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384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임베딩이 무엇을 하는지 한 문장으로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052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648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771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052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벡터의 차원 수를 코드로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386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3815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5053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3386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모델로 만든 벡터끼리만 비교할 수 있다는 것을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07206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07206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코사인 유사도를 직접 계산해 비슷한 쌍과 다른 쌍을 비교했다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8054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8483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9721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8054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5개의 유사도 표를 만들어 예상과 대조했다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5389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581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705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5389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embed_documents(배치)가 왜 빠른지 실측으로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2723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73152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74390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72723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부정문·식별자에서 임베딩이 약하다는 것을 직접 봤다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— 일곱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를 볼륨과 함께 띄우고 대시보드를 열었다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05212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0521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0521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0521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 와 distance 를 지정해 컬렉션을 만들었다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338638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33863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33863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33863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차원을 일부러 틀려 Vector dimension error 를 직접 봤다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072062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07206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07206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07206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에 원문·분류·출처를 담아 적재했다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5488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80548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80548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80548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단어가 겹치지 않는 질문으로 의미 검색이 되는 것을 확인했다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538912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53891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53891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53891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필터를 걸어 검색 범위를 좁혀 봤다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72338"/>
            <a:ext cx="1428750" cy="6191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727233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1750" y="727233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0" y="727233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7-2에서 만든 조각 전체를 임베딩해 적재하고 검색했다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400 · Vector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dimension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size 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 차원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len(벡터)로 확인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올바른 size 로 재생성·재적재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(localhost:6333)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가 안 떠 있거나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 매핑 누락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로 Up·6333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docker start qdrant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create_collection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409 Conflict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이름의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컬렉션이 이미 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collection_exists()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후 생성 · recreate 신중히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결과가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엉뚱하다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① 다른 모델 ② text·vector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짝 어긋남 ③ 조각이 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원문 출력해 짝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그다음 chunk_size 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임베딩 모델을 바꾸면 dimension error 는 반드시 난다 — 컬렉션을 새로 만들고 전량 재적재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유사도 몇 점 이상이면 관련 있다고 보나요?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절대 기준이 없다 — 모델·문서마다 분포가 달라 우리 데이터로 몇 개 재 보고 정한다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벡터DB 없이 파이썬 리스트로는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수천 건까지는 된다 — 그 위로는 속도와 메모리 때문에 전용 저장소가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비용이 얼마나 드나요?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 모델보다 훨씬 싸다 — 다시 넣을 때마다 드니 이미 넣은 것은 다시 임베딩하지 않게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로컬 모델(Ollama)로도 충분한가요?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학습·소규모에는 충분 — 한국어 품질은 모델마다 차이가 크니 우리 문서로 비교해 정한다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차시(7-4)를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컨테이너 Up — qdrant 와 minio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8945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89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2458" y="2781300"/>
            <a:ext cx="1491254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4858" y="2781300"/>
            <a:ext cx="14607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--filter name=qdrant  (계속 띄워 둔다)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08945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089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2458" y="3429000"/>
            <a:ext cx="1491254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4858" y="3429000"/>
            <a:ext cx="14607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 --filter name=minio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08945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089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없다면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2458" y="4076700"/>
            <a:ext cx="1491254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4858" y="4076700"/>
            <a:ext cx="14607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4-1의 docker run 을 다시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08945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089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패키지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2458" y="4724400"/>
            <a:ext cx="1491254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4858" y="4724400"/>
            <a:ext cx="14607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minio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08945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0894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32458" y="5372100"/>
            <a:ext cx="1491254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4858" y="5372100"/>
            <a:ext cx="146077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Up · 4주차에 만든 버킷이 남아 있는지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심화(선택): chunk_size 200·1000 두 벌 비교 · Distance.EUCLID 컬렉션 · quotes 데이터 주제 검색 · client.scroll()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7-4 · MinIO·Qdrant 연동 — 창고와 색인 카드함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창고(MinIO)와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카드함(Qdrant)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버킷 구성과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적재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버킷 문서 순회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임베딩→업서트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파이프라인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Qdrant 는 그대로 · 4·6주차 MinIO 가 떠 있으면 9000·9001 충돌 — docker compose stop 으로 먼저 내린다 · 임베딩은 같은 모델(같은 차원)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7-4 MinIO·Qdrant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스토리지에 쌓인 문서를 자동으로 훑어 자르고 임베딩해 Qdrant 에 넣는 파이프라인을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보관(MinIO)·검색 색인(Qdrant) 역할 분담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 클라이언트로 버킷·객체 다루기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Chunking → 임베딩 → 업서트 파이프라인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의 source 로 원본 역참조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qdrant·minio 두 컨테이너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