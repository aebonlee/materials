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3-5 · Pandas와 DuckDB를 이용한 하이브리드 가공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 품질 리포트 작성 ·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제출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얼마나 고쳤는가를 숫자로 증명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before·after 를 같은 잣대로 재서 quality_report.csv 를 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개선율 네 줄을 숫자로 뽑아 리포트 문서에 옮긴다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로 다시 재서 Pandas 의 after 와 같은지 교차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파일을 지우고 스크립트만으로 재현한 뒤 산출물 3종을 제출한다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챕터의 결과물이 3주차 산출물입니다 — 품질 리포트 + orders_clean.parquet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리포트에서 제출까지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before 는 반드시 원본 orders.csv 에서 새로 읽습니다 — 이번 시간에 가장 자주 나는 실수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리포트 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profile() ×2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concat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개선율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before → after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교차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 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측정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문서 작성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근거·검증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여섯 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점검·제출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지우고 재현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3종 제출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profile() — 다섯 지표를 before·after 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842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842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재는 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after 기대값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len(df)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dup_order_id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duplicated().sum()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null_price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price.isna().sum()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null_rate_pct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isna().mean() * 100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6197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6197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category_values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63436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63436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category.nunique()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63436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63436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before 행은 앞 실습 1단계의 기준선과 같은 수치 — raw = pd.read_csv('orders.csv') 로 새로 읽고, 두 프로파일을 concat 해 quality_report.csv 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 — 일부러 틀려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before 를 정제본에서 만들면 — 증명이 사라진다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실수 — cleaned 를 재사용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before 와 after 가 똑같이 나온다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cleaned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정제본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profile ×2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after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차이 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증명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정답 — 원본에서 새로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pd.read_csv('orders.csv') 로 before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orders.csv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읽기 전용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profile(raw)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before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profile(cleaned)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after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2·3단계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개선율을 내고, 다른 도구로 다시 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개선율 네 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15 -&gt; 0 · 결측 30+ -&gt; 0 · 카테고리 5 -&gt; 4 · 행 수 -1.5% 안팎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로 교차 검증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orders_clean.parquet 를 count(*)·count(DISTINCT …)·min/max(order_date) 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통과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rows 1000 · null_price 0 · dup_orders 0 · category_values 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신뢰의 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값과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값 일치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날짜 범위는 2026-06-01 부터 두 달 안쪽이면 통과 — 만든 도구(Pandas)와 다른 도구(DuckDB)로 재면 검증의 신뢰가 올라간다. 개선율 수치는 리포트 문서에 그대로 옮겨 적는다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리포트 문서 — 여섯 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적을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 대상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3448050"/>
            <a:ext cx="102412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8970" y="3448050"/>
            <a:ext cx="100507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 · 정제 결과 · 파이프라인 파일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2. 전후 비교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4143375"/>
            <a:ext cx="102412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8970" y="4143375"/>
            <a:ext cx="100507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수·중복·결측·고유값 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3. 처리 내용과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838700"/>
            <a:ext cx="102412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838700"/>
            <a:ext cx="100507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· 처리 · 왜 그렇게 했나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4. 고치지 않은 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03720" y="5534025"/>
            <a:ext cx="102412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8970" y="5534025"/>
            <a:ext cx="100507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그대로 둔 것과 그 이유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5. 검증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3720" y="6229350"/>
            <a:ext cx="102412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8970" y="6229350"/>
            <a:ext cx="100507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재실행·교차·유효성·검사기 자체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6. 남은 과제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6924675"/>
            <a:ext cx="102412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6924675"/>
            <a:ext cx="100507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본인이 발견한 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3번(근거)과 5번(검증)이 채워져 있는가 — 표만 있으면 다음 사람이 규칙을 바꿔도 되는지 판단할 수 없다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지우고 다시 만들어지는가, 그리고 제출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-f orders_clean.parquet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지운 뒤 python3 clean_orders.py → python3 quality_report.py — ls -lh 로 다시 생겼는지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3종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orders_clean.parquet · 품질 리포트(quality_report.csv + 문서) · clean_orders.py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어디에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사이트의 「산출물 제출」 페이지 — 제출 후 주차별 산출물 갤러리에도 올려 동료와 공유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함께 올리면 좋은 것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3-3 에서 잰 CSV 대비 Parquet 크기·속도 실측표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파일을 지우고 스크립트만으로 다시 만들어지면 재현성 검증 완료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 · 미니 과제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시간이 남으면 — 미니 과제 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값 범위 점검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가격 0 이하·수량 6 이상을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profile() 열로 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행 버리기로 바꾸기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중앙값 대신 행 버리기로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리포트를 다시 내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100만 행에 적용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3-3 events.parquet 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측정은 전부 DuckDB SQL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셋째는 Pandas 로 할 때와 시간을 비교해 보세요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완성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quality_report.csv 의 after 행: 중복 0 · 결측 0 · 카테고리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before 행이 원본 기준선(1015 · 15 · 30+)과 같다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로 다시 잰 값이 Pandas 의 after 와 같다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리포트 문서에 3번 근거와 5번 검증이 채워져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지우고 스크립트만으로 재현된 뒤 3종을 제출했다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3-5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주차 회고 · 산출물 점검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3주차 다섯 차시를 되짚고, 4주차 레이크하우스로 넘어가는 다리를 놓습니다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3-1 ~ 3-5 지나온 길과 남은 결과물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4-1 MinIO 오브젝트 스토리지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제출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페이지에 3종이 올라갔는지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