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1교시 · 학습개요 ·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 안내 · 사전평가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환경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동안 하나의 문제를 끝까지 풉니다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과정의 흐름과 매일 만드는 결과물을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사전평가를 응시하고 AI·Excel·실습 파일을 준비한다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외부 AI 에 올려도 되는 것과 안 되는 것을 구별한다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 원칙은 이 시간에 가장 분명하게 짚고 시작합니다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과정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— 하나의 문제를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그날의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10. 12.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문제정의서 · 정제된 생산일지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10. 13.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KPI 표 · 중점관리공정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10. 14.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MECE 표 · 검증 계획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10. 15.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평가표 · 관리자 보고서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하루의 결과물이 다음 날의 출발점이 된다 · 1교시 = 50분 수업 + 10분 휴식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과정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과정의 세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숫자는 Excel 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AI 가 낸 숫자는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반드시 다시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가상 데이터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실습은 전부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새벽정밀(가상)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실제 정보 금지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실제 정보는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AI 에 올리지 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ChatGPT 기본 · Gemini·Claude·Copilot 도 같은 프롬프트로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보안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올려도 되는 것 · 올리지 않는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올려도 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가상·일반 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과정의 가상 실습 파일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공개된 일반 지식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「작업자 A」처럼 가린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올리지 않는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보안정책을 먼저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생산·품질 기록, 설비 로그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도면·공정 조건·내부 보고서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이름·사번·연락처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사전평가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[사전·사후 평가] 메뉴에서 응시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메뉴 /assessment 로 들어간다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없음 — 이름만 적고 4일 같은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약 20분 동안 응시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생성형 AI · OEE·Cpk · 데이터 분석 · 문제 해결 문항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모르는 문항은 모른다고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짐작으로 채우지 않아야 4일 뒤 비교가 정확하다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점수는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성적이 아니라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출발점 확인용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단계로 준비합니다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막히는 단계가 있으면 손을 들어 바로 알려 주세요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사이트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메뉴 둘러보기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사전평가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20분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AI·Excel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로그인·피벗 메뉴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파일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/materials 7종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3명 × 3팀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첫 인사 — 내 업무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역할 소개 → 업무 → 요청 3가지 → 표 형식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저는 제조 기업 {{부서}}의 기술직 직원입니다. 주로 하는 일은 {{주요업무}}입니다. AI 가 도울 수 있는 일 5가지, 사람이 확인할 부분, AI 에 넣지 말아야 할 정보 3가지를 표로 알려 주세요.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주요업무는 회사명·실제 조건 없이 일반 표현으로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3명씩 3개 팀 · 자기소개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섞어서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생산·안전·품질이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팀에 고르게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고민 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4일차 적용계획에서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돌아온다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 돌아가며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진행·기록·발표를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바꿔 맡는다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파일 확인: 02 clean 의 CLEAN 시트 1,488행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1교시 · 평가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제조업 생성형 AI 활용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 현장에서 생성형 AI 가 쓰이는 업무 유형과 한계를 보고, 내 업무를 나눠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활용 유형 여섯 가지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환각·최신성·계산 실수·보안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A·B·C 분류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활용 아이디어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로그인된 AI 와 팀원 현업 고민 메모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