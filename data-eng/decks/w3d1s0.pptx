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Pandas를 활용한 데이터 처리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도커 없이 파이썬 하나 — 3.11 과 새 가상환경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3주차는 전부 내 컴퓨터의 파이썬이다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가 3.11 이상인가 — pandas 3 이 깔리는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week3 의 새 가상환경이 진짜로 켜졌는가 — sys.prefix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pandas·pyarrow 가 그 가상환경에 들어갔는가 — 3.x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디스크 여유 1G — 3-3 에서 100만 행을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3.10 이하면 pip 이 조용히 pandas 2 를 고른다 — dtype 이름이 노트와 다르게 보인다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버전·별칭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3.11 · alias 아님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새 venv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deactivate → week3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설치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3.x · pyarrow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디스크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 -h ~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셋만 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· 운영체제별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3.11 이상인지, 별칭은 아닌지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운영체제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3.10 이하면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python3 --version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 python3-venv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 python3.12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python3.12-venv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python3 --version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 python3 pip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brew install python@3.12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터미널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python3 --version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 python3-venv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24.04 는 3.12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22.04 는 3.10 → 위와 같이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macOS 별칭은 2-3 실습점검 4단계 — unalias python python3 pip 뒤 hash -r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가상환경 — 켜졌다고 믿지 말고 sys.prefix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deactivate → week3 폴더 → python3 -m venv .venv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venv 가 켜져 있으면 먼저 끈다 — 주차마다 환경을 나눈다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sys.prefix 확인 (python3 -c 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3.13.5 · …/week3/.venv 로 끝나야 진짜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pandas pyarrow → 판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3.0.6 · pyarrow 25.0.1 (실측) — 2.x 면 파이썬이 3.10 이하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3.0.6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pyarrow 25.0.1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ensurepip is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우분투에 python3-venv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install python3-venv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rm -rf .venv →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sys.prefix 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/usr/local/…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 별칭이 venv 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건너뛴다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unalias python3 pip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hash -r → 다시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2.3.x 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깔렸다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3.10 이하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안에 3.11+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.venv 다시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가 붙었는데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week2 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터미널 그대로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deactivate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week3 에서 다시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pandas 2 로도 오늘 실습은 된다 — 확인 포인트의 괄호(object · [ns])가 그 경우다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파일 셋만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orders.csv orders_raw.parquet orders_step1.parquet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make_orders.py 와 .venv 는 남긴다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make_orders.py(와 .py 코드)만 남으면 끝 — 실습 1H 2단계부터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시드가 고정이라 다시 만들어도 같은 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지워도 복구 비용이 작다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나흘 공백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10-12 까지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넷 유지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파이썬, 이만큼이면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나오는 문법 9가지 — W3Schools 로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3909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3909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33909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33909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import … as · 딕셔너리로 표 만들기 · 대괄호 한 겹·두 겹 · 슬라이스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815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3815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43815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43815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비교·논리 연산자(&amp; | 괄호) · 키워드 인자 · f-string 서식 {x:,} {x:.0%}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3721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3721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53721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53721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len·round·type · 메서드 체이닝(점으로 잇기)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표 13가지에 이어진다 — pandas 문법(loc·iloc)은 표가 아니라 오늘 노트가 가르친다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Pandas 기초와 데이터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(.venv) 가 켜진 터미널은 그대로 두세요. 실습 1H 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은 Series 의 모음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dtype — 열마다 붙는 딱지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&amp; | 와 괄호 · loc 과 iloc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와 Parquet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3.11 · pandas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