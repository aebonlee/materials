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Streamlit 기반의 챗봇 인터페이스 개발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 화면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에코 챗봇으로 뼈대를 익히고 재실행을 눈으로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rerun_demo.py 를 눌러 보며 재실행을 직접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chat_echo.py 로 말풍선이 쌓이는 에코 챗봇을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그리는 루프를 지워 대화가 사라지는 것을 재현한다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사이드바·스트리밍·@st.cache_resource 를 붙여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화면을 직접 눌러 보는 것이 오늘 이해의 핵심입니다 — 코드만 봐서는 남지 않습니다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~/rag-chatbot 한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폴더에 가상환경을 만들고 시작합니다 — 이 폴더가 오늘 챗봇의 집입니다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venv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재실행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rerun_demo.py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에코 챗봇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chat_echo.py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일부러 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루프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주석 처리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5~7.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사이드바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스트리밍 · 캐시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프로젝트 준비 — 설치와 키 등록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 ~/rag-chatbot &amp;&amp; cd ~/rag-chatbot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-m venv .venv · source .venv/bin/activate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streamlit qdrant-client openai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무시 목록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.gitignore 에 .venv/ 와 .env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export OPENAI_API_KEY=sk-본인키로교체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28827" y="60198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81227" y="60198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 --version → 버전 문자열이 나오면 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export 는 그 터미널에만 적용된다 — 새 터미널을 열면 다시 해야 한다 · 키 값을 코드에 넣지 않는다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재실행을 눈으로 — 버튼 누를 때마다 시각이 바뀐다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run rerun_demo.py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 · 일반 변수 카운터 · session_state 카운터 세 줄이 뜬다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버튼을 누를 때마다 시각이 바뀐다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스크립트가 처음부터 다시 돌았다는 증거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일반 변수는 언제나 1, session_state 만 쌓인다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화면을 직접 눌러 보는 것이 오늘 이해의 핵심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바뀌는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시각 ·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 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counter = 0 은 재실행마다 0 으로 돌아가고, if "n" not in st.session_state: 로 만든 n 만 1, 2, 3 으로 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chat_echo.py — 뼈대 네 단계가 코드로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뼈대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저장소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"messages" not in st.session_state: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다시 그리기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m in st.session_state.messages: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입력 받기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prompt = st.chat_input(...)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사용자 말풍선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st.chat_message("user"):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답 만들기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answer = "따라 말하기: " +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답 말풍선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st.chat_message("assistant"):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streamlit run chat_echo.py → localhost:8501 에 채팅 화면 · 여러 번 입력해도 이전 말풍선이 쌓이면 성공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루프를 지우면 — 이력은 있는데 화면엔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루프 있음 — 정상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재실행마다 이력 전체를 다시 그린다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for 루프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이력 전체 그림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 말풍선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아래에 쌓임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루프 주석 처리 — 실패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이력은 session_state 에 그대로 — 확인 뒤 주석 해제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재실행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(루프 없음)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안 그림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 말풍선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이것만 보임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사이드바 초기화 버튼과 흘러나오는 글자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 st.sidebar: 설정 · 대화 N턴 · 지우기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지우기 버튼 → st.session_state.messages = [] 뒤 st.rerun()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st.rerun() — 코드에서 재실행을 부른다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다음 상호작용까지 화면이 안 바뀐다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stream_text(text) — 한 글자씩 yield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time.sleep(0.01) 로 글자가 하나씩 나타난다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answer = st.write_stream(...)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흘러나온 전체 문자열을 돌려주니 그대로 이력에 넣는다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같은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스트리밍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응답에도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@st.cache_resource — 3초가 한 번만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데코레이터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 3초, 이후 재실행에서는 즉시 지나간다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heavy_setup() 안에 time.sleep(3)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준비 시작·끝 시각 차이 3초 — 처음만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누르면 즉시 지나간다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데코레이터 지움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재실행마다 3초씩 걸린다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함수, 데코레이터 한 줄만 삭제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버튼을 누를 때마다 3초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되돌려 재 보면 캐시가 하는 일이 분명해진다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--version 이 버전 문자열을 출력한다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rerun_demo.py 에서 버튼마다 시각이 바뀌고 session_state 만 쌓인다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chat_echo.py 에서 여러 번 입력해도 이전 말풍선이 남는다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루프를 지우면 이전 대화가 사라지는 것을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cache_resource 를 지우면 매번 3초, 붙이면 처음만 3초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Qdrant 검색·LLM 연동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에코 자리에 질문 임베딩 → Qdrant 검색 → LLM 답변 3단계를 넣어 실제로 답하는 챗봇을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로 lecture_docs 의 points_count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search_test.py 로 검색만 먼저 시험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app.py 에 RAG 3단계 연결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표시·개수 조절·약한 근거 경고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chat_echo.py 가 돌아가는 터미널과 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